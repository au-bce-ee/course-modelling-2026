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65" r:id="rId4"/>
    <p:sldId id="272" r:id="rId5"/>
    <p:sldId id="266" r:id="rId6"/>
    <p:sldId id="267" r:id="rId7"/>
    <p:sldId id="268" r:id="rId8"/>
    <p:sldId id="269" r:id="rId9"/>
    <p:sldId id="274" r:id="rId10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E1CECF-DC25-4F53-85CF-5CC0F669CA60}" v="31" dt="2026-09-30T12:57:32.4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erik Rask Dalby" userId="12c7c68b-47c4-4858-a883-dbd84be7356f" providerId="ADAL" clId="{E9883B15-7D20-4C63-9A3F-08E95C9A44CC}"/>
    <pc:docChg chg="undo custSel addSld delSld modSld sldOrd">
      <pc:chgData name="Frederik Rask Dalby" userId="12c7c68b-47c4-4858-a883-dbd84be7356f" providerId="ADAL" clId="{E9883B15-7D20-4C63-9A3F-08E95C9A44CC}" dt="2026-09-30T12:58:23.139" v="2572" actId="1076"/>
      <pc:docMkLst>
        <pc:docMk/>
      </pc:docMkLst>
      <pc:sldChg chg="addSp delSp modSp mod ord">
        <pc:chgData name="Frederik Rask Dalby" userId="12c7c68b-47c4-4858-a883-dbd84be7356f" providerId="ADAL" clId="{E9883B15-7D20-4C63-9A3F-08E95C9A44CC}" dt="2026-09-30T12:58:23.139" v="2572" actId="1076"/>
        <pc:sldMkLst>
          <pc:docMk/>
          <pc:sldMk cId="2236809684" sldId="256"/>
        </pc:sldMkLst>
        <pc:spChg chg="mod">
          <ac:chgData name="Frederik Rask Dalby" userId="12c7c68b-47c4-4858-a883-dbd84be7356f" providerId="ADAL" clId="{E9883B15-7D20-4C63-9A3F-08E95C9A44CC}" dt="2026-08-31T08:50:07.565" v="1771" actId="20577"/>
          <ac:spMkLst>
            <pc:docMk/>
            <pc:sldMk cId="2236809684" sldId="256"/>
            <ac:spMk id="3" creationId="{32C4DAD7-8DAA-B938-B8B3-6C4FCC17D736}"/>
          </ac:spMkLst>
        </pc:spChg>
        <pc:spChg chg="add mod">
          <ac:chgData name="Frederik Rask Dalby" userId="12c7c68b-47c4-4858-a883-dbd84be7356f" providerId="ADAL" clId="{E9883B15-7D20-4C63-9A3F-08E95C9A44CC}" dt="2026-09-30T12:58:23.139" v="2572" actId="1076"/>
          <ac:spMkLst>
            <pc:docMk/>
            <pc:sldMk cId="2236809684" sldId="256"/>
            <ac:spMk id="4" creationId="{D21AB752-5CEA-FC20-5AB7-9CDEE231D2E6}"/>
          </ac:spMkLst>
        </pc:spChg>
        <pc:spChg chg="add del mod">
          <ac:chgData name="Frederik Rask Dalby" userId="12c7c68b-47c4-4858-a883-dbd84be7356f" providerId="ADAL" clId="{E9883B15-7D20-4C63-9A3F-08E95C9A44CC}" dt="2026-09-30T12:57:57.852" v="2568"/>
          <ac:spMkLst>
            <pc:docMk/>
            <pc:sldMk cId="2236809684" sldId="256"/>
            <ac:spMk id="5" creationId="{F68BCCAD-F629-6124-F05A-84445B4BC748}"/>
          </ac:spMkLst>
        </pc:spChg>
      </pc:sldChg>
      <pc:sldChg chg="addSp delSp modSp mod">
        <pc:chgData name="Frederik Rask Dalby" userId="12c7c68b-47c4-4858-a883-dbd84be7356f" providerId="ADAL" clId="{E9883B15-7D20-4C63-9A3F-08E95C9A44CC}" dt="2026-08-31T09:00:31.742" v="1997" actId="20577"/>
        <pc:sldMkLst>
          <pc:docMk/>
          <pc:sldMk cId="2942632838" sldId="265"/>
        </pc:sldMkLst>
        <pc:spChg chg="add del">
          <ac:chgData name="Frederik Rask Dalby" userId="12c7c68b-47c4-4858-a883-dbd84be7356f" providerId="ADAL" clId="{E9883B15-7D20-4C63-9A3F-08E95C9A44CC}" dt="2026-08-31T08:52:22.213" v="1774" actId="478"/>
          <ac:spMkLst>
            <pc:docMk/>
            <pc:sldMk cId="2942632838" sldId="265"/>
            <ac:spMk id="3" creationId="{C48B3F56-F910-B1B8-0981-EECA7E99E6E8}"/>
          </ac:spMkLst>
        </pc:spChg>
        <pc:spChg chg="add mod">
          <ac:chgData name="Frederik Rask Dalby" userId="12c7c68b-47c4-4858-a883-dbd84be7356f" providerId="ADAL" clId="{E9883B15-7D20-4C63-9A3F-08E95C9A44CC}" dt="2026-08-31T08:59:05.635" v="1966" actId="1076"/>
          <ac:spMkLst>
            <pc:docMk/>
            <pc:sldMk cId="2942632838" sldId="265"/>
            <ac:spMk id="24" creationId="{A16926FF-021A-6A99-F3C9-BD51179CB6BF}"/>
          </ac:spMkLst>
        </pc:spChg>
        <pc:spChg chg="add mod">
          <ac:chgData name="Frederik Rask Dalby" userId="12c7c68b-47c4-4858-a883-dbd84be7356f" providerId="ADAL" clId="{E9883B15-7D20-4C63-9A3F-08E95C9A44CC}" dt="2026-08-31T08:59:05.635" v="1966" actId="1076"/>
          <ac:spMkLst>
            <pc:docMk/>
            <pc:sldMk cId="2942632838" sldId="265"/>
            <ac:spMk id="26" creationId="{E92AB308-1629-F94E-0654-03C150AC020E}"/>
          </ac:spMkLst>
        </pc:spChg>
        <pc:spChg chg="mod">
          <ac:chgData name="Frederik Rask Dalby" userId="12c7c68b-47c4-4858-a883-dbd84be7356f" providerId="ADAL" clId="{E9883B15-7D20-4C63-9A3F-08E95C9A44CC}" dt="2026-08-31T08:50:45.440" v="1772" actId="20577"/>
          <ac:spMkLst>
            <pc:docMk/>
            <pc:sldMk cId="2942632838" sldId="265"/>
            <ac:spMk id="28" creationId="{8F771B72-8111-66E6-5B3F-11A0CD467E81}"/>
          </ac:spMkLst>
        </pc:spChg>
        <pc:spChg chg="mod">
          <ac:chgData name="Frederik Rask Dalby" userId="12c7c68b-47c4-4858-a883-dbd84be7356f" providerId="ADAL" clId="{E9883B15-7D20-4C63-9A3F-08E95C9A44CC}" dt="2026-08-31T08:52:38.136" v="1779" actId="1076"/>
          <ac:spMkLst>
            <pc:docMk/>
            <pc:sldMk cId="2942632838" sldId="265"/>
            <ac:spMk id="30" creationId="{8BA5F644-B23D-EB7C-E114-01D6C010D0E3}"/>
          </ac:spMkLst>
        </pc:spChg>
        <pc:spChg chg="add mod">
          <ac:chgData name="Frederik Rask Dalby" userId="12c7c68b-47c4-4858-a883-dbd84be7356f" providerId="ADAL" clId="{E9883B15-7D20-4C63-9A3F-08E95C9A44CC}" dt="2026-08-31T08:59:29.543" v="1971" actId="1076"/>
          <ac:spMkLst>
            <pc:docMk/>
            <pc:sldMk cId="2942632838" sldId="265"/>
            <ac:spMk id="42" creationId="{0A2F3E37-ABC1-CE36-3FF5-C82CAC9756BD}"/>
          </ac:spMkLst>
        </pc:spChg>
        <pc:spChg chg="add mod">
          <ac:chgData name="Frederik Rask Dalby" userId="12c7c68b-47c4-4858-a883-dbd84be7356f" providerId="ADAL" clId="{E9883B15-7D20-4C63-9A3F-08E95C9A44CC}" dt="2026-08-31T09:00:31.742" v="1997" actId="20577"/>
          <ac:spMkLst>
            <pc:docMk/>
            <pc:sldMk cId="2942632838" sldId="265"/>
            <ac:spMk id="59" creationId="{EC08221B-F3E7-9C62-A023-F08F062156E5}"/>
          </ac:spMkLst>
        </pc:spChg>
        <pc:picChg chg="add mod">
          <ac:chgData name="Frederik Rask Dalby" userId="12c7c68b-47c4-4858-a883-dbd84be7356f" providerId="ADAL" clId="{E9883B15-7D20-4C63-9A3F-08E95C9A44CC}" dt="2026-08-31T08:54:12.102" v="1805" actId="1076"/>
          <ac:picMkLst>
            <pc:docMk/>
            <pc:sldMk cId="2942632838" sldId="265"/>
            <ac:picMk id="17" creationId="{0E66EE01-CEF0-796F-A531-0B2C0C4B3B4A}"/>
          </ac:picMkLst>
        </pc:picChg>
        <pc:picChg chg="add mod">
          <ac:chgData name="Frederik Rask Dalby" userId="12c7c68b-47c4-4858-a883-dbd84be7356f" providerId="ADAL" clId="{E9883B15-7D20-4C63-9A3F-08E95C9A44CC}" dt="2026-08-31T08:59:05.635" v="1966" actId="1076"/>
          <ac:picMkLst>
            <pc:docMk/>
            <pc:sldMk cId="2942632838" sldId="265"/>
            <ac:picMk id="29" creationId="{A824430C-8D2C-7E7C-6B0B-3D5FFF7552A8}"/>
          </ac:picMkLst>
        </pc:picChg>
        <pc:picChg chg="add mod">
          <ac:chgData name="Frederik Rask Dalby" userId="12c7c68b-47c4-4858-a883-dbd84be7356f" providerId="ADAL" clId="{E9883B15-7D20-4C63-9A3F-08E95C9A44CC}" dt="2026-08-31T08:59:18.573" v="1969" actId="14100"/>
          <ac:picMkLst>
            <pc:docMk/>
            <pc:sldMk cId="2942632838" sldId="265"/>
            <ac:picMk id="35" creationId="{22015AE6-4FE9-27FD-162C-009B8CD9E1CC}"/>
          </ac:picMkLst>
        </pc:picChg>
        <pc:cxnChg chg="add mod">
          <ac:chgData name="Frederik Rask Dalby" userId="12c7c68b-47c4-4858-a883-dbd84be7356f" providerId="ADAL" clId="{E9883B15-7D20-4C63-9A3F-08E95C9A44CC}" dt="2026-08-31T08:59:05.635" v="1966" actId="1076"/>
          <ac:cxnSpMkLst>
            <pc:docMk/>
            <pc:sldMk cId="2942632838" sldId="265"/>
            <ac:cxnSpMk id="21" creationId="{3C5264B8-1D33-54BD-1457-30E1D5244B8C}"/>
          </ac:cxnSpMkLst>
        </pc:cxnChg>
        <pc:cxnChg chg="add mod">
          <ac:chgData name="Frederik Rask Dalby" userId="12c7c68b-47c4-4858-a883-dbd84be7356f" providerId="ADAL" clId="{E9883B15-7D20-4C63-9A3F-08E95C9A44CC}" dt="2026-08-31T08:59:05.635" v="1966" actId="1076"/>
          <ac:cxnSpMkLst>
            <pc:docMk/>
            <pc:sldMk cId="2942632838" sldId="265"/>
            <ac:cxnSpMk id="23" creationId="{5F53ABEE-1E5F-CDE8-E5FA-E26F9CF1762D}"/>
          </ac:cxnSpMkLst>
        </pc:cxnChg>
        <pc:cxnChg chg="add mod">
          <ac:chgData name="Frederik Rask Dalby" userId="12c7c68b-47c4-4858-a883-dbd84be7356f" providerId="ADAL" clId="{E9883B15-7D20-4C63-9A3F-08E95C9A44CC}" dt="2026-08-31T08:59:41.218" v="1976" actId="1076"/>
          <ac:cxnSpMkLst>
            <pc:docMk/>
            <pc:sldMk cId="2942632838" sldId="265"/>
            <ac:cxnSpMk id="37" creationId="{6CD67F98-AAC3-5EB5-683C-4F2E27F1A32C}"/>
          </ac:cxnSpMkLst>
        </pc:cxnChg>
        <pc:cxnChg chg="add mod">
          <ac:chgData name="Frederik Rask Dalby" userId="12c7c68b-47c4-4858-a883-dbd84be7356f" providerId="ADAL" clId="{E9883B15-7D20-4C63-9A3F-08E95C9A44CC}" dt="2026-08-31T08:59:49.998" v="1978" actId="1076"/>
          <ac:cxnSpMkLst>
            <pc:docMk/>
            <pc:sldMk cId="2942632838" sldId="265"/>
            <ac:cxnSpMk id="58" creationId="{15F4DD0D-AA7F-4E8D-BD21-8E8E88039317}"/>
          </ac:cxnSpMkLst>
        </pc:cxnChg>
      </pc:sldChg>
      <pc:sldChg chg="addSp delSp modSp mod">
        <pc:chgData name="Frederik Rask Dalby" userId="12c7c68b-47c4-4858-a883-dbd84be7356f" providerId="ADAL" clId="{E9883B15-7D20-4C63-9A3F-08E95C9A44CC}" dt="2026-09-30T12:52:13.555" v="2541" actId="1035"/>
        <pc:sldMkLst>
          <pc:docMk/>
          <pc:sldMk cId="1488553332" sldId="267"/>
        </pc:sldMkLst>
        <pc:spChg chg="mod">
          <ac:chgData name="Frederik Rask Dalby" userId="12c7c68b-47c4-4858-a883-dbd84be7356f" providerId="ADAL" clId="{E9883B15-7D20-4C63-9A3F-08E95C9A44CC}" dt="2026-09-30T12:52:13.555" v="2541" actId="1035"/>
          <ac:spMkLst>
            <pc:docMk/>
            <pc:sldMk cId="1488553332" sldId="267"/>
            <ac:spMk id="2" creationId="{9230BDE1-C8E4-1D40-2448-D03E942CF83F}"/>
          </ac:spMkLst>
        </pc:spChg>
        <pc:spChg chg="add mod">
          <ac:chgData name="Frederik Rask Dalby" userId="12c7c68b-47c4-4858-a883-dbd84be7356f" providerId="ADAL" clId="{E9883B15-7D20-4C63-9A3F-08E95C9A44CC}" dt="2026-09-30T12:52:13.555" v="2541" actId="1035"/>
          <ac:spMkLst>
            <pc:docMk/>
            <pc:sldMk cId="1488553332" sldId="267"/>
            <ac:spMk id="13" creationId="{BA874BF7-7D22-A07B-1C3A-4A1AEBFE27A0}"/>
          </ac:spMkLst>
        </pc:spChg>
      </pc:sldChg>
      <pc:sldChg chg="modSp del mod">
        <pc:chgData name="Frederik Rask Dalby" userId="12c7c68b-47c4-4858-a883-dbd84be7356f" providerId="ADAL" clId="{E9883B15-7D20-4C63-9A3F-08E95C9A44CC}" dt="2026-09-30T12:57:24.624" v="2554" actId="47"/>
        <pc:sldMkLst>
          <pc:docMk/>
          <pc:sldMk cId="3743684239" sldId="270"/>
        </pc:sldMkLst>
        <pc:spChg chg="mod">
          <ac:chgData name="Frederik Rask Dalby" userId="12c7c68b-47c4-4858-a883-dbd84be7356f" providerId="ADAL" clId="{E9883B15-7D20-4C63-9A3F-08E95C9A44CC}" dt="2026-09-30T12:57:08.982" v="2551" actId="20577"/>
          <ac:spMkLst>
            <pc:docMk/>
            <pc:sldMk cId="3743684239" sldId="270"/>
            <ac:spMk id="3" creationId="{FAE1C959-0E2A-4CE2-5EA1-8D1DEB571D1E}"/>
          </ac:spMkLst>
        </pc:spChg>
      </pc:sldChg>
      <pc:sldChg chg="addSp delSp modSp add del mod">
        <pc:chgData name="Frederik Rask Dalby" userId="12c7c68b-47c4-4858-a883-dbd84be7356f" providerId="ADAL" clId="{E9883B15-7D20-4C63-9A3F-08E95C9A44CC}" dt="2026-09-30T12:49:08.693" v="2502" actId="47"/>
        <pc:sldMkLst>
          <pc:docMk/>
          <pc:sldMk cId="3103171157" sldId="271"/>
        </pc:sldMkLst>
        <pc:spChg chg="add del mod">
          <ac:chgData name="Frederik Rask Dalby" userId="12c7c68b-47c4-4858-a883-dbd84be7356f" providerId="ADAL" clId="{E9883B15-7D20-4C63-9A3F-08E95C9A44CC}" dt="2026-09-30T12:37:14.868" v="2479" actId="478"/>
          <ac:spMkLst>
            <pc:docMk/>
            <pc:sldMk cId="3103171157" sldId="271"/>
            <ac:spMk id="5" creationId="{AC040FD0-30B0-B3A0-544B-65B99EE7F280}"/>
          </ac:spMkLst>
        </pc:spChg>
        <pc:spChg chg="add del mod">
          <ac:chgData name="Frederik Rask Dalby" userId="12c7c68b-47c4-4858-a883-dbd84be7356f" providerId="ADAL" clId="{E9883B15-7D20-4C63-9A3F-08E95C9A44CC}" dt="2026-09-30T12:37:18.011" v="2482" actId="478"/>
          <ac:spMkLst>
            <pc:docMk/>
            <pc:sldMk cId="3103171157" sldId="271"/>
            <ac:spMk id="6" creationId="{D024E86A-9927-1A2E-7ABF-FD67BF2D2E92}"/>
          </ac:spMkLst>
        </pc:spChg>
        <pc:spChg chg="add del mod">
          <ac:chgData name="Frederik Rask Dalby" userId="12c7c68b-47c4-4858-a883-dbd84be7356f" providerId="ADAL" clId="{E9883B15-7D20-4C63-9A3F-08E95C9A44CC}" dt="2026-09-30T12:37:19.621" v="2483" actId="478"/>
          <ac:spMkLst>
            <pc:docMk/>
            <pc:sldMk cId="3103171157" sldId="271"/>
            <ac:spMk id="8" creationId="{67A2E5D6-5AE3-92B9-C244-F9BE770891BF}"/>
          </ac:spMkLst>
        </pc:spChg>
        <pc:spChg chg="add del mod">
          <ac:chgData name="Frederik Rask Dalby" userId="12c7c68b-47c4-4858-a883-dbd84be7356f" providerId="ADAL" clId="{E9883B15-7D20-4C63-9A3F-08E95C9A44CC}" dt="2026-09-30T12:37:16.092" v="2480" actId="478"/>
          <ac:spMkLst>
            <pc:docMk/>
            <pc:sldMk cId="3103171157" sldId="271"/>
            <ac:spMk id="18" creationId="{287D63BE-9EBB-A137-7D24-1B9127857AB6}"/>
          </ac:spMkLst>
        </pc:spChg>
        <pc:spChg chg="add del mod">
          <ac:chgData name="Frederik Rask Dalby" userId="12c7c68b-47c4-4858-a883-dbd84be7356f" providerId="ADAL" clId="{E9883B15-7D20-4C63-9A3F-08E95C9A44CC}" dt="2026-09-30T12:46:09.551" v="2494" actId="478"/>
          <ac:spMkLst>
            <pc:docMk/>
            <pc:sldMk cId="3103171157" sldId="271"/>
            <ac:spMk id="19" creationId="{2B47A54E-F0F6-212D-63B4-B3C08E210BD5}"/>
          </ac:spMkLst>
        </pc:spChg>
        <pc:spChg chg="add del mod">
          <ac:chgData name="Frederik Rask Dalby" userId="12c7c68b-47c4-4858-a883-dbd84be7356f" providerId="ADAL" clId="{E9883B15-7D20-4C63-9A3F-08E95C9A44CC}" dt="2026-09-30T12:37:42.240" v="2492"/>
          <ac:spMkLst>
            <pc:docMk/>
            <pc:sldMk cId="3103171157" sldId="271"/>
            <ac:spMk id="20" creationId="{2CB97128-5A93-3BC2-A74D-BE7CC7FC3B64}"/>
          </ac:spMkLst>
        </pc:spChg>
        <pc:spChg chg="add del mod">
          <ac:chgData name="Frederik Rask Dalby" userId="12c7c68b-47c4-4858-a883-dbd84be7356f" providerId="ADAL" clId="{E9883B15-7D20-4C63-9A3F-08E95C9A44CC}" dt="2026-09-30T12:46:10.057" v="2495" actId="478"/>
          <ac:spMkLst>
            <pc:docMk/>
            <pc:sldMk cId="3103171157" sldId="271"/>
            <ac:spMk id="22" creationId="{A7A87323-7787-D603-11E9-379229FC3652}"/>
          </ac:spMkLst>
        </pc:spChg>
        <pc:picChg chg="add del mod">
          <ac:chgData name="Frederik Rask Dalby" userId="12c7c68b-47c4-4858-a883-dbd84be7356f" providerId="ADAL" clId="{E9883B15-7D20-4C63-9A3F-08E95C9A44CC}" dt="2026-09-30T12:37:16.719" v="2481" actId="478"/>
          <ac:picMkLst>
            <pc:docMk/>
            <pc:sldMk cId="3103171157" sldId="271"/>
            <ac:picMk id="3" creationId="{12EA6A13-F8BB-5E84-6D7F-E4350B389F2C}"/>
          </ac:picMkLst>
        </pc:picChg>
        <pc:inkChg chg="add del">
          <ac:chgData name="Frederik Rask Dalby" userId="12c7c68b-47c4-4858-a883-dbd84be7356f" providerId="ADAL" clId="{E9883B15-7D20-4C63-9A3F-08E95C9A44CC}" dt="2026-09-30T12:28:34.833" v="2461"/>
          <ac:inkMkLst>
            <pc:docMk/>
            <pc:sldMk cId="3103171157" sldId="271"/>
            <ac:inkMk id="9" creationId="{6FE0E7AF-73B3-9344-1F94-FE100D29CBC8}"/>
          </ac:inkMkLst>
        </pc:inkChg>
        <pc:inkChg chg="add del mod">
          <ac:chgData name="Frederik Rask Dalby" userId="12c7c68b-47c4-4858-a883-dbd84be7356f" providerId="ADAL" clId="{E9883B15-7D20-4C63-9A3F-08E95C9A44CC}" dt="2026-09-30T12:37:24.534" v="2486" actId="478"/>
          <ac:inkMkLst>
            <pc:docMk/>
            <pc:sldMk cId="3103171157" sldId="271"/>
            <ac:inkMk id="10" creationId="{8D9D1F41-80A7-726D-FB98-FAA1CF853A6F}"/>
          </ac:inkMkLst>
        </pc:inkChg>
        <pc:inkChg chg="add del">
          <ac:chgData name="Frederik Rask Dalby" userId="12c7c68b-47c4-4858-a883-dbd84be7356f" providerId="ADAL" clId="{E9883B15-7D20-4C63-9A3F-08E95C9A44CC}" dt="2026-09-30T12:28:37.570" v="2464" actId="9405"/>
          <ac:inkMkLst>
            <pc:docMk/>
            <pc:sldMk cId="3103171157" sldId="271"/>
            <ac:inkMk id="11" creationId="{8431DD9F-7C5D-F2AE-1435-DBD0B2DA7F46}"/>
          </ac:inkMkLst>
        </pc:inkChg>
        <pc:inkChg chg="add del">
          <ac:chgData name="Frederik Rask Dalby" userId="12c7c68b-47c4-4858-a883-dbd84be7356f" providerId="ADAL" clId="{E9883B15-7D20-4C63-9A3F-08E95C9A44CC}" dt="2026-09-30T12:37:21.880" v="2485" actId="478"/>
          <ac:inkMkLst>
            <pc:docMk/>
            <pc:sldMk cId="3103171157" sldId="271"/>
            <ac:inkMk id="12" creationId="{EF3AE10A-7096-120F-21BF-A0FD1B06ABCC}"/>
          </ac:inkMkLst>
        </pc:inkChg>
        <pc:cxnChg chg="add del mod">
          <ac:chgData name="Frederik Rask Dalby" userId="12c7c68b-47c4-4858-a883-dbd84be7356f" providerId="ADAL" clId="{E9883B15-7D20-4C63-9A3F-08E95C9A44CC}" dt="2026-09-30T12:37:20.782" v="2484" actId="478"/>
          <ac:cxnSpMkLst>
            <pc:docMk/>
            <pc:sldMk cId="3103171157" sldId="271"/>
            <ac:cxnSpMk id="14" creationId="{872D3F35-D963-3040-1EB6-6BFD6ED471AC}"/>
          </ac:cxnSpMkLst>
        </pc:cxnChg>
      </pc:sldChg>
      <pc:sldChg chg="delSp modSp mod ord">
        <pc:chgData name="Frederik Rask Dalby" userId="12c7c68b-47c4-4858-a883-dbd84be7356f" providerId="ADAL" clId="{E9883B15-7D20-4C63-9A3F-08E95C9A44CC}" dt="2026-09-30T12:33:28.019" v="2477"/>
        <pc:sldMkLst>
          <pc:docMk/>
          <pc:sldMk cId="125492370" sldId="272"/>
        </pc:sldMkLst>
        <pc:spChg chg="mod">
          <ac:chgData name="Frederik Rask Dalby" userId="12c7c68b-47c4-4858-a883-dbd84be7356f" providerId="ADAL" clId="{E9883B15-7D20-4C63-9A3F-08E95C9A44CC}" dt="2026-09-30T12:32:06.444" v="2475" actId="20577"/>
          <ac:spMkLst>
            <pc:docMk/>
            <pc:sldMk cId="125492370" sldId="272"/>
            <ac:spMk id="6" creationId="{735DE038-9DD0-B0BB-EB15-EEC0827EE4C0}"/>
          </ac:spMkLst>
        </pc:spChg>
        <pc:picChg chg="mod">
          <ac:chgData name="Frederik Rask Dalby" userId="12c7c68b-47c4-4858-a883-dbd84be7356f" providerId="ADAL" clId="{E9883B15-7D20-4C63-9A3F-08E95C9A44CC}" dt="2026-08-31T08:57:29.384" v="1931" actId="1076"/>
          <ac:picMkLst>
            <pc:docMk/>
            <pc:sldMk cId="125492370" sldId="272"/>
            <ac:picMk id="4" creationId="{1127498C-711A-7790-5589-874C7BF2656F}"/>
          </ac:picMkLst>
        </pc:picChg>
      </pc:sldChg>
      <pc:sldChg chg="addSp delSp modSp mod">
        <pc:chgData name="Frederik Rask Dalby" userId="12c7c68b-47c4-4858-a883-dbd84be7356f" providerId="ADAL" clId="{E9883B15-7D20-4C63-9A3F-08E95C9A44CC}" dt="2026-09-30T12:49:05.568" v="2500" actId="478"/>
        <pc:sldMkLst>
          <pc:docMk/>
          <pc:sldMk cId="2352373258" sldId="273"/>
        </pc:sldMkLst>
        <pc:spChg chg="mod">
          <ac:chgData name="Frederik Rask Dalby" userId="12c7c68b-47c4-4858-a883-dbd84be7356f" providerId="ADAL" clId="{E9883B15-7D20-4C63-9A3F-08E95C9A44CC}" dt="2026-09-30T12:07:50.878" v="2413" actId="20577"/>
          <ac:spMkLst>
            <pc:docMk/>
            <pc:sldMk cId="2352373258" sldId="273"/>
            <ac:spMk id="2" creationId="{2EE9061C-2C5F-4D41-C910-6F57B20CF8CC}"/>
          </ac:spMkLst>
        </pc:spChg>
        <pc:spChg chg="add del mod">
          <ac:chgData name="Frederik Rask Dalby" userId="12c7c68b-47c4-4858-a883-dbd84be7356f" providerId="ADAL" clId="{E9883B15-7D20-4C63-9A3F-08E95C9A44CC}" dt="2026-09-30T12:08:09.850" v="2417" actId="478"/>
          <ac:spMkLst>
            <pc:docMk/>
            <pc:sldMk cId="2352373258" sldId="273"/>
            <ac:spMk id="3" creationId="{C8BF5BE5-11A0-0EEC-78D0-0B6D512B966A}"/>
          </ac:spMkLst>
        </pc:spChg>
        <pc:spChg chg="add del">
          <ac:chgData name="Frederik Rask Dalby" userId="12c7c68b-47c4-4858-a883-dbd84be7356f" providerId="ADAL" clId="{E9883B15-7D20-4C63-9A3F-08E95C9A44CC}" dt="2026-09-30T12:49:04.893" v="2499" actId="478"/>
          <ac:spMkLst>
            <pc:docMk/>
            <pc:sldMk cId="2352373258" sldId="273"/>
            <ac:spMk id="1041" creationId="{B9AB1067-9015-F1FC-8ED5-4380089CAEA7}"/>
          </ac:spMkLst>
        </pc:spChg>
        <pc:picChg chg="add del">
          <ac:chgData name="Frederik Rask Dalby" userId="12c7c68b-47c4-4858-a883-dbd84be7356f" providerId="ADAL" clId="{E9883B15-7D20-4C63-9A3F-08E95C9A44CC}" dt="2026-09-30T12:49:05.568" v="2500" actId="478"/>
          <ac:picMkLst>
            <pc:docMk/>
            <pc:sldMk cId="2352373258" sldId="273"/>
            <ac:picMk id="1226" creationId="{27DD5667-2AC7-13F6-7D15-B7234B00D20D}"/>
          </ac:picMkLst>
        </pc:picChg>
      </pc:sldChg>
      <pc:sldChg chg="addSp delSp modSp new mod">
        <pc:chgData name="Frederik Rask Dalby" userId="12c7c68b-47c4-4858-a883-dbd84be7356f" providerId="ADAL" clId="{E9883B15-7D20-4C63-9A3F-08E95C9A44CC}" dt="2026-09-28T18:29:25.623" v="2373" actId="20577"/>
        <pc:sldMkLst>
          <pc:docMk/>
          <pc:sldMk cId="2016116357" sldId="274"/>
        </pc:sldMkLst>
        <pc:spChg chg="add mod">
          <ac:chgData name="Frederik Rask Dalby" userId="12c7c68b-47c4-4858-a883-dbd84be7356f" providerId="ADAL" clId="{E9883B15-7D20-4C63-9A3F-08E95C9A44CC}" dt="2026-09-28T18:29:25.623" v="2373" actId="20577"/>
          <ac:spMkLst>
            <pc:docMk/>
            <pc:sldMk cId="2016116357" sldId="274"/>
            <ac:spMk id="4" creationId="{82E39129-FA44-EC46-A2C3-EC542351A9EC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6T13:51:38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6 520,'1'5'11669,"3"12"-10560,-3-17-705,10 23-420,-9-19 21,0 0-1,1 0 1,-1-1 0,1 1 0,0-1 0,0 0 0,0 1 0,1-1 0,-1-1 0,1 1 0,-1 0 0,1-1 0,4 2 0,50 44 27,-47-43-33,1-1 1,-1 0-1,0 0 1,1-1-1,0-1 0,0 0 1,18 1-1,96-4 281,-59 0-284,-12 2-54,-25 1 55,58-6 1,-25-12-66,-51 12 71,-1 0 0,1 1-1,0 0 1,22-1-1,-11 3 23,-1-1-1,37-9 1,-36 6-28,0 1-1,39-1 1,-41 3-134,-14 1 126,0 1 0,0-1 0,0 1 0,-1 0 0,1 1 0,0-1 0,9 3 0,-13 0 0,0 0 0,1 0 0,-1 0 0,-1 0 0,1 0-1,0 1 1,3 6 0,19 21-12,-22-28-2,-1 0 1,1 0-1,-1 1 1,0-1-1,0 1 1,0-1-1,-1 1 1,1 0-1,-1 0 1,0 0-1,0 0 0,0 0 1,0 0-1,-1 7 1,0-11 16,12-6-576,-12-135 649,0 139-57,1 0 0,0 0 0,0 0 0,0 0 0,0 0 0,0 0 0,0 1 1,0-1-1,1 0 0,-1 1 0,0-1 0,1 1 0,0-1 0,-1 1 0,1 0 0,0 0 0,-1 0 0,1 0 0,0 0 0,0 0 0,0 0 0,0 0 0,0 1 0,0-1 0,0 1 0,0 0 1,0-1-1,1 1 0,1 0 0,69-5 319,-72 5-322,107-1 227,-30-2-46,1 5 1,120 16 0,-107-8-176,-62-8 25,-1 2 0,35 8 1,-54-11-50,-1 1 0,1-2 0,0 1 0,0-1 0,10-2 0,33 3 43,-5 3-185,75-4 1,-55-1-404,-63 1 523,0-1 1,-1-1 0,1 1-1,-1-1 1,1 1-1,-1-1 1,0-1-1,1 1 1,-1-1 0,0 1-1,7-7 1,38-38-503,-48 45-121,12-15 840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6T13:51:38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0 488,'0'3'11823,"0"3"-7790,0 29-4071,0-31 51,5 66 196,-5-67-184,1 1 0,0-1 0,0 0 0,0 0 0,0 0 0,0 0 0,1-1 0,-1 1 0,1 0 0,0-1 0,0 1 0,0-1 0,0 1 0,0-1 0,1 0 0,-1 0 1,1 0-1,3 2 0,52 48 784,30-1-182,-77-45-479,-1 0-81,1 0 0,0-1 0,0 0 0,0-1 0,22 5-1,23 7 64,-43-11-103,1-1 0,0-1 0,18 3 0,39-1 38,68 9 167,-110-11-237,0-1 0,1-1 0,30-4 0,13 0 31,-60 3-66,1-1 1,0 0 0,-1-1 0,19-6-1,47-3 163,-18 3-135,-6 2 0,88-1 0,-121 6-130,-16 1 71,0-1 0,0 1 0,0 0 0,0 0 0,0 1 0,0-1 0,0 1 0,0 1 0,10 3 0,66 38 11,-67-32 9,-13-9-26,0 0 1,0 0-1,0 0 0,1 0 1,-1-1-1,1 1 0,-1-1 0,1 0 1,-1 0-1,1 0 0,0 0 1,-1 0-1,1 0 0,4 0 0,-6-39-625,17-5 978,-10 38-228,-1 1-1,2 0 1,-1 0 0,0 1 0,12-3 0,-11 3 5,7-3 25,0 1 1,1 1 0,0 1-1,0 0 1,0 1 0,23 0-1,246-7 211,167 9-738,-444-4 407,0 0 1,0-1-1,-1 0 0,1 0 0,-1-1 0,0 0 0,-1 0 0,12-13 0,-12 11-35,9-3-206,-12 9-667,1 0-1,-1 0 1,1 0-1,0 1 1,0 0-1,-1 0 1,1 0 0,10 1-1,-3 0-1703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6T13:51:38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21 2481,'0'-6'9152,"-1"22"-8857,1 21-238,0-36-34,0 0 0,0 1-1,0-1 1,0 0-1,1 1 1,-1-1-1,0 0 1,1 0-1,-1 1 1,1-1-1,0 0 1,-1 0-1,1 0 1,0 1-1,0-1 1,0 0-1,-1 0 1,1 0-1,2 1 1,23 15 867,11 4-442,-8-14-263,-1-1 1,1-1 0,0-2 0,1-1 0,-1-1 0,31-3 0,-7 2-66,15 0 110,-67 0-257,34 25-142,-24-12 231,-11-12-69,0 0 0,1-1 0,-1 1 0,0 0 0,0-1 0,1 1 0,-1-1-1,0 1 1,1-1 0,-1 1 0,1-1 0,-1 1 0,1-1 0,-1 1 0,1-1 0,-1 0 0,1 1 0,-1-1 0,1 0 0,-1 1 0,1-1 0,0 0 0,-1 0-1,1 1 1,0-1 0,-1 0 0,1 0 0,-1 0 0,1 0 0,0 0 0,-1 0 0,2 0 0,-1 0-82,-1-44-381,0 43 501,1-1-1,-1 1 1,1 0-1,0-1 0,-1 1 1,1 0-1,0-1 1,0 1-1,0 0 1,0 0-1,0 0 1,0 0-1,0 0 1,0 0-1,1 0 1,-1 1-1,0-1 1,1 0-1,-1 1 0,0-1 1,1 1-1,-1-1 1,1 1-1,-1-1 1,0 1-1,1 0 1,-1 0-1,1 0 1,-1 0-1,1 0 1,1 0-1,72 1 29,-43 0-19,12 0-78,-31 1 22,0-1-1,0-1 1,0 0 0,0-1 0,-1 0 0,1-1-1,0-1 1,-1 0 0,1 0 0,13-7 0,-18 6-81,39-27-23,-45 29 99,0 0 0,-1 0 0,1 0 0,0-1 0,0 1-1,-1-1 1,0 1 0,1-1 0,-1 0 0,0 1-1,0-1 1,-1 0 0,1 0 0,0 0 0,-1 1 0,0-1-1,0-4 1,0-21-786,0 24-1567,0 17-742,0-3-505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6T13:51:38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1016,'0'0'11028,"1"35"-9899,4-28-997,2 0 0,-1 0 0,1 0-1,0-1 1,0 0 0,0 0 0,16 9-1,6 5 94,-15-12-72,2 0 0,-1-1-1,1 0 1,0-2-1,1 0 1,-1 0-1,35 3 1,-50-7-152,56 5 371,1-2 0,97-6-1,-47 0-430,-29 2 170,296-12 45,-97-1-617,-271 15 439,0 1 1,-1-1 0,0 1 0,1 1 0,-1-1-1,-1 1 1,1 0 0,0 1 0,8 9 0,-2-5 12,16 17 38,-20-18-30,1-1-1,0 1 1,17 10-1,-25-16-6,-1-2-17,1 0-98,-1 0 101,1 0 1,-1 0-1,1 0 0,-1 0 1,0 0-1,1 0 0,-1 0 1,1 0-1,-1 0 0,0 0 1,1 0-1,-1-1 0,1 1 1,-1 0-1,0 0 0,1 0 1,-1-1-1,0 1 0,1 0 1,-1 0-1,0-1 0,1 1 1,-1 0-1,0-1 0,0 1 1,1 0-1,-1-1 0,0 1 1,0 0-1,0-1 0,1 0 1,-1-2 23,0 0 0,1 0 0,-1 0 0,1 1 1,0-1-1,-1 0 0,1 0 0,1 1 0,-1-1 1,0 0-1,1 1 0,-1 0 0,1-1 0,0 1 1,0 0-1,0 0 0,0 0 0,0 0 0,0 0 1,0 0-1,1 0 0,-1 1 0,1-1 0,-1 1 1,1 0-1,0 0 0,0 0 0,-1 0 0,1 0 1,0 1-1,3-1 0,12-2 56,1 0 0,-1 2 1,34 1-1,-33 0-77,25 0 87,0 3 0,-1 1 0,48 11 0,-62-11-34,0-1 1,1-1-1,31-2 1,49 3 75,-39 1-99,87-5 1,-49-2-95,-106 3 75,-1 0 1,1 0 0,0-1 0,-1 1-1,1-1 1,-1 0 0,1 0-1,-1 0 1,1 0 0,-1 0-1,1 0 1,-1-1 0,0 1-1,0-1 1,4-3 0,26-35-188,-29 34 169,1 1 1,-1-1 0,2 1 0,-1 0 0,1 0 0,-1 0-1,1 1 1,8-6 0,-12 9-2,-1 12-1721,0 73-2621,0-37 76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6T13:51:38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1584,'5'-1'10506,"14"2"-10223,-10 15 130,-7-11-381,0-1-1,0 0 0,1 0 1,0-1-1,-1 1 1,1-1-1,4 5 0,12 14 74,-17-18-72,0-1-1,0 0 1,0-1 0,0 1 0,1 0 0,0-1-1,-1 1 1,1-1 0,5 3 0,26 16 404,-24-15-369,0 0 0,0 0 0,1-1 0,-1-1 0,1 0 0,14 4 0,20-1 116,0-1 0,65-1 0,21 2-117,-61-4-58,0-3 0,127-15 0,-79 11-1,-116 5-8,0 0 0,0 0 1,0 0-1,0 1 0,-1-1 1,1 0-1,0 1 0,-1-1 1,1 1-1,-1-1 0,0 1 1,1 0-1,-1-1 0,0 1 1,0 0-1,0 0 1,1 4-1,15 36 8,-14-24-6,-3-14 0,1 0-1,-1 0 0,1 0 0,0 0 1,0 0-1,0-1 0,0 1 0,1 0 1,0 0-1,2 4 0,-2-8-1,-1 1-1,0-1 0,1 1 0,-1-1 1,1 0-1,-1 0 0,1 0 1,-1 0-1,0 0 0,1 0 1,-1 0-1,1 0 0,-1-1 0,1 1 1,-1 0-1,0-1 0,1 1 1,-1-1-1,0 0 0,0 1 1,1-1-1,-1 0 0,0 0 1,0 0-1,0 0 0,0 0 0,0 0 1,0 0-1,0 0 0,0 0 1,0 0-1,1-3 0,10-7-22,-2 5 41,0 1 0,0 0 0,1 1 0,0 0 0,0 0 1,0 2-1,0-1 0,1 1 0,-1 1 0,19 0 1,190-12 67,-169 7-103,74-19-1,-109 21 0,0-1 0,0 0-1,-1-1 1,1-1 0,-1-1-1,-1 0 1,0 0 0,19-16-1,-31 22 9,0 0-1,-1 0 0,1 0 1,-1 0-1,0-1 0,0 1 1,0 0-1,0-1 1,0 1-1,0-1 0,0 1 1,-1-1-1,0 1 0,1-1 1,-1 1-1,0-1 1,0-3-1,0 3-20,0 1 1,0 0-1,0-1 0,0 1 1,0 0-1,1 0 0,-1-1 1,1 1-1,0 0 1,-1 0-1,1-1 0,0 1 1,0 0-1,2-2 0,-3 4-40,0 0 0,0 0 0,0 0-1,0 0 1,0 1 0,0-1 0,0 0-1,0 0 1,0 0 0,0 0 0,0 0-1,0 1 1,0-1 0,0 0 0,0 0-1,0 0 1,0 0 0,0 1 0,0-1-1,0 0 1,0 0 0,0 0 0,0 0-1,0 1 1,0-1 0,0 0 0,0 0-1,0 0 1,0 0 0,0 0 0,0 0-1,0 1 1,1-1 0,-1 0 0,0 0-1,0 0 1,0 0 0,0 0 0,0 0-1,0 0 1,1 0 0,-1 1 0,0-1-1,0 0 1,0 0 0,0 0 0,0 0-1,1 0 1,-1 0 0,0 0 0,0 0-1,0 0 1,0 0 0,1 0 0,-1 0-1,0 0 1,0 0 0,0 0 0,0 0-1,1 0 1,-1-1 0,0 1 0,0 0-1,0 0 1,0 0 0,1 0 0,-1 5-394,5 10-3432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7A022-680F-F240-9845-3A459816AA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7C5DC2-1024-427A-040A-C3ABB6CE1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A1420-C272-50F3-C910-8E68FF02B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86-C0FA-45A4-B0E9-A032FDEFB2D9}" type="datetimeFigureOut">
              <a:rPr lang="da-DK" smtClean="0"/>
              <a:t>30-09-2026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CDAD3-C723-6220-5368-DC7C27FF0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A9D54-E049-E6DF-E4CB-8444F3E28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FECE6-6553-4566-95C5-22EBA33E2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88890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15292-4C7C-7724-E51E-B28E65F81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4E92E-4192-5AC5-75D0-FFAF65F73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6F3A6-20D2-4C6A-B1D9-341739A22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86-C0FA-45A4-B0E9-A032FDEFB2D9}" type="datetimeFigureOut">
              <a:rPr lang="da-DK" smtClean="0"/>
              <a:t>30-09-2026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B2D96-4909-D8B7-BEFF-FFA9EF1B3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78DC7-8EC1-D9BA-E7D7-F05BB6560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FECE6-6553-4566-95C5-22EBA33E2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38267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C360F-5485-4E52-3505-BA5B8A4A8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A71DE-1A4E-574D-AA43-7910726BE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1B775-B2D2-E768-AF1D-22B723774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86-C0FA-45A4-B0E9-A032FDEFB2D9}" type="datetimeFigureOut">
              <a:rPr lang="da-DK" smtClean="0"/>
              <a:t>30-09-2026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A7CFD-6FE8-DE33-112B-0EC71ACD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AE90C-AE93-DA89-4D00-F7E59957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FECE6-6553-4566-95C5-22EBA33E2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48990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55FF9-824F-D913-024C-FD32769FD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CA0F5-5D48-8E99-DB6B-90628145F1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CAB6F-C48E-F374-C95E-3BB2CE1612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A3882-F337-5526-DB52-BC547FAF5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86-C0FA-45A4-B0E9-A032FDEFB2D9}" type="datetimeFigureOut">
              <a:rPr lang="da-DK" smtClean="0"/>
              <a:t>30-09-2026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194FC-DFA4-3187-26D9-BB5F9C3FF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9E874-8B98-1B35-B6A8-47452E5DD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FECE6-6553-4566-95C5-22EBA33E2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7792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90998-0AA5-D49F-B169-07E2F6BFD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5BFB2-7B1B-4A3E-8A45-47493E480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CD19C7-1D98-8559-33DC-4D13A8D25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F746F9-9458-574A-B28A-32A2116FE7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BF8D9B-1501-EF7E-99F8-9290E37268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64652E-7718-B7E8-018C-B71E7AB29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86-C0FA-45A4-B0E9-A032FDEFB2D9}" type="datetimeFigureOut">
              <a:rPr lang="da-DK" smtClean="0"/>
              <a:t>30-09-2026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A355B2-FD6F-4759-15ED-4275D3C3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2285B2-706D-B7B9-9F73-0810BF706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FECE6-6553-4566-95C5-22EBA33E2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49970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ED0EB-5FED-E293-02C8-49F1F37BF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AAF08E-E8E4-E96E-DBB8-2DC202D63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86-C0FA-45A4-B0E9-A032FDEFB2D9}" type="datetimeFigureOut">
              <a:rPr lang="da-DK" smtClean="0"/>
              <a:t>30-09-2026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DFFF6C-CE51-6CC7-034E-30C9D3726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7692AA-A041-2419-E141-4901D9C5F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FECE6-6553-4566-95C5-22EBA33E2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05625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F2BE12-60E9-4075-96E1-7C324BD0A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86-C0FA-45A4-B0E9-A032FDEFB2D9}" type="datetimeFigureOut">
              <a:rPr lang="da-DK" smtClean="0"/>
              <a:t>30-09-2026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87644D-8BCF-0D9F-95AD-A6213EDE2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C8E6E-4D31-38AF-97E8-CB6C31380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FECE6-6553-4566-95C5-22EBA33E2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7258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BFE94-8DB9-E531-EFE5-247B219AE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6385B-CE8B-9F83-AE38-7D2895E17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B4C98D-4A5D-0092-1DFC-D35EF85E9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B501C9-6BC4-A388-5977-844BD06B9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86-C0FA-45A4-B0E9-A032FDEFB2D9}" type="datetimeFigureOut">
              <a:rPr lang="da-DK" smtClean="0"/>
              <a:t>30-09-2026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9631A-D130-AE25-1060-30E8E1262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27F76-931B-8A37-93B3-C6613E710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FECE6-6553-4566-95C5-22EBA33E2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78186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86366-DB1F-10F5-9A0D-E0F749D03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A8A021-2192-5B62-379C-4AC9F4B5A7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3FA2EA-BCC7-4063-9F71-F4BD222EA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575F6-7484-B6A6-9B3D-F9345956A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86-C0FA-45A4-B0E9-A032FDEFB2D9}" type="datetimeFigureOut">
              <a:rPr lang="da-DK" smtClean="0"/>
              <a:t>30-09-2026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51820-1FDD-9DD2-9CE3-AC0C7ABD9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66BE3E-0756-7C29-EE54-DE02AF96F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FECE6-6553-4566-95C5-22EBA33E2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46639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F01B3-850E-9987-8A53-F4AAB1514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3FF159-EF8E-A75B-CEEF-3B92D1021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C4136-496E-3C0B-AF8E-4D1CFB6C3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86-C0FA-45A4-B0E9-A032FDEFB2D9}" type="datetimeFigureOut">
              <a:rPr lang="da-DK" smtClean="0"/>
              <a:t>30-09-2026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CC8DE-3530-C9D5-4878-94B293DAF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5C2CF-5781-0326-6F1D-B5F95B37A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FECE6-6553-4566-95C5-22EBA33E2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99432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98269D-9EB6-BFA8-7921-B6A6589BA3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EB311-C588-6D89-31D8-77AFC436B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DB62B-BD1C-76E0-FEBA-D5BFD7F08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86-C0FA-45A4-B0E9-A032FDEFB2D9}" type="datetimeFigureOut">
              <a:rPr lang="da-DK" smtClean="0"/>
              <a:t>30-09-2026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F7550-134D-7301-9F81-2FEC2DCAF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976D8-9A7B-F8FC-3F57-643706931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FECE6-6553-4566-95C5-22EBA33E2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91294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2B5246-0EF2-672D-A5EF-47C78F90C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3B9CE-2F4D-CA01-E035-9C65CDC33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D94BA-1A05-4CD6-6DDC-F1E6F0BC7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E9C786-C0FA-45A4-B0E9-A032FDEFB2D9}" type="datetimeFigureOut">
              <a:rPr lang="da-DK" smtClean="0"/>
              <a:t>30-09-2026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54B71-047F-997B-A12A-2B3BDD58B7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BF7FD-13F7-288E-B183-71036B16A0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5FECE6-6553-4566-95C5-22EBA33E2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77471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8" Type="http://schemas.openxmlformats.org/officeDocument/2006/relationships/image" Target="../media/image11.png"/><Relationship Id="rId3" Type="http://schemas.openxmlformats.org/officeDocument/2006/relationships/image" Target="../media/image10.png"/><Relationship Id="rId7" Type="http://schemas.openxmlformats.org/officeDocument/2006/relationships/image" Target="../media/image370.png"/><Relationship Id="rId17" Type="http://schemas.openxmlformats.org/officeDocument/2006/relationships/image" Target="../media/image1010.png"/><Relationship Id="rId25" Type="http://schemas.openxmlformats.org/officeDocument/2006/relationships/image" Target="../media/image430.png"/><Relationship Id="rId2" Type="http://schemas.openxmlformats.org/officeDocument/2006/relationships/image" Target="../media/image100.png"/><Relationship Id="rId16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customXml" Target="../ink/ink4.xml"/><Relationship Id="rId24" Type="http://schemas.openxmlformats.org/officeDocument/2006/relationships/image" Target="../media/image420.png"/><Relationship Id="rId5" Type="http://schemas.openxmlformats.org/officeDocument/2006/relationships/image" Target="../media/image360.png"/><Relationship Id="rId15" Type="http://schemas.openxmlformats.org/officeDocument/2006/relationships/image" Target="../media/image910.png"/><Relationship Id="rId10" Type="http://schemas.openxmlformats.org/officeDocument/2006/relationships/image" Target="../media/image390.png"/><Relationship Id="rId19" Type="http://schemas.openxmlformats.org/officeDocument/2006/relationships/image" Target="../media/image12.png"/><Relationship Id="rId4" Type="http://schemas.openxmlformats.org/officeDocument/2006/relationships/customXml" Target="../ink/ink1.xml"/><Relationship Id="rId9" Type="http://schemas.openxmlformats.org/officeDocument/2006/relationships/image" Target="../media/image38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199D-4768-F9A4-4DF7-B515C158C9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Models with spatial variation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4DAD7-8DAA-B938-B8B3-6C4FCC17D7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 err="1"/>
              <a:t>Modelling</a:t>
            </a:r>
            <a:r>
              <a:rPr lang="da-DK" dirty="0"/>
              <a:t> Fall 2026</a:t>
            </a:r>
          </a:p>
          <a:p>
            <a:r>
              <a:rPr lang="da-DK" dirty="0"/>
              <a:t>Frederik Dalby</a:t>
            </a:r>
          </a:p>
          <a:p>
            <a:endParaRPr lang="da-DK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21AB752-5CEA-FC20-5AB7-9CDEE231D2E6}"/>
              </a:ext>
            </a:extLst>
          </p:cNvPr>
          <p:cNvSpPr txBox="1">
            <a:spLocks/>
          </p:cNvSpPr>
          <p:nvPr/>
        </p:nvSpPr>
        <p:spPr>
          <a:xfrm>
            <a:off x="2333798" y="4909220"/>
            <a:ext cx="7524404" cy="14495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l">
              <a:buFont typeface="Arial" panose="020B0604020202020204" pitchFamily="34" charset="0"/>
              <a:buAutoNum type="arabicPeriod"/>
            </a:pPr>
            <a:r>
              <a:rPr lang="da-DK" dirty="0" err="1"/>
              <a:t>Lecture</a:t>
            </a:r>
            <a:r>
              <a:rPr lang="da-DK" dirty="0"/>
              <a:t> (</a:t>
            </a:r>
            <a:r>
              <a:rPr lang="da-DK" dirty="0" err="1"/>
              <a:t>advec-diff</a:t>
            </a:r>
            <a:r>
              <a:rPr lang="da-DK" dirty="0"/>
              <a:t> </a:t>
            </a:r>
            <a:r>
              <a:rPr lang="da-DK" dirty="0" err="1"/>
              <a:t>eq</a:t>
            </a:r>
            <a:r>
              <a:rPr lang="da-DK" dirty="0"/>
              <a:t>, PDE </a:t>
            </a:r>
            <a:r>
              <a:rPr lang="da-DK" dirty="0" err="1"/>
              <a:t>coordinates</a:t>
            </a:r>
            <a:r>
              <a:rPr lang="da-DK" dirty="0"/>
              <a:t>) 20 min</a:t>
            </a:r>
          </a:p>
          <a:p>
            <a:pPr marL="514350" indent="-514350" algn="l">
              <a:buFont typeface="Arial" panose="020B0604020202020204" pitchFamily="34" charset="0"/>
              <a:buAutoNum type="arabicPeriod"/>
            </a:pPr>
            <a:r>
              <a:rPr lang="da-DK" dirty="0" err="1"/>
              <a:t>Exercises</a:t>
            </a:r>
            <a:r>
              <a:rPr lang="da-DK" dirty="0"/>
              <a:t> (30 min)</a:t>
            </a:r>
          </a:p>
          <a:p>
            <a:pPr marL="514350" indent="-514350" algn="l">
              <a:buFont typeface="Arial" panose="020B0604020202020204" pitchFamily="34" charset="0"/>
              <a:buAutoNum type="arabicPeriod"/>
            </a:pPr>
            <a:r>
              <a:rPr lang="da-DK" dirty="0"/>
              <a:t>Mini </a:t>
            </a:r>
            <a:r>
              <a:rPr lang="da-DK" dirty="0" err="1"/>
              <a:t>project</a:t>
            </a:r>
            <a:r>
              <a:rPr lang="da-DK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2236809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9061C-2C5F-4D41-C910-6F57B20CF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Examples</a:t>
            </a:r>
            <a:r>
              <a:rPr lang="da-DK" dirty="0"/>
              <a:t> of spatial</a:t>
            </a:r>
          </a:p>
        </p:txBody>
      </p:sp>
      <p:pic>
        <p:nvPicPr>
          <p:cNvPr id="1026" name="Picture 2" descr="Pool Drawing - How To Draw A Pool Step By Step">
            <a:extLst>
              <a:ext uri="{FF2B5EF4-FFF2-40B4-BE49-F238E27FC236}">
                <a16:creationId xmlns:a16="http://schemas.microsoft.com/office/drawing/2014/main" id="{3A3CAB99-C456-B763-4CD4-FDBD98487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052" y="1580783"/>
            <a:ext cx="3549071" cy="4968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BA31EF8-AE49-9197-4EFC-BE65EBB37B5F}"/>
              </a:ext>
            </a:extLst>
          </p:cNvPr>
          <p:cNvSpPr/>
          <p:nvPr/>
        </p:nvSpPr>
        <p:spPr>
          <a:xfrm>
            <a:off x="3390731" y="5790375"/>
            <a:ext cx="327304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33266EF-8A2F-3B02-D998-0D1C553C6E79}"/>
              </a:ext>
            </a:extLst>
          </p:cNvPr>
          <p:cNvSpPr/>
          <p:nvPr/>
        </p:nvSpPr>
        <p:spPr>
          <a:xfrm>
            <a:off x="1588168" y="3123574"/>
            <a:ext cx="1596190" cy="485900"/>
          </a:xfrm>
          <a:custGeom>
            <a:avLst/>
            <a:gdLst>
              <a:gd name="connsiteX0" fmla="*/ 0 w 1596190"/>
              <a:gd name="connsiteY0" fmla="*/ 124952 h 485900"/>
              <a:gd name="connsiteX1" fmla="*/ 922421 w 1596190"/>
              <a:gd name="connsiteY1" fmla="*/ 20679 h 485900"/>
              <a:gd name="connsiteX2" fmla="*/ 1596190 w 1596190"/>
              <a:gd name="connsiteY2" fmla="*/ 485900 h 485900"/>
              <a:gd name="connsiteX3" fmla="*/ 1596190 w 1596190"/>
              <a:gd name="connsiteY3" fmla="*/ 485900 h 48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6190" h="485900">
                <a:moveTo>
                  <a:pt x="0" y="124952"/>
                </a:moveTo>
                <a:cubicBezTo>
                  <a:pt x="328194" y="42736"/>
                  <a:pt x="656389" y="-39479"/>
                  <a:pt x="922421" y="20679"/>
                </a:cubicBezTo>
                <a:cubicBezTo>
                  <a:pt x="1188453" y="80837"/>
                  <a:pt x="1596190" y="485900"/>
                  <a:pt x="1596190" y="485900"/>
                </a:cubicBezTo>
                <a:lnTo>
                  <a:pt x="1596190" y="485900"/>
                </a:lnTo>
              </a:path>
            </a:pathLst>
          </a:custGeom>
          <a:noFill/>
          <a:ln>
            <a:headEnd type="none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292504-2672-8FC1-C017-9A70F59160F4}"/>
              </a:ext>
            </a:extLst>
          </p:cNvPr>
          <p:cNvSpPr txBox="1"/>
          <p:nvPr/>
        </p:nvSpPr>
        <p:spPr>
          <a:xfrm>
            <a:off x="1459831" y="2721680"/>
            <a:ext cx="1612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Warm</a:t>
            </a:r>
            <a:r>
              <a:rPr lang="da-DK" dirty="0"/>
              <a:t> </a:t>
            </a:r>
            <a:r>
              <a:rPr lang="da-DK" dirty="0" err="1"/>
              <a:t>water</a:t>
            </a:r>
            <a:r>
              <a:rPr lang="da-DK" dirty="0"/>
              <a:t> 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7DE52E-B6ED-4B49-BA17-D4026C91ABA4}"/>
              </a:ext>
            </a:extLst>
          </p:cNvPr>
          <p:cNvSpPr txBox="1"/>
          <p:nvPr/>
        </p:nvSpPr>
        <p:spPr>
          <a:xfrm>
            <a:off x="5030793" y="4145912"/>
            <a:ext cx="1121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water</a:t>
            </a:r>
            <a:r>
              <a:rPr lang="da-DK" dirty="0"/>
              <a:t> out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B6A4EBA-3B29-4F50-E3E5-F97BC2F7D1CE}"/>
              </a:ext>
            </a:extLst>
          </p:cNvPr>
          <p:cNvSpPr/>
          <p:nvPr/>
        </p:nvSpPr>
        <p:spPr>
          <a:xfrm>
            <a:off x="4596063" y="4347411"/>
            <a:ext cx="1147011" cy="226969"/>
          </a:xfrm>
          <a:custGeom>
            <a:avLst/>
            <a:gdLst>
              <a:gd name="connsiteX0" fmla="*/ 0 w 1147011"/>
              <a:gd name="connsiteY0" fmla="*/ 0 h 226969"/>
              <a:gd name="connsiteX1" fmla="*/ 328863 w 1147011"/>
              <a:gd name="connsiteY1" fmla="*/ 208547 h 226969"/>
              <a:gd name="connsiteX2" fmla="*/ 1147011 w 1147011"/>
              <a:gd name="connsiteY2" fmla="*/ 216568 h 226969"/>
              <a:gd name="connsiteX3" fmla="*/ 1147011 w 1147011"/>
              <a:gd name="connsiteY3" fmla="*/ 216568 h 226969"/>
              <a:gd name="connsiteX4" fmla="*/ 1147011 w 1147011"/>
              <a:gd name="connsiteY4" fmla="*/ 216568 h 226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7011" h="226969">
                <a:moveTo>
                  <a:pt x="0" y="0"/>
                </a:moveTo>
                <a:cubicBezTo>
                  <a:pt x="68847" y="86226"/>
                  <a:pt x="137695" y="172452"/>
                  <a:pt x="328863" y="208547"/>
                </a:cubicBezTo>
                <a:cubicBezTo>
                  <a:pt x="520031" y="244642"/>
                  <a:pt x="1147011" y="216568"/>
                  <a:pt x="1147011" y="216568"/>
                </a:cubicBezTo>
                <a:lnTo>
                  <a:pt x="1147011" y="216568"/>
                </a:lnTo>
                <a:lnTo>
                  <a:pt x="1147011" y="216568"/>
                </a:ln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B9AB1067-9015-F1FC-8ED5-4380089CAEA7}"/>
              </a:ext>
            </a:extLst>
          </p:cNvPr>
          <p:cNvSpPr txBox="1"/>
          <p:nvPr/>
        </p:nvSpPr>
        <p:spPr>
          <a:xfrm>
            <a:off x="10833285" y="1720169"/>
            <a:ext cx="1318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Manure</a:t>
            </a:r>
            <a:r>
              <a:rPr lang="da-DK" dirty="0"/>
              <a:t> out</a:t>
            </a:r>
          </a:p>
        </p:txBody>
      </p:sp>
      <p:pic>
        <p:nvPicPr>
          <p:cNvPr id="1226" name="Picture 1225" descr="A black background with a yellow circle&#10;&#10;AI-generated content may be incorrect.">
            <a:extLst>
              <a:ext uri="{FF2B5EF4-FFF2-40B4-BE49-F238E27FC236}">
                <a16:creationId xmlns:a16="http://schemas.microsoft.com/office/drawing/2014/main" id="{27DD5667-2AC7-13F6-7D15-B7234B00D2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832" y="729985"/>
            <a:ext cx="4477833" cy="5558498"/>
          </a:xfrm>
          <a:prstGeom prst="rect">
            <a:avLst/>
          </a:prstGeom>
        </p:spPr>
      </p:pic>
      <p:pic>
        <p:nvPicPr>
          <p:cNvPr id="1228" name="Picture 12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4812300-3630-8A8C-81D1-CBAE79F698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164" y="4444275"/>
            <a:ext cx="2615764" cy="2244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373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8B3F56-F910-B1B8-0981-EECA7E99E6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2033016" y="495879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da-DK" b="0" i="0" smtClean="0">
                          <a:latin typeface="Cambria Math" panose="02040503050406030204" pitchFamily="18" charset="0"/>
                        </a:rPr>
                        <m:t>acc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𝑜𝑢𝑡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𝑔𝑒𝑛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𝑐𝑜𝑛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8B3F56-F910-B1B8-0981-EECA7E99E6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2033016" y="495879"/>
                <a:ext cx="105156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8F771B72-8111-66E6-5B3F-11A0CD467E81}"/>
              </a:ext>
            </a:extLst>
          </p:cNvPr>
          <p:cNvSpPr txBox="1"/>
          <p:nvPr/>
        </p:nvSpPr>
        <p:spPr>
          <a:xfrm>
            <a:off x="6227757" y="659427"/>
            <a:ext cx="5850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”In” and ”out” terms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thought</a:t>
            </a:r>
            <a:r>
              <a:rPr lang="da-DK" dirty="0"/>
              <a:t> of as sums of </a:t>
            </a:r>
            <a:r>
              <a:rPr lang="da-DK" dirty="0" err="1"/>
              <a:t>both</a:t>
            </a:r>
            <a:r>
              <a:rPr lang="da-DK" dirty="0"/>
              <a:t> diffusion and </a:t>
            </a:r>
            <a:r>
              <a:rPr lang="da-DK" dirty="0" err="1"/>
              <a:t>advection</a:t>
            </a:r>
            <a:r>
              <a:rPr lang="da-DK" dirty="0"/>
              <a:t> for the 0D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BA5F644-B23D-EB7C-E114-01D6C010D0E3}"/>
                  </a:ext>
                </a:extLst>
              </p:cNvPr>
              <p:cNvSpPr txBox="1"/>
              <p:nvPr/>
            </p:nvSpPr>
            <p:spPr>
              <a:xfrm>
                <a:off x="-1274863" y="1486501"/>
                <a:ext cx="1388597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𝑎𝑐𝑐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𝑎𝑑𝑣𝑒𝑐𝑡𝑖𝑜𝑛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𝑜𝑢𝑡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𝑎𝑑𝑣𝑒𝑐𝑡𝑖𝑜𝑛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𝑑𝑖𝑓𝑓𝑢𝑠𝑖𝑜𝑛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𝑜𝑢𝑡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𝑑𝑖𝑓𝑓𝑢𝑠𝑖𝑜𝑛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𝑔𝑒𝑛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𝑐𝑜𝑛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BA5F644-B23D-EB7C-E114-01D6C010D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74863" y="1486501"/>
                <a:ext cx="13885973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2F5732DA-D248-4A74-7A80-A3B599F4A939}"/>
              </a:ext>
            </a:extLst>
          </p:cNvPr>
          <p:cNvSpPr txBox="1"/>
          <p:nvPr/>
        </p:nvSpPr>
        <p:spPr>
          <a:xfrm>
            <a:off x="4701610" y="161611"/>
            <a:ext cx="400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dirty="0"/>
              <a:t>From ODE to PDE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E66EE01-CEF0-796F-A531-0B2C0C4B3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955" y="1989536"/>
            <a:ext cx="7211431" cy="4372585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C5264B8-1D33-54BD-1457-30E1D5244B8C}"/>
              </a:ext>
            </a:extLst>
          </p:cNvPr>
          <p:cNvCxnSpPr>
            <a:cxnSpLocks/>
          </p:cNvCxnSpPr>
          <p:nvPr/>
        </p:nvCxnSpPr>
        <p:spPr>
          <a:xfrm>
            <a:off x="9272680" y="2861698"/>
            <a:ext cx="0" cy="4663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F53ABEE-1E5F-CDE8-E5FA-E26F9CF1762D}"/>
              </a:ext>
            </a:extLst>
          </p:cNvPr>
          <p:cNvCxnSpPr>
            <a:cxnSpLocks/>
          </p:cNvCxnSpPr>
          <p:nvPr/>
        </p:nvCxnSpPr>
        <p:spPr>
          <a:xfrm>
            <a:off x="10760114" y="2845072"/>
            <a:ext cx="0" cy="4663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16926FF-021A-6A99-F3C9-BD51179CB6BF}"/>
              </a:ext>
            </a:extLst>
          </p:cNvPr>
          <p:cNvSpPr txBox="1"/>
          <p:nvPr/>
        </p:nvSpPr>
        <p:spPr>
          <a:xfrm>
            <a:off x="8531761" y="2366804"/>
            <a:ext cx="1179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Advection</a:t>
            </a:r>
            <a:endParaRPr lang="da-DK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2AB308-1629-F94E-0654-03C150AC020E}"/>
              </a:ext>
            </a:extLst>
          </p:cNvPr>
          <p:cNvSpPr txBox="1"/>
          <p:nvPr/>
        </p:nvSpPr>
        <p:spPr>
          <a:xfrm>
            <a:off x="10286357" y="2351979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Conduction</a:t>
            </a:r>
            <a:endParaRPr lang="da-DK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824430C-8D2C-7E7C-6B0B-3D5FFF7552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3813" y="3518279"/>
            <a:ext cx="4090476" cy="83279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2015AE6-4FE9-27FD-162C-009B8CD9E1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0284" y="4434873"/>
            <a:ext cx="3830842" cy="832791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CD67F98-AAC3-5EB5-683C-4F2E27F1A32C}"/>
              </a:ext>
            </a:extLst>
          </p:cNvPr>
          <p:cNvCxnSpPr>
            <a:cxnSpLocks/>
          </p:cNvCxnSpPr>
          <p:nvPr/>
        </p:nvCxnSpPr>
        <p:spPr>
          <a:xfrm flipH="1" flipV="1">
            <a:off x="9307662" y="5253191"/>
            <a:ext cx="22680" cy="5304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A2F3E37-ABC1-CE36-3FF5-C82CAC9756BD}"/>
              </a:ext>
            </a:extLst>
          </p:cNvPr>
          <p:cNvSpPr txBox="1"/>
          <p:nvPr/>
        </p:nvSpPr>
        <p:spPr>
          <a:xfrm>
            <a:off x="8705615" y="5798110"/>
            <a:ext cx="1179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Advection</a:t>
            </a:r>
            <a:endParaRPr lang="da-DK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5F4DD0D-AA7F-4E8D-BD21-8E8E88039317}"/>
              </a:ext>
            </a:extLst>
          </p:cNvPr>
          <p:cNvCxnSpPr>
            <a:cxnSpLocks/>
          </p:cNvCxnSpPr>
          <p:nvPr/>
        </p:nvCxnSpPr>
        <p:spPr>
          <a:xfrm flipH="1" flipV="1">
            <a:off x="10690276" y="5283931"/>
            <a:ext cx="22680" cy="5304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EC08221B-F3E7-9C62-A023-F08F062156E5}"/>
              </a:ext>
            </a:extLst>
          </p:cNvPr>
          <p:cNvSpPr txBox="1"/>
          <p:nvPr/>
        </p:nvSpPr>
        <p:spPr>
          <a:xfrm>
            <a:off x="10088229" y="5828850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Diffusion</a:t>
            </a:r>
          </a:p>
        </p:txBody>
      </p:sp>
    </p:spTree>
    <p:extLst>
      <p:ext uri="{BB962C8B-B14F-4D97-AF65-F5344CB8AC3E}">
        <p14:creationId xmlns:p14="http://schemas.microsoft.com/office/powerpoint/2010/main" val="2942632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B21472-502C-4C25-C957-A718E7475440}"/>
                  </a:ext>
                </a:extLst>
              </p:cNvPr>
              <p:cNvSpPr txBox="1"/>
              <p:nvPr/>
            </p:nvSpPr>
            <p:spPr>
              <a:xfrm>
                <a:off x="933595" y="424266"/>
                <a:ext cx="9920541" cy="5241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da-DK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Ficks </a:t>
                </a:r>
                <a:r>
                  <a:rPr lang="da-DK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law</a:t>
                </a:r>
                <a:r>
                  <a:rPr lang="da-DK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+ </a:t>
                </a:r>
                <a:r>
                  <a:rPr lang="da-DK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law</a:t>
                </a:r>
                <a:r>
                  <a:rPr lang="da-DK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of </a:t>
                </a:r>
                <a:r>
                  <a:rPr lang="da-DK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conservation</a:t>
                </a:r>
                <a:r>
                  <a:rPr lang="da-DK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da-DK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leads</a:t>
                </a:r>
                <a:r>
                  <a:rPr lang="da-DK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to Ficks </a:t>
                </a:r>
                <a:r>
                  <a:rPr lang="da-DK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da-DK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da-DK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law</a:t>
                </a:r>
                <a:r>
                  <a:rPr lang="da-DK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da-DK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da-DK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B21472-502C-4C25-C957-A718E7475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595" y="424266"/>
                <a:ext cx="9920541" cy="524182"/>
              </a:xfrm>
              <a:prstGeom prst="rect">
                <a:avLst/>
              </a:prstGeom>
              <a:blipFill>
                <a:blip r:embed="rId2"/>
                <a:stretch>
                  <a:fillRect l="-491" b="-465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35DE038-9DD0-B0BB-EB15-EEC0827EE4C0}"/>
              </a:ext>
            </a:extLst>
          </p:cNvPr>
          <p:cNvSpPr txBox="1"/>
          <p:nvPr/>
        </p:nvSpPr>
        <p:spPr>
          <a:xfrm>
            <a:off x="933595" y="948448"/>
            <a:ext cx="8201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Conservation</a:t>
            </a:r>
            <a:r>
              <a:rPr lang="da-DK" dirty="0"/>
              <a:t> </a:t>
            </a:r>
            <a:r>
              <a:rPr lang="da-DK" dirty="0" err="1"/>
              <a:t>law</a:t>
            </a:r>
            <a:r>
              <a:rPr lang="da-DK" dirty="0"/>
              <a:t> </a:t>
            </a:r>
            <a:r>
              <a:rPr lang="da-DK" dirty="0" err="1"/>
              <a:t>says</a:t>
            </a:r>
            <a:r>
              <a:rPr lang="da-DK" dirty="0"/>
              <a:t>: </a:t>
            </a:r>
            <a:r>
              <a:rPr lang="da-DK" dirty="0" err="1"/>
              <a:t>accumulation</a:t>
            </a:r>
            <a:r>
              <a:rPr lang="da-DK" dirty="0"/>
              <a:t> = flow in – flow out + </a:t>
            </a:r>
            <a:r>
              <a:rPr lang="da-DK" dirty="0" err="1"/>
              <a:t>generated</a:t>
            </a:r>
            <a:r>
              <a:rPr lang="da-DK" dirty="0"/>
              <a:t> - </a:t>
            </a:r>
            <a:r>
              <a:rPr lang="da-DK" dirty="0" err="1"/>
              <a:t>consumed</a:t>
            </a:r>
            <a:endParaRPr lang="da-DK" dirty="0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127498C-711A-7790-5589-874C7BF265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527" y="1556412"/>
            <a:ext cx="9504310" cy="435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92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BDAA0-7542-0445-E814-94B19B705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Is the </a:t>
            </a:r>
            <a:r>
              <a:rPr lang="da-DK" dirty="0" err="1"/>
              <a:t>advection</a:t>
            </a:r>
            <a:r>
              <a:rPr lang="da-DK" dirty="0"/>
              <a:t>-diffusion-</a:t>
            </a:r>
            <a:r>
              <a:rPr lang="da-DK" dirty="0" err="1"/>
              <a:t>reaction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 </a:t>
            </a:r>
            <a:r>
              <a:rPr lang="da-DK" dirty="0">
                <a:sym typeface="Wingdings" panose="05000000000000000000" pitchFamily="2" charset="2"/>
              </a:rPr>
              <a:t> common in </a:t>
            </a:r>
            <a:r>
              <a:rPr lang="da-DK" dirty="0" err="1">
                <a:sym typeface="Wingdings" panose="05000000000000000000" pitchFamily="2" charset="2"/>
              </a:rPr>
              <a:t>chemical</a:t>
            </a:r>
            <a:r>
              <a:rPr lang="da-DK" dirty="0">
                <a:sym typeface="Wingdings" panose="05000000000000000000" pitchFamily="2" charset="2"/>
              </a:rPr>
              <a:t>/</a:t>
            </a:r>
            <a:r>
              <a:rPr lang="da-DK" dirty="0" err="1">
                <a:sym typeface="Wingdings" panose="05000000000000000000" pitchFamily="2" charset="2"/>
              </a:rPr>
              <a:t>biological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engineering</a:t>
            </a:r>
            <a:endParaRPr lang="da-DK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da-DK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a-DK" dirty="0" err="1">
                <a:sym typeface="Wingdings" panose="05000000000000000000" pitchFamily="2" charset="2"/>
              </a:rPr>
              <a:t>What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if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we</a:t>
            </a:r>
            <a:r>
              <a:rPr lang="da-DK" dirty="0">
                <a:sym typeface="Wingdings" panose="05000000000000000000" pitchFamily="2" charset="2"/>
              </a:rPr>
              <a:t> had spatial variation in more dimensions??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6874C7A8-6E12-6D59-A62A-58E20F65AB29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838200" y="416489"/>
                <a:ext cx="9772227" cy="12228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𝑣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𝑔𝑒𝑛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𝑐𝑜𝑛𝑠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6874C7A8-6E12-6D59-A62A-58E20F65AB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416489"/>
                <a:ext cx="9772227" cy="1222835"/>
              </a:xfrm>
              <a:prstGeom prst="rect">
                <a:avLst/>
              </a:prstGeom>
              <a:blipFill>
                <a:blip r:embed="rId2"/>
                <a:stretch>
                  <a:fillRect t="-1990" b="-298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F589E09-60E7-7610-85A1-113657444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562" y="4174833"/>
            <a:ext cx="3355994" cy="53798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9C0978E-22F5-7A5B-C35F-91954CBB3103}"/>
                  </a:ext>
                </a:extLst>
              </p14:cNvPr>
              <p14:cNvContentPartPr/>
              <p14:nvPr/>
            </p14:nvContentPartPr>
            <p14:xfrm>
              <a:off x="1674244" y="4742167"/>
              <a:ext cx="869040" cy="83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9C0978E-22F5-7A5B-C35F-91954CBB310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65248" y="4733167"/>
                <a:ext cx="886673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43442C8-88FE-B75A-9F5D-A8D6A9C42C7E}"/>
                  </a:ext>
                </a:extLst>
              </p14:cNvPr>
              <p14:cNvContentPartPr/>
              <p14:nvPr/>
            </p14:nvContentPartPr>
            <p14:xfrm>
              <a:off x="2766844" y="4655603"/>
              <a:ext cx="950400" cy="146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43442C8-88FE-B75A-9F5D-A8D6A9C42C7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57841" y="4646603"/>
                <a:ext cx="968047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8E0A4BB-AC82-83B4-7DC7-3654C628C740}"/>
                  </a:ext>
                </a:extLst>
              </p14:cNvPr>
              <p14:cNvContentPartPr/>
              <p14:nvPr/>
            </p14:nvContentPartPr>
            <p14:xfrm>
              <a:off x="3866644" y="4714611"/>
              <a:ext cx="329400" cy="73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8E0A4BB-AC82-83B4-7DC7-3654C628C74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57634" y="4705611"/>
                <a:ext cx="347059" cy="9072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9617EB7-6AE3-F6FC-38CA-C5CC862BAFCD}"/>
              </a:ext>
            </a:extLst>
          </p:cNvPr>
          <p:cNvSpPr txBox="1"/>
          <p:nvPr/>
        </p:nvSpPr>
        <p:spPr>
          <a:xfrm>
            <a:off x="1493131" y="4833301"/>
            <a:ext cx="130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advection</a:t>
            </a:r>
            <a:endParaRPr lang="da-DK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EE50E0-B630-B8D6-54BD-70FCB546FD5B}"/>
              </a:ext>
            </a:extLst>
          </p:cNvPr>
          <p:cNvSpPr txBox="1"/>
          <p:nvPr/>
        </p:nvSpPr>
        <p:spPr>
          <a:xfrm>
            <a:off x="2795033" y="4836687"/>
            <a:ext cx="130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diffusion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083BDD-B322-07C8-D5F8-31000E024795}"/>
              </a:ext>
            </a:extLst>
          </p:cNvPr>
          <p:cNvSpPr txBox="1"/>
          <p:nvPr/>
        </p:nvSpPr>
        <p:spPr>
          <a:xfrm>
            <a:off x="3778013" y="4843400"/>
            <a:ext cx="1429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reaction</a:t>
            </a:r>
            <a:r>
              <a:rPr lang="da-DK" dirty="0"/>
              <a:t> (generation)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B9B4184-EB0F-B8F5-EFC5-570D07EE979A}"/>
                  </a:ext>
                </a:extLst>
              </p:cNvPr>
              <p:cNvSpPr txBox="1"/>
              <p:nvPr/>
            </p:nvSpPr>
            <p:spPr>
              <a:xfrm>
                <a:off x="7126451" y="4275080"/>
                <a:ext cx="2810769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𝑣𝑇</m:t>
                          </m:r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B9B4184-EB0F-B8F5-EFC5-570D07EE9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451" y="4275080"/>
                <a:ext cx="2810769" cy="5266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4CF0F6E2-2D17-E20B-C4E5-BD9437D49245}"/>
              </a:ext>
            </a:extLst>
          </p:cNvPr>
          <p:cNvSpPr txBox="1"/>
          <p:nvPr/>
        </p:nvSpPr>
        <p:spPr>
          <a:xfrm>
            <a:off x="8831398" y="4742167"/>
            <a:ext cx="1301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Thermal</a:t>
            </a:r>
            <a:r>
              <a:rPr lang="da-DK" dirty="0"/>
              <a:t> diffusion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CD5C5C-015B-DD44-687F-766A1B9737C7}"/>
              </a:ext>
            </a:extLst>
          </p:cNvPr>
          <p:cNvSpPr txBox="1"/>
          <p:nvPr/>
        </p:nvSpPr>
        <p:spPr>
          <a:xfrm>
            <a:off x="7721184" y="4742167"/>
            <a:ext cx="1301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Thermal</a:t>
            </a:r>
            <a:r>
              <a:rPr lang="da-DK" dirty="0"/>
              <a:t> </a:t>
            </a:r>
            <a:r>
              <a:rPr lang="da-DK" dirty="0" err="1"/>
              <a:t>advection</a:t>
            </a:r>
            <a:endParaRPr lang="da-DK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8BA898-FC1B-9828-C919-8A1ED26C4A59}"/>
              </a:ext>
            </a:extLst>
          </p:cNvPr>
          <p:cNvSpPr txBox="1"/>
          <p:nvPr/>
        </p:nvSpPr>
        <p:spPr>
          <a:xfrm>
            <a:off x="9881001" y="4742167"/>
            <a:ext cx="1479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Heat source (generation)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4458AF4-E1A8-7349-728E-82354F768386}"/>
              </a:ext>
            </a:extLst>
          </p:cNvPr>
          <p:cNvGrpSpPr/>
          <p:nvPr/>
        </p:nvGrpSpPr>
        <p:grpSpPr>
          <a:xfrm>
            <a:off x="7714183" y="4704696"/>
            <a:ext cx="1843920" cy="113040"/>
            <a:chOff x="7458151" y="2062080"/>
            <a:chExt cx="1843920" cy="11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C33901C-DA0C-4F06-FF24-B980717FD22D}"/>
                    </a:ext>
                  </a:extLst>
                </p14:cNvPr>
                <p14:cNvContentPartPr/>
                <p14:nvPr/>
              </p14:nvContentPartPr>
              <p14:xfrm>
                <a:off x="7458151" y="2065680"/>
                <a:ext cx="963000" cy="986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0861A64-D99B-FCF2-AD5F-CEFB06FD2A1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449511" y="2056680"/>
                  <a:ext cx="9806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BF1AB53-6C85-0736-E1A5-5ACEEB621CAA}"/>
                    </a:ext>
                  </a:extLst>
                </p14:cNvPr>
                <p14:cNvContentPartPr/>
                <p14:nvPr/>
              </p14:nvContentPartPr>
              <p14:xfrm>
                <a:off x="8634271" y="2062080"/>
                <a:ext cx="667800" cy="113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C8CF688-41DD-A859-5C4C-C545D77BA9E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625271" y="2053080"/>
                  <a:ext cx="685440" cy="130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26F3F4B8-924D-7407-067D-C65FCB84EA4E}"/>
              </a:ext>
            </a:extLst>
          </p:cNvPr>
          <p:cNvSpPr txBox="1"/>
          <p:nvPr/>
        </p:nvSpPr>
        <p:spPr>
          <a:xfrm>
            <a:off x="1877926" y="3798247"/>
            <a:ext cx="15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Mass balance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66D769-1C04-CE25-ED89-AE9DC89CD576}"/>
              </a:ext>
            </a:extLst>
          </p:cNvPr>
          <p:cNvSpPr txBox="1"/>
          <p:nvPr/>
        </p:nvSpPr>
        <p:spPr>
          <a:xfrm>
            <a:off x="7885446" y="3805501"/>
            <a:ext cx="1519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Heat balance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90CD456-388F-1C14-45C0-654478F104CF}"/>
              </a:ext>
            </a:extLst>
          </p:cNvPr>
          <p:cNvGrpSpPr/>
          <p:nvPr/>
        </p:nvGrpSpPr>
        <p:grpSpPr>
          <a:xfrm>
            <a:off x="2608678" y="5690750"/>
            <a:ext cx="3740959" cy="647790"/>
            <a:chOff x="4196044" y="5890291"/>
            <a:chExt cx="3740959" cy="647790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9A738FFA-E2FE-E5B0-8462-9DBD05845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507789" y="5890291"/>
              <a:ext cx="2429214" cy="647790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AE59EAD-31C4-83AB-49BC-AB06148AC2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196044" y="6037948"/>
              <a:ext cx="800212" cy="35247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761FE6A3-A04A-214E-83CC-9CBE4B060A6C}"/>
                    </a:ext>
                  </a:extLst>
                </p:cNvPr>
                <p:cNvSpPr txBox="1"/>
                <p:nvPr/>
              </p:nvSpPr>
              <p:spPr>
                <a:xfrm>
                  <a:off x="5142217" y="6075686"/>
                  <a:ext cx="21961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da-DK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761FE6A3-A04A-214E-83CC-9CBE4B060A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2217" y="6075686"/>
                  <a:ext cx="219611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13889" r="-11111"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8500C47-DC83-731B-2D63-C490D4761EF4}"/>
                  </a:ext>
                </a:extLst>
              </p:cNvPr>
              <p:cNvSpPr txBox="1"/>
              <p:nvPr/>
            </p:nvSpPr>
            <p:spPr>
              <a:xfrm>
                <a:off x="9110037" y="5481452"/>
                <a:ext cx="1842760" cy="695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8500C47-DC83-731B-2D63-C490D4761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0037" y="5481452"/>
                <a:ext cx="1842760" cy="69551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AF33435E-60B0-9E60-CC2A-1B1E15DADE42}"/>
              </a:ext>
            </a:extLst>
          </p:cNvPr>
          <p:cNvSpPr txBox="1"/>
          <p:nvPr/>
        </p:nvSpPr>
        <p:spPr>
          <a:xfrm>
            <a:off x="8458633" y="6097617"/>
            <a:ext cx="16065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 err="1"/>
              <a:t>Thermal</a:t>
            </a:r>
            <a:r>
              <a:rPr lang="da-DK" sz="1400" dirty="0"/>
              <a:t> </a:t>
            </a:r>
            <a:r>
              <a:rPr lang="da-DK" sz="1400" dirty="0" err="1"/>
              <a:t>diffusivity</a:t>
            </a:r>
            <a:endParaRPr lang="da-DK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CD291E-C148-1E46-6A75-8453A88F0EB9}"/>
              </a:ext>
            </a:extLst>
          </p:cNvPr>
          <p:cNvSpPr txBox="1"/>
          <p:nvPr/>
        </p:nvSpPr>
        <p:spPr>
          <a:xfrm>
            <a:off x="10610334" y="5322142"/>
            <a:ext cx="1479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dirty="0" err="1"/>
              <a:t>Conductivity</a:t>
            </a:r>
            <a:r>
              <a:rPr lang="da-DK" sz="1400" dirty="0"/>
              <a:t> </a:t>
            </a:r>
            <a:r>
              <a:rPr lang="da-DK" sz="1400" dirty="0" err="1"/>
              <a:t>coefficient</a:t>
            </a:r>
            <a:endParaRPr lang="da-DK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084956-E79A-348C-9D45-F05F1ECEB41B}"/>
              </a:ext>
            </a:extLst>
          </p:cNvPr>
          <p:cNvSpPr txBox="1"/>
          <p:nvPr/>
        </p:nvSpPr>
        <p:spPr>
          <a:xfrm>
            <a:off x="10152103" y="6263111"/>
            <a:ext cx="771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 err="1"/>
              <a:t>Density</a:t>
            </a:r>
            <a:endParaRPr lang="da-DK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6BC798-13AD-60F1-D80C-B41414CCBAE4}"/>
              </a:ext>
            </a:extLst>
          </p:cNvPr>
          <p:cNvSpPr txBox="1"/>
          <p:nvPr/>
        </p:nvSpPr>
        <p:spPr>
          <a:xfrm>
            <a:off x="10716567" y="5938316"/>
            <a:ext cx="12592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/>
              <a:t>Heat </a:t>
            </a:r>
            <a:r>
              <a:rPr lang="da-DK" sz="1400" dirty="0" err="1"/>
              <a:t>capacity</a:t>
            </a:r>
            <a:endParaRPr lang="da-DK" sz="14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79690E1-664D-FEDF-D742-62E6705E6D56}"/>
              </a:ext>
            </a:extLst>
          </p:cNvPr>
          <p:cNvCxnSpPr>
            <a:stCxn id="13" idx="0"/>
          </p:cNvCxnSpPr>
          <p:nvPr/>
        </p:nvCxnSpPr>
        <p:spPr>
          <a:xfrm flipV="1">
            <a:off x="9261898" y="5890291"/>
            <a:ext cx="296205" cy="2073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195DE48-82A8-75FD-CBF1-5D79366E8F0B}"/>
              </a:ext>
            </a:extLst>
          </p:cNvPr>
          <p:cNvCxnSpPr>
            <a:cxnSpLocks/>
          </p:cNvCxnSpPr>
          <p:nvPr/>
        </p:nvCxnSpPr>
        <p:spPr>
          <a:xfrm flipH="1" flipV="1">
            <a:off x="10191703" y="6116374"/>
            <a:ext cx="197979" cy="215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6F3B668-8E43-4BE7-DA03-D9638739A5E8}"/>
              </a:ext>
            </a:extLst>
          </p:cNvPr>
          <p:cNvCxnSpPr>
            <a:cxnSpLocks/>
          </p:cNvCxnSpPr>
          <p:nvPr/>
        </p:nvCxnSpPr>
        <p:spPr>
          <a:xfrm flipH="1" flipV="1">
            <a:off x="10454135" y="6031663"/>
            <a:ext cx="330637" cy="849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6C7AE3E-FDE2-25A0-C8DD-C34C3FD647EE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10389682" y="5583752"/>
            <a:ext cx="220652" cy="42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EC4D106-2C91-3A9C-208F-41783F863221}"/>
              </a:ext>
            </a:extLst>
          </p:cNvPr>
          <p:cNvCxnSpPr/>
          <p:nvPr/>
        </p:nvCxnSpPr>
        <p:spPr>
          <a:xfrm>
            <a:off x="9937220" y="4655603"/>
            <a:ext cx="214883" cy="1320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46A8841-FADF-2797-6E64-1BEEA8E8BB87}"/>
              </a:ext>
            </a:extLst>
          </p:cNvPr>
          <p:cNvGrpSpPr/>
          <p:nvPr/>
        </p:nvGrpSpPr>
        <p:grpSpPr>
          <a:xfrm>
            <a:off x="905067" y="3663582"/>
            <a:ext cx="4809933" cy="540717"/>
            <a:chOff x="265176" y="2173579"/>
            <a:chExt cx="5120640" cy="54273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19E617D-56F2-E1F6-343B-C06D8512B683}"/>
                </a:ext>
              </a:extLst>
            </p:cNvPr>
            <p:cNvSpPr/>
            <p:nvPr/>
          </p:nvSpPr>
          <p:spPr>
            <a:xfrm>
              <a:off x="265176" y="2173579"/>
              <a:ext cx="5120640" cy="5427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41AA7E6-F083-96CF-F1DD-86847D9F8E0D}"/>
                </a:ext>
              </a:extLst>
            </p:cNvPr>
            <p:cNvSpPr txBox="1"/>
            <p:nvPr/>
          </p:nvSpPr>
          <p:spPr>
            <a:xfrm>
              <a:off x="854473" y="2309932"/>
              <a:ext cx="30317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 err="1"/>
                <a:t>Governing</a:t>
              </a:r>
              <a:r>
                <a:rPr lang="da-DK" dirty="0"/>
                <a:t> </a:t>
              </a:r>
              <a:r>
                <a:rPr lang="da-DK" dirty="0" err="1"/>
                <a:t>equation</a:t>
              </a:r>
              <a:r>
                <a:rPr lang="da-DK" dirty="0"/>
                <a:t> for </a:t>
              </a:r>
              <a:r>
                <a:rPr lang="da-DK" dirty="0" err="1"/>
                <a:t>mass</a:t>
              </a:r>
              <a:endParaRPr lang="da-DK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94A395A-972D-C08F-237C-651513E65E9B}"/>
              </a:ext>
            </a:extLst>
          </p:cNvPr>
          <p:cNvGrpSpPr/>
          <p:nvPr/>
        </p:nvGrpSpPr>
        <p:grpSpPr>
          <a:xfrm>
            <a:off x="6632432" y="3629720"/>
            <a:ext cx="4809933" cy="540717"/>
            <a:chOff x="265176" y="2173579"/>
            <a:chExt cx="5120640" cy="542735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3471631-DFB8-8E48-E616-4CBF5BC37CA4}"/>
                </a:ext>
              </a:extLst>
            </p:cNvPr>
            <p:cNvSpPr/>
            <p:nvPr/>
          </p:nvSpPr>
          <p:spPr>
            <a:xfrm>
              <a:off x="265176" y="2173579"/>
              <a:ext cx="5120640" cy="5427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F2CD19B-E007-7689-941A-12D5D16A0F4D}"/>
                </a:ext>
              </a:extLst>
            </p:cNvPr>
            <p:cNvSpPr txBox="1"/>
            <p:nvPr/>
          </p:nvSpPr>
          <p:spPr>
            <a:xfrm>
              <a:off x="854473" y="2309932"/>
              <a:ext cx="3351941" cy="370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 err="1"/>
                <a:t>Governing</a:t>
              </a:r>
              <a:r>
                <a:rPr lang="da-DK" dirty="0"/>
                <a:t> </a:t>
              </a:r>
              <a:r>
                <a:rPr lang="da-DK" dirty="0" err="1"/>
                <a:t>equation</a:t>
              </a:r>
              <a:r>
                <a:rPr lang="da-DK" dirty="0"/>
                <a:t> for </a:t>
              </a:r>
              <a:r>
                <a:rPr lang="da-DK" dirty="0" err="1"/>
                <a:t>energy</a:t>
              </a:r>
              <a:endParaRPr lang="da-DK" dirty="0"/>
            </a:p>
          </p:txBody>
        </p:sp>
      </p:grpSp>
    </p:spTree>
    <p:extLst>
      <p:ext uri="{BB962C8B-B14F-4D97-AF65-F5344CB8AC3E}">
        <p14:creationId xmlns:p14="http://schemas.microsoft.com/office/powerpoint/2010/main" val="1096252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2AEBB2-E6AE-CB53-F5FF-BA9B7E3CB7B1}"/>
              </a:ext>
            </a:extLst>
          </p:cNvPr>
          <p:cNvSpPr txBox="1"/>
          <p:nvPr/>
        </p:nvSpPr>
        <p:spPr>
          <a:xfrm>
            <a:off x="3886200" y="376690"/>
            <a:ext cx="6089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dirty="0" err="1"/>
              <a:t>Coordinates</a:t>
            </a:r>
            <a:r>
              <a:rPr lang="da-DK" sz="2400" dirty="0"/>
              <a:t> of PDE </a:t>
            </a:r>
            <a:r>
              <a:rPr lang="da-DK" sz="2400" dirty="0" err="1"/>
              <a:t>equations</a:t>
            </a:r>
            <a:endParaRPr lang="da-DK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3B3EB5-CC47-359E-AFB6-A299BBBD1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68" y="2352108"/>
            <a:ext cx="7392432" cy="1152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A659EC-7AB7-0A09-41EE-B3E833B4B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12" y="4010479"/>
            <a:ext cx="7097115" cy="1133633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F597E013-3B9B-3DA7-80B6-3AAB03F1963E}"/>
              </a:ext>
            </a:extLst>
          </p:cNvPr>
          <p:cNvSpPr txBox="1"/>
          <p:nvPr/>
        </p:nvSpPr>
        <p:spPr>
          <a:xfrm>
            <a:off x="442968" y="1804247"/>
            <a:ext cx="2507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Rectangular</a:t>
            </a:r>
            <a:r>
              <a:rPr lang="da-DK" dirty="0"/>
              <a:t> (</a:t>
            </a:r>
            <a:r>
              <a:rPr lang="da-DK" dirty="0" err="1"/>
              <a:t>cartesian</a:t>
            </a:r>
            <a:r>
              <a:rPr lang="da-DK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230BDE1-C8E4-1D40-2448-D03E942CF83F}"/>
                  </a:ext>
                </a:extLst>
              </p:cNvPr>
              <p:cNvSpPr txBox="1"/>
              <p:nvPr/>
            </p:nvSpPr>
            <p:spPr>
              <a:xfrm>
                <a:off x="2484181" y="5519794"/>
                <a:ext cx="1842760" cy="695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230BDE1-C8E4-1D40-2448-D03E942CF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181" y="5519794"/>
                <a:ext cx="1842760" cy="6955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DCFF0D7-C234-4B98-6B41-4EA8495E18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4488" y="1875873"/>
            <a:ext cx="3054361" cy="233497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E1AA6077-FFD5-8013-AFC2-9889FDC71173}"/>
              </a:ext>
            </a:extLst>
          </p:cNvPr>
          <p:cNvGrpSpPr/>
          <p:nvPr/>
        </p:nvGrpSpPr>
        <p:grpSpPr>
          <a:xfrm>
            <a:off x="265176" y="2173579"/>
            <a:ext cx="5120640" cy="542735"/>
            <a:chOff x="265176" y="2173579"/>
            <a:chExt cx="5120640" cy="54273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F9A39B9-C4F5-D2FF-12B7-45183731816F}"/>
                </a:ext>
              </a:extLst>
            </p:cNvPr>
            <p:cNvSpPr/>
            <p:nvPr/>
          </p:nvSpPr>
          <p:spPr>
            <a:xfrm>
              <a:off x="265176" y="2173579"/>
              <a:ext cx="5120640" cy="5427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75F01CD-1D85-C9B2-8BE7-46B8F31F225D}"/>
                </a:ext>
              </a:extLst>
            </p:cNvPr>
            <p:cNvSpPr txBox="1"/>
            <p:nvPr/>
          </p:nvSpPr>
          <p:spPr>
            <a:xfrm>
              <a:off x="854473" y="2309932"/>
              <a:ext cx="30317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 err="1"/>
                <a:t>Governing</a:t>
              </a:r>
              <a:r>
                <a:rPr lang="da-DK" dirty="0"/>
                <a:t> </a:t>
              </a:r>
              <a:r>
                <a:rPr lang="da-DK" dirty="0" err="1"/>
                <a:t>equation</a:t>
              </a:r>
              <a:r>
                <a:rPr lang="da-DK" dirty="0"/>
                <a:t> for </a:t>
              </a:r>
              <a:r>
                <a:rPr lang="da-DK" dirty="0" err="1"/>
                <a:t>mass</a:t>
              </a:r>
              <a:endParaRPr lang="da-DK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0D547EA-2B0F-D9D2-5079-B63D16E8C51F}"/>
              </a:ext>
            </a:extLst>
          </p:cNvPr>
          <p:cNvGrpSpPr/>
          <p:nvPr/>
        </p:nvGrpSpPr>
        <p:grpSpPr>
          <a:xfrm>
            <a:off x="344348" y="3839732"/>
            <a:ext cx="5120640" cy="542735"/>
            <a:chOff x="344348" y="3839732"/>
            <a:chExt cx="5120640" cy="5427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A8B8E59-B744-D620-29EF-736F972222DA}"/>
                </a:ext>
              </a:extLst>
            </p:cNvPr>
            <p:cNvSpPr/>
            <p:nvPr/>
          </p:nvSpPr>
          <p:spPr>
            <a:xfrm>
              <a:off x="344348" y="3839732"/>
              <a:ext cx="5120640" cy="5427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2CF85F9-8AF8-6C8D-B261-2CAB26DFC8DE}"/>
                </a:ext>
              </a:extLst>
            </p:cNvPr>
            <p:cNvSpPr txBox="1"/>
            <p:nvPr/>
          </p:nvSpPr>
          <p:spPr>
            <a:xfrm>
              <a:off x="854472" y="3926433"/>
              <a:ext cx="32594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 err="1"/>
                <a:t>Governing</a:t>
              </a:r>
              <a:r>
                <a:rPr lang="da-DK" dirty="0"/>
                <a:t> </a:t>
              </a:r>
              <a:r>
                <a:rPr lang="da-DK" dirty="0" err="1"/>
                <a:t>equation</a:t>
              </a:r>
              <a:r>
                <a:rPr lang="da-DK" dirty="0"/>
                <a:t> for </a:t>
              </a:r>
              <a:r>
                <a:rPr lang="da-DK" dirty="0" err="1"/>
                <a:t>energy</a:t>
              </a:r>
              <a:endParaRPr lang="da-DK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A874BF7-7D22-A07B-1C3A-4A1AEBFE27A0}"/>
              </a:ext>
            </a:extLst>
          </p:cNvPr>
          <p:cNvSpPr txBox="1"/>
          <p:nvPr/>
        </p:nvSpPr>
        <p:spPr>
          <a:xfrm>
            <a:off x="2528516" y="6215305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thermal</a:t>
            </a:r>
            <a:r>
              <a:rPr lang="da-DK" dirty="0"/>
              <a:t> </a:t>
            </a:r>
            <a:r>
              <a:rPr lang="da-DK" dirty="0" err="1"/>
              <a:t>diffusivity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88553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004AE03-2E3F-05CE-90D0-6B8CBF9F36DB}"/>
              </a:ext>
            </a:extLst>
          </p:cNvPr>
          <p:cNvSpPr txBox="1"/>
          <p:nvPr/>
        </p:nvSpPr>
        <p:spPr>
          <a:xfrm>
            <a:off x="862068" y="937472"/>
            <a:ext cx="2490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Cylindrical</a:t>
            </a:r>
            <a:r>
              <a:rPr lang="da-DK" dirty="0"/>
              <a:t> </a:t>
            </a:r>
            <a:r>
              <a:rPr lang="da-DK" dirty="0" err="1"/>
              <a:t>coordinates</a:t>
            </a:r>
            <a:endParaRPr lang="da-DK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A0F0C9-BC90-0410-6745-9AF77C888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483" y="1395308"/>
            <a:ext cx="7411484" cy="14956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3983CC-4A1F-82DA-2D93-B0C7E2BFA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83" y="2795499"/>
            <a:ext cx="7449590" cy="1267002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82441DAC-7E9F-0CBB-0FF2-2B77B74A9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6525" y="1866890"/>
            <a:ext cx="3491356" cy="2048103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03859F86-98F4-338A-0B18-57C72A82E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89" y="4208358"/>
            <a:ext cx="7411484" cy="1495634"/>
          </a:xfrm>
          <a:prstGeom prst="rect">
            <a:avLst/>
          </a:prstGeom>
        </p:spPr>
      </p:pic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9F675E3-4754-8319-CD8A-14CA9AC88C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846" y="4551076"/>
            <a:ext cx="7426108" cy="93657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856B4C5-B614-2BAB-6EC9-A02E1F627513}"/>
              </a:ext>
            </a:extLst>
          </p:cNvPr>
          <p:cNvGrpSpPr/>
          <p:nvPr/>
        </p:nvGrpSpPr>
        <p:grpSpPr>
          <a:xfrm>
            <a:off x="723377" y="4067843"/>
            <a:ext cx="5120640" cy="542735"/>
            <a:chOff x="265176" y="2173579"/>
            <a:chExt cx="5120640" cy="54273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687530F-1A29-13F3-A4A0-BF506E3787B6}"/>
                </a:ext>
              </a:extLst>
            </p:cNvPr>
            <p:cNvSpPr/>
            <p:nvPr/>
          </p:nvSpPr>
          <p:spPr>
            <a:xfrm>
              <a:off x="265176" y="2173579"/>
              <a:ext cx="5120640" cy="5427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3E8FD28-ED4E-72AA-63A2-E71D07445B8C}"/>
                </a:ext>
              </a:extLst>
            </p:cNvPr>
            <p:cNvSpPr txBox="1"/>
            <p:nvPr/>
          </p:nvSpPr>
          <p:spPr>
            <a:xfrm>
              <a:off x="854473" y="2309932"/>
              <a:ext cx="30317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 err="1"/>
                <a:t>Governing</a:t>
              </a:r>
              <a:r>
                <a:rPr lang="da-DK" dirty="0"/>
                <a:t> </a:t>
              </a:r>
              <a:r>
                <a:rPr lang="da-DK" dirty="0" err="1"/>
                <a:t>equation</a:t>
              </a:r>
              <a:r>
                <a:rPr lang="da-DK" dirty="0"/>
                <a:t> for </a:t>
              </a:r>
              <a:r>
                <a:rPr lang="da-DK" dirty="0" err="1"/>
                <a:t>mass</a:t>
              </a:r>
              <a:endParaRPr lang="da-DK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F20A098-093E-C0F4-37FD-30AFCE0C2819}"/>
              </a:ext>
            </a:extLst>
          </p:cNvPr>
          <p:cNvGrpSpPr/>
          <p:nvPr/>
        </p:nvGrpSpPr>
        <p:grpSpPr>
          <a:xfrm>
            <a:off x="723377" y="2727745"/>
            <a:ext cx="5120640" cy="542735"/>
            <a:chOff x="344348" y="3839732"/>
            <a:chExt cx="5120640" cy="5427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0D8AF2D-6664-7CD7-B618-BDE83F5CB21B}"/>
                </a:ext>
              </a:extLst>
            </p:cNvPr>
            <p:cNvSpPr/>
            <p:nvPr/>
          </p:nvSpPr>
          <p:spPr>
            <a:xfrm>
              <a:off x="344348" y="3839732"/>
              <a:ext cx="5120640" cy="5427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9CF1A7C-A8A5-59B2-D14B-22B32FFE22C5}"/>
                </a:ext>
              </a:extLst>
            </p:cNvPr>
            <p:cNvSpPr txBox="1"/>
            <p:nvPr/>
          </p:nvSpPr>
          <p:spPr>
            <a:xfrm>
              <a:off x="854472" y="3926433"/>
              <a:ext cx="32594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 err="1"/>
                <a:t>Governing</a:t>
              </a:r>
              <a:r>
                <a:rPr lang="da-DK" dirty="0"/>
                <a:t> </a:t>
              </a:r>
              <a:r>
                <a:rPr lang="da-DK" dirty="0" err="1"/>
                <a:t>equation</a:t>
              </a:r>
              <a:r>
                <a:rPr lang="da-DK" dirty="0"/>
                <a:t> for </a:t>
              </a:r>
              <a:r>
                <a:rPr lang="da-DK" dirty="0" err="1"/>
                <a:t>energy</a:t>
              </a:r>
              <a:endParaRPr lang="da-DK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EAB7508-23E4-3B51-E505-DC83A59BDEC5}"/>
              </a:ext>
            </a:extLst>
          </p:cNvPr>
          <p:cNvGrpSpPr/>
          <p:nvPr/>
        </p:nvGrpSpPr>
        <p:grpSpPr>
          <a:xfrm>
            <a:off x="770325" y="1405044"/>
            <a:ext cx="5120640" cy="542735"/>
            <a:chOff x="265176" y="2173579"/>
            <a:chExt cx="5120640" cy="54273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862F8A6-3AF6-2957-8843-E3FD1B1BB515}"/>
                </a:ext>
              </a:extLst>
            </p:cNvPr>
            <p:cNvSpPr/>
            <p:nvPr/>
          </p:nvSpPr>
          <p:spPr>
            <a:xfrm>
              <a:off x="265176" y="2173579"/>
              <a:ext cx="5120640" cy="5427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BD8A9D3-09B7-9C88-F71E-8C077F620381}"/>
                </a:ext>
              </a:extLst>
            </p:cNvPr>
            <p:cNvSpPr txBox="1"/>
            <p:nvPr/>
          </p:nvSpPr>
          <p:spPr>
            <a:xfrm>
              <a:off x="854473" y="2309932"/>
              <a:ext cx="30317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 err="1"/>
                <a:t>Governing</a:t>
              </a:r>
              <a:r>
                <a:rPr lang="da-DK" dirty="0"/>
                <a:t> </a:t>
              </a:r>
              <a:r>
                <a:rPr lang="da-DK" dirty="0" err="1"/>
                <a:t>equation</a:t>
              </a:r>
              <a:r>
                <a:rPr lang="da-DK" dirty="0"/>
                <a:t> for </a:t>
              </a:r>
              <a:r>
                <a:rPr lang="da-DK" dirty="0" err="1"/>
                <a:t>mass</a:t>
              </a:r>
              <a:endParaRPr lang="da-DK" dirty="0"/>
            </a:p>
          </p:txBody>
        </p:sp>
      </p:grpSp>
    </p:spTree>
    <p:extLst>
      <p:ext uri="{BB962C8B-B14F-4D97-AF65-F5344CB8AC3E}">
        <p14:creationId xmlns:p14="http://schemas.microsoft.com/office/powerpoint/2010/main" val="3196700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4CBD7E-39C5-938C-60DC-58B8CAEDE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26" y="1016838"/>
            <a:ext cx="7440063" cy="3458058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1DAB7D1-5950-8ED0-7D68-1BA937168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9303" y="872722"/>
            <a:ext cx="3825997" cy="3336625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3361D9EE-F1F6-963E-9D3F-D502B3A00F01}"/>
              </a:ext>
            </a:extLst>
          </p:cNvPr>
          <p:cNvSpPr txBox="1"/>
          <p:nvPr/>
        </p:nvSpPr>
        <p:spPr>
          <a:xfrm>
            <a:off x="990600" y="421333"/>
            <a:ext cx="2363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Spherical</a:t>
            </a:r>
            <a:r>
              <a:rPr lang="da-DK" dirty="0"/>
              <a:t> </a:t>
            </a:r>
            <a:r>
              <a:rPr lang="da-DK" dirty="0" err="1"/>
              <a:t>coordinates</a:t>
            </a:r>
            <a:endParaRPr lang="da-DK" dirty="0"/>
          </a:p>
        </p:txBody>
      </p:sp>
      <p:pic>
        <p:nvPicPr>
          <p:cNvPr id="4" name="Picture 3" descr="A black and white image of math equations&#10;&#10;AI-generated content may be incorrect.">
            <a:extLst>
              <a:ext uri="{FF2B5EF4-FFF2-40B4-BE49-F238E27FC236}">
                <a16:creationId xmlns:a16="http://schemas.microsoft.com/office/drawing/2014/main" id="{E51F1BE8-D065-4C69-605E-D55CAAD4FF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726" y="4590519"/>
            <a:ext cx="11205665" cy="177894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2FAA47F-525B-67F8-471A-CF3F7230966D}"/>
              </a:ext>
            </a:extLst>
          </p:cNvPr>
          <p:cNvGrpSpPr/>
          <p:nvPr/>
        </p:nvGrpSpPr>
        <p:grpSpPr>
          <a:xfrm>
            <a:off x="439726" y="901215"/>
            <a:ext cx="5120640" cy="542735"/>
            <a:chOff x="265176" y="2173579"/>
            <a:chExt cx="5120640" cy="54273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EF49E16-7EE6-F855-E4AC-F9238DF91DA1}"/>
                </a:ext>
              </a:extLst>
            </p:cNvPr>
            <p:cNvSpPr/>
            <p:nvPr/>
          </p:nvSpPr>
          <p:spPr>
            <a:xfrm>
              <a:off x="265176" y="2173579"/>
              <a:ext cx="5120640" cy="5427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48E866C-F825-B476-C360-779CABED2373}"/>
                </a:ext>
              </a:extLst>
            </p:cNvPr>
            <p:cNvSpPr txBox="1"/>
            <p:nvPr/>
          </p:nvSpPr>
          <p:spPr>
            <a:xfrm>
              <a:off x="854473" y="2309932"/>
              <a:ext cx="30317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 err="1"/>
                <a:t>Governing</a:t>
              </a:r>
              <a:r>
                <a:rPr lang="da-DK" dirty="0"/>
                <a:t> </a:t>
              </a:r>
              <a:r>
                <a:rPr lang="da-DK" dirty="0" err="1"/>
                <a:t>equation</a:t>
              </a:r>
              <a:r>
                <a:rPr lang="da-DK" dirty="0"/>
                <a:t> for </a:t>
              </a:r>
              <a:r>
                <a:rPr lang="da-DK" dirty="0" err="1"/>
                <a:t>mass</a:t>
              </a:r>
              <a:endParaRPr lang="da-DK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0FABB00-20AA-E74D-7062-F5CBBDA6439D}"/>
              </a:ext>
            </a:extLst>
          </p:cNvPr>
          <p:cNvGrpSpPr/>
          <p:nvPr/>
        </p:nvGrpSpPr>
        <p:grpSpPr>
          <a:xfrm>
            <a:off x="586217" y="2672881"/>
            <a:ext cx="5120640" cy="542735"/>
            <a:chOff x="344348" y="3839732"/>
            <a:chExt cx="5120640" cy="54273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C69CFA-FC47-79A5-361A-D5DB7DD5F7FA}"/>
                </a:ext>
              </a:extLst>
            </p:cNvPr>
            <p:cNvSpPr/>
            <p:nvPr/>
          </p:nvSpPr>
          <p:spPr>
            <a:xfrm>
              <a:off x="344348" y="3839732"/>
              <a:ext cx="5120640" cy="5427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3AFBAEB-431B-E292-3972-739FF2F4A7A5}"/>
                </a:ext>
              </a:extLst>
            </p:cNvPr>
            <p:cNvSpPr txBox="1"/>
            <p:nvPr/>
          </p:nvSpPr>
          <p:spPr>
            <a:xfrm>
              <a:off x="854472" y="3926433"/>
              <a:ext cx="32594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 err="1"/>
                <a:t>Governing</a:t>
              </a:r>
              <a:r>
                <a:rPr lang="da-DK" dirty="0"/>
                <a:t> </a:t>
              </a:r>
              <a:r>
                <a:rPr lang="da-DK" dirty="0" err="1"/>
                <a:t>equation</a:t>
              </a:r>
              <a:r>
                <a:rPr lang="da-DK" dirty="0"/>
                <a:t> for </a:t>
              </a:r>
              <a:r>
                <a:rPr lang="da-DK" dirty="0" err="1"/>
                <a:t>energy</a:t>
              </a:r>
              <a:endParaRPr lang="da-DK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FE1464F-8129-2060-82C2-3E01DEF90F30}"/>
              </a:ext>
            </a:extLst>
          </p:cNvPr>
          <p:cNvGrpSpPr/>
          <p:nvPr/>
        </p:nvGrpSpPr>
        <p:grpSpPr>
          <a:xfrm>
            <a:off x="491466" y="4444547"/>
            <a:ext cx="5120640" cy="542735"/>
            <a:chOff x="265176" y="2173579"/>
            <a:chExt cx="5120640" cy="54273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14F019-0E24-AE3B-A06A-B3904296EC63}"/>
                </a:ext>
              </a:extLst>
            </p:cNvPr>
            <p:cNvSpPr/>
            <p:nvPr/>
          </p:nvSpPr>
          <p:spPr>
            <a:xfrm>
              <a:off x="265176" y="2173579"/>
              <a:ext cx="5120640" cy="5427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06E7A6E-566F-7BC7-3BE0-66B969232577}"/>
                </a:ext>
              </a:extLst>
            </p:cNvPr>
            <p:cNvSpPr txBox="1"/>
            <p:nvPr/>
          </p:nvSpPr>
          <p:spPr>
            <a:xfrm>
              <a:off x="854473" y="2309932"/>
              <a:ext cx="30317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 err="1"/>
                <a:t>Governing</a:t>
              </a:r>
              <a:r>
                <a:rPr lang="da-DK" dirty="0"/>
                <a:t> </a:t>
              </a:r>
              <a:r>
                <a:rPr lang="da-DK" dirty="0" err="1"/>
                <a:t>equation</a:t>
              </a:r>
              <a:r>
                <a:rPr lang="da-DK" dirty="0"/>
                <a:t> for </a:t>
              </a:r>
              <a:r>
                <a:rPr lang="da-DK" dirty="0" err="1"/>
                <a:t>mass</a:t>
              </a:r>
              <a:endParaRPr lang="da-DK" dirty="0"/>
            </a:p>
          </p:txBody>
        </p:sp>
      </p:grpSp>
    </p:spTree>
    <p:extLst>
      <p:ext uri="{BB962C8B-B14F-4D97-AF65-F5344CB8AC3E}">
        <p14:creationId xmlns:p14="http://schemas.microsoft.com/office/powerpoint/2010/main" val="2449304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E39129-FA44-EC46-A2C3-EC542351A9EC}"/>
              </a:ext>
            </a:extLst>
          </p:cNvPr>
          <p:cNvSpPr txBox="1"/>
          <p:nvPr/>
        </p:nvSpPr>
        <p:spPr>
          <a:xfrm>
            <a:off x="847898" y="814647"/>
            <a:ext cx="10208029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da-DK" sz="3200" dirty="0" err="1"/>
              <a:t>Choose</a:t>
            </a:r>
            <a:r>
              <a:rPr lang="da-DK" sz="3200" dirty="0"/>
              <a:t> </a:t>
            </a:r>
            <a:r>
              <a:rPr lang="da-DK" sz="3200" dirty="0" err="1"/>
              <a:t>coordinate</a:t>
            </a:r>
            <a:r>
              <a:rPr lang="da-DK" sz="3200" dirty="0"/>
              <a:t> system </a:t>
            </a:r>
            <a:r>
              <a:rPr lang="da-DK" sz="3200" dirty="0" err="1"/>
              <a:t>based</a:t>
            </a:r>
            <a:r>
              <a:rPr lang="da-DK" sz="3200" dirty="0"/>
              <a:t> on </a:t>
            </a:r>
            <a:r>
              <a:rPr lang="da-DK" sz="3200" dirty="0" err="1"/>
              <a:t>geometry</a:t>
            </a:r>
            <a:r>
              <a:rPr lang="da-DK" sz="3200" dirty="0"/>
              <a:t> of </a:t>
            </a:r>
            <a:r>
              <a:rPr lang="da-DK" sz="3200" dirty="0" err="1"/>
              <a:t>your</a:t>
            </a:r>
            <a:r>
              <a:rPr lang="da-DK" sz="3200" dirty="0"/>
              <a:t> model domain</a:t>
            </a:r>
          </a:p>
          <a:p>
            <a:pPr marL="342900" indent="-342900">
              <a:buAutoNum type="arabicPeriod"/>
            </a:pPr>
            <a:r>
              <a:rPr lang="da-DK" sz="3200" dirty="0" err="1"/>
              <a:t>What</a:t>
            </a:r>
            <a:r>
              <a:rPr lang="da-DK" sz="3200" dirty="0"/>
              <a:t> </a:t>
            </a:r>
            <a:r>
              <a:rPr lang="da-DK" sz="3200" dirty="0" err="1"/>
              <a:t>are</a:t>
            </a:r>
            <a:r>
              <a:rPr lang="da-DK" sz="3200" dirty="0"/>
              <a:t> </a:t>
            </a:r>
            <a:r>
              <a:rPr lang="da-DK" sz="3200" dirty="0" err="1"/>
              <a:t>your</a:t>
            </a:r>
            <a:r>
              <a:rPr lang="da-DK" sz="3200" dirty="0"/>
              <a:t> </a:t>
            </a:r>
            <a:r>
              <a:rPr lang="da-DK" sz="3200" dirty="0" err="1"/>
              <a:t>assumptions</a:t>
            </a:r>
            <a:r>
              <a:rPr lang="da-DK" sz="3200" dirty="0"/>
              <a:t> </a:t>
            </a:r>
            <a:r>
              <a:rPr lang="da-DK" sz="3200" dirty="0" err="1"/>
              <a:t>about</a:t>
            </a:r>
            <a:r>
              <a:rPr lang="da-DK" sz="3200" dirty="0"/>
              <a:t> </a:t>
            </a:r>
            <a:r>
              <a:rPr lang="da-DK" sz="3200" dirty="0" err="1"/>
              <a:t>mass</a:t>
            </a:r>
            <a:r>
              <a:rPr lang="da-DK" sz="3200" dirty="0"/>
              <a:t> and </a:t>
            </a:r>
            <a:r>
              <a:rPr lang="da-DK" sz="3200" dirty="0" err="1"/>
              <a:t>energy</a:t>
            </a:r>
            <a:r>
              <a:rPr lang="da-DK" sz="3200" dirty="0"/>
              <a:t> transport (</a:t>
            </a:r>
            <a:r>
              <a:rPr lang="da-DK" sz="3200" dirty="0" err="1"/>
              <a:t>directions</a:t>
            </a:r>
            <a:r>
              <a:rPr lang="da-DK" sz="3200" dirty="0"/>
              <a:t> for </a:t>
            </a:r>
            <a:r>
              <a:rPr lang="da-DK" sz="3200" dirty="0" err="1"/>
              <a:t>different</a:t>
            </a:r>
            <a:r>
              <a:rPr lang="da-DK" sz="3200" dirty="0"/>
              <a:t> modes of transfer)?</a:t>
            </a:r>
          </a:p>
          <a:p>
            <a:pPr marL="342900" indent="-342900">
              <a:buAutoNum type="arabicPeriod"/>
            </a:pPr>
            <a:r>
              <a:rPr lang="da-DK" sz="3200" dirty="0" err="1"/>
              <a:t>Eliminate</a:t>
            </a:r>
            <a:r>
              <a:rPr lang="da-DK" sz="3200" dirty="0"/>
              <a:t> terms </a:t>
            </a:r>
            <a:r>
              <a:rPr lang="da-DK" sz="3200" dirty="0" err="1"/>
              <a:t>starting</a:t>
            </a:r>
            <a:r>
              <a:rPr lang="da-DK" sz="3200" dirty="0"/>
              <a:t> from the PDE </a:t>
            </a:r>
            <a:r>
              <a:rPr lang="da-DK" sz="3200" dirty="0" err="1"/>
              <a:t>GEs</a:t>
            </a:r>
            <a:r>
              <a:rPr lang="da-DK" sz="3200" dirty="0"/>
              <a:t> in the book/slides </a:t>
            </a:r>
          </a:p>
          <a:p>
            <a:endParaRPr lang="da-DK" sz="3200" dirty="0"/>
          </a:p>
          <a:p>
            <a:pPr marL="342900" indent="-342900">
              <a:buAutoNum type="arabicPeriod"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16116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7672</TotalTime>
  <Words>299</Words>
  <Application>Microsoft Office PowerPoint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Wingdings</vt:lpstr>
      <vt:lpstr>Office Theme</vt:lpstr>
      <vt:lpstr>Models with spatial variation</vt:lpstr>
      <vt:lpstr>Examples of spatial</vt:lpstr>
      <vt:lpstr>PowerPoint Presentation</vt:lpstr>
      <vt:lpstr>PowerPoint Presentation</vt:lpstr>
      <vt:lpstr>(∂C_A)/∂t=-v (∂C_A)/∂x+D (∂^2 C_a)/(∂x^2 )+gen -cons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Frederik Rask Dalby</dc:creator>
  <cp:lastModifiedBy>Frederik Rask Dalby</cp:lastModifiedBy>
  <cp:revision>4</cp:revision>
  <dcterms:created xsi:type="dcterms:W3CDTF">2025-06-04T09:50:27Z</dcterms:created>
  <dcterms:modified xsi:type="dcterms:W3CDTF">2026-09-30T12:58:23Z</dcterms:modified>
</cp:coreProperties>
</file>