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8"/>
  </p:sldMasterIdLst>
  <p:sldIdLst>
    <p:sldId id="256" r:id="rId9"/>
    <p:sldId id="257" r:id="rId10"/>
    <p:sldId id="258" r:id="rId11"/>
    <p:sldId id="259" r:id="rId12"/>
    <p:sldId id="262" r:id="rId13"/>
    <p:sldId id="263" r:id="rId14"/>
    <p:sldId id="264" r:id="rId15"/>
    <p:sldId id="266" r:id="rId16"/>
    <p:sldId id="267" r:id="rId17"/>
    <p:sldId id="268" r:id="rId18"/>
    <p:sldId id="265" r:id="rId19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AD7902-1666-43E9-A1EB-C142426B07DF}" v="28" dt="2026-10-05T06:32:14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0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1330 24575,'9'0'0,"0"-1"0,0 0 0,0 0 0,0-1 0,0 0 0,0-1 0,0 0 0,-1 0 0,0-1 0,1 0 0,-1-1 0,-1 1 0,1-1 0,-1-1 0,1 0 0,-2 0 0,1 0 0,-1-1 0,0 0 0,7-10 0,32-38 0,48-82 0,-84 126 0,0 0 0,0 0 0,1 1 0,0 0 0,1 0 0,0 1 0,0 1 0,1 0 0,0 0 0,0 1 0,1 1 0,0 0 0,0 1 0,1 0 0,-1 1 0,1 0 0,0 1 0,0 1 0,0 0 0,1 1 0,-1 1 0,0 0 0,0 1 0,24 4 0,-23 0 0,0 1 0,0 1 0,27 16 0,18 8 0,-56-30 0,0 1 0,0 1 0,0-1 0,0 1 0,-1-1 0,1 1 0,-1 0 0,1 0 0,-1 1 0,0-1 0,0 1 0,-1-1 0,4 6 0,21 56 0,-25-55 0,1-1 0,1 0 0,0 1 0,0-1 0,1 0 0,0-1 0,0 1 0,10 10 0,2-3 0,1-1 0,0-1 0,1 0 0,0-2 0,42 20 0,-23-15 0,1-2 0,59 14 0,-90-27 0,1 0 0,0-1 0,0 0 0,0 0 0,-1-1 0,1 0 0,0-1 0,0 0 0,0 0 0,0-1 0,-1 0 0,1 0 0,-1-1 0,0 0 0,1-1 0,-1 0 0,-1 0 0,1-1 0,-1 1 0,0-2 0,0 1 0,9-10 0,57-43 0,-56 46 0,-1 0 0,0-1 0,-1 0 0,15-18 0,94-95 0,-118 120 0,0 1 0,0-1 0,1 1 0,0 0 0,0 1 0,0 0 0,0 0 0,1 0 0,-1 1 0,1 0 0,0 1 0,0 0 0,13-2 0,7-1 0,1 2 0,44 1 0,-47 3 0,1-2 0,-1-2 0,48-9 0,-66 10 0,0 1 0,0 0 0,0 0 0,0 1 0,0 0 0,-1 0 0,1 1 0,0 0 0,0 0 0,0 1 0,-1 0 0,1 0 0,9 5 0,3 3 0,-1 1 0,0 1 0,23 19 0,0 0 0,-32-26 0,-1 0 0,1 0 0,0 0 0,0-2 0,1 1 0,12 2 0,-15-5 0,0 1 0,0 0 0,-1 1 0,1 0 0,0 0 0,-1 0 0,0 1 0,1 0 0,-1 1 0,-1 0 0,1 0 0,6 6 0,-2 2 0,0-1 0,1-1 0,1 0 0,0-1 0,24 15 0,-28-20 0,1 0 0,0-1 0,0-1 0,1 0 0,-1 0 0,1 0 0,-1-2 0,1 1 0,18-1 0,-28-1 0,44 1 0,0-3 0,46-7 0,-76 7 0,0-1 0,0-1 0,-1-1 0,0 0 0,0-1 0,0 0 0,-1-1 0,0-1 0,0 0 0,12-10 0,-10 8 0,0 0 0,1 1 0,1 0 0,-1 1 0,25-7 0,-25 10 0,-1-1 0,1-1 0,-1-1 0,0 0 0,-1 0 0,24-19 0,-28 19 0,-1-1 0,1 0 0,-2 0 0,1-1 0,-1 0 0,0 0 0,-1-1 0,-1 0 0,0-1 0,0 1 0,-1-1 0,0 0 0,-1 0 0,-1-1 0,0 1 0,0-1 0,-1 0 0,-1 0 0,0-20 0,1 4 0,9-55 0,-6 53 0,3-51 0,-8 77 0,0-33 0,-6-58 0,4 81 0,-1 1 0,0 0 0,-2 0 0,1 1 0,-2-1 0,0 1 0,-10-17 0,1 3 0,2-1 0,-18-52 0,13 31 0,14 40-22,-1 1 0,0 0 0,0 0 0,-1 0 0,0 1 0,0-1 0,-1 1 0,1 1 0,-10-7 0,-3-5-1123,1 1-5681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0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0 24575,'-5'0'0,"-6"0"0,-7 0 0,1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50 24575,'-8'0'0,"-1"-2"0,1 1 0,0-1 0,1 0 0,-1-1 0,0 0 0,1 0 0,-11-6 0,9 4 0,-1 1 0,1 0 0,-1 0 0,-12-2 0,19 5 0,-1 1 0,0-1 0,1 1 0,-1 0 0,0 0 0,0 1 0,1-1 0,-1 1 0,0 0 0,1 0 0,-1 0 0,1 0 0,-1 1 0,1-1 0,-6 4 0,-11 7-112,13-8-2,0 0 0,0 0 0,0 1 0,0-1 1,1 1-1,-1 1 0,2-1 0,-1 1 0,0 0 0,-5 9 0,3 2-6712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0 24575,'0'5'0,"-5"6"0,-2 7 0,-4 4 0,-5-1 0,0-5-8191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0 24575,'0'5'0,"0"6"0,-5 2 0,-1 3 0,0 3 0,-4-1 0,0 1 0,-3-2 0,-4 0 0,0-3-8191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4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 24575,'-2'32'0,"-11"64"0,7-63 0,-2 60 0,7-53 0,0-15 0,1-1 0,1 1 0,6 38 0,-5-55 0,0 0 0,1 0 0,0 0 0,0 0 0,1 0 0,0-1 0,0 0 0,0 1 0,1-2 0,1 1 0,-1 0 0,1-1 0,0 0 0,9 7 0,19 17 0,33 35 0,-47-43 0,1-1 0,1 0 0,1-2 0,0-1 0,27 16 0,44 19 0,-37-20 0,1-2 0,72 27 0,-84-42 0,-22-6 0,0-1 0,0-1 0,1-1 0,0-1 0,1-2 0,36 3 0,-32-7 0,-5 1 0,44-4 0,-61 2 0,-1 0 0,1-1 0,-1 0 0,1-1 0,-1 1 0,0-1 0,0 0 0,0-1 0,-1 0 0,8-5 0,222-192 0,-195 164 0,-35 31 0,-1 0 0,1 0 0,0 0 0,1 1 0,-1 0 0,1 0 0,0 1 0,0 0 0,0 0 0,1 0 0,0 1 0,-1 1 0,1-1 0,0 1 0,0 0 0,14-1 0,70 0 0,99 10 0,-183-6-73,-1 1 0,1 0 1,-1 0-1,0 1 0,0 0 0,0 0 0,0 0 0,0 1 0,-1 0 0,0 1 0,0-1 1,0 1-1,9 10 0,-10-11-272,8 7-6481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5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1 102 24575,'3'1'0,"0"0"0,0 0 0,0 0 0,1 1 0,-1-1 0,0 1 0,-1 0 0,1 0 0,0 0 0,0 0 0,3 4 0,21 13 0,-19-15 5,1-2 0,-1 1 0,1-1 0,0 0-1,0-1 1,-1 0 0,1-1 0,0 1 0,0-2 0,0 1-1,0-1 1,0-1 0,-1 1 0,1-1 0,0-1 0,-1 0-1,13-6 1,7-6-185,-2-1 0,0-1-1,40-34 1,-34 25-551,-15 13-6095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12 24575,'-10'0'0,"-7"0"0,-7-5 0,2-2-8191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12 24575,'0'-5'0,"-5"-1"0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9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24575,'1'4'0,"-1"-1"0,1 0 0,0 1 0,0-1 0,0 0 0,0 0 0,0 0 0,1 0 0,0 0 0,-1 0 0,1-1 0,0 1 0,0 0 0,1-1 0,-1 0 0,0 1 0,1-1 0,-1 0 0,1 0 0,0 0 0,4 2 0,11 5 0,0 1 0,30 8 0,-13-3 0,-26-12 0,0 1 0,-1 1 0,0-1 0,0 1 0,0 1 0,0 0 0,-1 0 0,0 0 0,-1 1 0,12 14 0,-17-19 0,0 1 0,-1-1 0,0 1 0,1-1 0,-1 1 0,0-1 0,0 0 0,-1 1 0,1-1 0,0 1 0,-1-1 0,1 1 0,-1-1 0,0 0 0,-2 4 0,-18 37 0,19-38 0,-19 29 0,16-26 0,-1 1 0,2-1 0,-1 1 0,1 0 0,0 0 0,1 0 0,0 0 0,0 1 0,1-1 0,-1 16 0,2 1-1365,1-2-5461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6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1014 24575,'1'-28'0,"2"0"0,7-33 0,-4 31 0,2-49 0,-7 35 0,-2 1 0,-2-1 0,-11-53 0,-16-55 0,25 122 25,2 0 0,0 0 0,2-1 0,5-45 0,-2 45-323,-1 0 0,-1 0 0,-2 0 0,-6-31 0,2 38-6528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6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28 133 24575,'0'-5'0,"-5"-6"0,-1-6 0,0-5 0,1-4 0,2-2 0,0 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7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1 117 24575,'0'-5'0,"0"0"0,0-1 0,1 1 0,0 0 0,0 0 0,0 0 0,0-1 0,1 1 0,0 0 0,0 0 0,0 1 0,1-1 0,0 0 0,0 1 0,0 0 0,0 0 0,7-7 0,-7 8 0,1 1 0,0-1 0,0 1 0,0 0 0,0 0 0,0 0 0,0 1 0,0 0 0,1-1 0,-1 1 0,0 1 0,1-1 0,-1 1 0,1-1 0,-1 1 0,1 1 0,-1-1 0,1 1 0,-1-1 0,0 1 0,8 3 0,-9-3 0,1 1 0,0-1 0,-1 1 0,1 0 0,-1 0 0,0 0 0,0 1 0,1-1 0,-1 1 0,-1 0 0,1 0 0,4 6 0,25 46 0,1 2 0,28 10-1365,-48-51-5461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3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1155 24575,'0'-1130'-1365,"0"1106"-5461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4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8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1 142 24575,'5'0'0,"1"-5"0,5-1 0,0-5 0,4-5 0,-2-5 0,-2-3 0,1 2 0,4 5 0,4 5 0,3 5 0,2 8 0,3 9 0,0 3 0,-4-1-8191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40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24575,'0'5'0,"5"2"0,1 4 0,5 5 0,5 0 0,5 2 0,-1 2 0,-5-1-8191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customXml" Target="../ink/ink5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42.png"/><Relationship Id="rId21" Type="http://schemas.openxmlformats.org/officeDocument/2006/relationships/image" Target="../media/image33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45.png"/><Relationship Id="rId7" Type="http://schemas.openxmlformats.org/officeDocument/2006/relationships/image" Target="../media/image25.png"/><Relationship Id="rId2" Type="http://schemas.openxmlformats.org/officeDocument/2006/relationships/customXml" Target="../ink/ink7.xml"/><Relationship Id="rId16" Type="http://schemas.openxmlformats.org/officeDocument/2006/relationships/customXml" Target="../ink/ink11.xml"/><Relationship Id="rId29" Type="http://schemas.openxmlformats.org/officeDocument/2006/relationships/image" Target="../media/image37.png"/><Relationship Id="rId11" Type="http://schemas.openxmlformats.org/officeDocument/2006/relationships/image" Target="../media/image29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41.png"/><Relationship Id="rId40" Type="http://schemas.openxmlformats.org/officeDocument/2006/relationships/customXml" Target="../ink/ink23.xml"/><Relationship Id="rId45" Type="http://schemas.openxmlformats.org/officeDocument/2006/relationships/customXml" Target="../ink/ink26.xml"/><Relationship Id="rId5" Type="http://schemas.openxmlformats.org/officeDocument/2006/relationships/image" Target="../media/image24.png"/><Relationship Id="rId15" Type="http://schemas.openxmlformats.org/officeDocument/2006/relationships/image" Target="../media/image2.png"/><Relationship Id="rId23" Type="http://schemas.openxmlformats.org/officeDocument/2006/relationships/image" Target="../media/image34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2.png"/><Relationship Id="rId31" Type="http://schemas.openxmlformats.org/officeDocument/2006/relationships/image" Target="../media/image38.png"/><Relationship Id="rId44" Type="http://schemas.openxmlformats.org/officeDocument/2006/relationships/customXml" Target="../ink/ink25.xml"/><Relationship Id="rId4" Type="http://schemas.openxmlformats.org/officeDocument/2006/relationships/customXml" Target="../ink/ink8.xml"/><Relationship Id="rId9" Type="http://schemas.openxmlformats.org/officeDocument/2006/relationships/image" Target="../media/image27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36.png"/><Relationship Id="rId30" Type="http://schemas.openxmlformats.org/officeDocument/2006/relationships/customXml" Target="../ink/ink18.xml"/><Relationship Id="rId35" Type="http://schemas.openxmlformats.org/officeDocument/2006/relationships/image" Target="../media/image40.png"/><Relationship Id="rId43" Type="http://schemas.openxmlformats.org/officeDocument/2006/relationships/image" Target="../media/image44.png"/><Relationship Id="rId48" Type="http://schemas.openxmlformats.org/officeDocument/2006/relationships/customXml" Target="../ink/ink28.xml"/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12" Type="http://schemas.openxmlformats.org/officeDocument/2006/relationships/image" Target="../media/image30.png"/><Relationship Id="rId17" Type="http://schemas.openxmlformats.org/officeDocument/2006/relationships/image" Target="../media/image3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22.xml"/><Relationship Id="rId46" Type="http://schemas.openxmlformats.org/officeDocument/2006/relationships/customXml" Target="../ink/ink27.xml"/><Relationship Id="rId20" Type="http://schemas.openxmlformats.org/officeDocument/2006/relationships/customXml" Target="../ink/ink13.xml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Frederik Dalby</a:t>
            </a:r>
          </a:p>
          <a:p>
            <a:r>
              <a:rPr lang="en-US" dirty="0"/>
              <a:t>Modelling Fall 2026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A7DF9-56C2-5322-96A6-AF759AD9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52" y="2175662"/>
            <a:ext cx="9647315" cy="2506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40C3F-9172-25B5-8DF6-B7D5FDF27B30}"/>
              </a:ext>
            </a:extLst>
          </p:cNvPr>
          <p:cNvSpPr txBox="1"/>
          <p:nvPr/>
        </p:nvSpPr>
        <p:spPr>
          <a:xfrm>
            <a:off x="4754880" y="786384"/>
            <a:ext cx="203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Three overall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D6A792-67F7-0D31-EDC7-9884A6D7D0E5}"/>
              </a:ext>
            </a:extLst>
          </p:cNvPr>
          <p:cNvSpPr txBox="1"/>
          <p:nvPr/>
        </p:nvSpPr>
        <p:spPr>
          <a:xfrm>
            <a:off x="10567076" y="2701636"/>
            <a:ext cx="11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first</a:t>
            </a:r>
            <a:r>
              <a:rPr lang="da-DK" dirty="0"/>
              <a:t> type)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D4C47-9A5E-131A-BDDB-633A0374542A}"/>
              </a:ext>
            </a:extLst>
          </p:cNvPr>
          <p:cNvSpPr txBox="1"/>
          <p:nvPr/>
        </p:nvSpPr>
        <p:spPr>
          <a:xfrm>
            <a:off x="10553223" y="332265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second</a:t>
            </a:r>
            <a:r>
              <a:rPr lang="da-DK" dirty="0"/>
              <a:t>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FD51E-85CF-7437-D43B-B07DAF9BF9CF}"/>
              </a:ext>
            </a:extLst>
          </p:cNvPr>
          <p:cNvSpPr txBox="1"/>
          <p:nvPr/>
        </p:nvSpPr>
        <p:spPr>
          <a:xfrm>
            <a:off x="10585309" y="4090914"/>
            <a:ext cx="125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third</a:t>
            </a:r>
            <a:r>
              <a:rPr lang="da-DK" dirty="0"/>
              <a:t> 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26D66-333C-418A-F560-C54209F6D11D}"/>
              </a:ext>
            </a:extLst>
          </p:cNvPr>
          <p:cNvSpPr txBox="1"/>
          <p:nvPr/>
        </p:nvSpPr>
        <p:spPr>
          <a:xfrm>
            <a:off x="7481453" y="5229166"/>
            <a:ext cx="3255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at </a:t>
            </a:r>
            <a:r>
              <a:rPr lang="da-DK" dirty="0" err="1"/>
              <a:t>boundary</a:t>
            </a:r>
            <a:r>
              <a:rPr lang="da-DK" dirty="0"/>
              <a:t> (newtons </a:t>
            </a:r>
            <a:r>
              <a:rPr lang="da-DK" dirty="0" err="1"/>
              <a:t>law</a:t>
            </a:r>
            <a:r>
              <a:rPr lang="da-DK" dirty="0"/>
              <a:t>, </a:t>
            </a:r>
            <a:r>
              <a:rPr lang="da-DK" dirty="0" err="1"/>
              <a:t>mass</a:t>
            </a:r>
            <a:r>
              <a:rPr lang="da-DK" dirty="0"/>
              <a:t> transfer </a:t>
            </a:r>
            <a:r>
              <a:rPr lang="da-DK" dirty="0" err="1"/>
              <a:t>coefficient</a:t>
            </a:r>
            <a:r>
              <a:rPr lang="da-DK" dirty="0"/>
              <a:t>, </a:t>
            </a:r>
            <a:r>
              <a:rPr lang="da-DK" dirty="0" err="1"/>
              <a:t>reaction</a:t>
            </a:r>
            <a:r>
              <a:rPr lang="da-DK" dirty="0"/>
              <a:t> kinetics)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33A2FE-0E43-BF6E-7829-D21052144BF2}"/>
              </a:ext>
            </a:extLst>
          </p:cNvPr>
          <p:cNvCxnSpPr/>
          <p:nvPr/>
        </p:nvCxnSpPr>
        <p:spPr>
          <a:xfrm flipV="1">
            <a:off x="9476509" y="4682338"/>
            <a:ext cx="0" cy="402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017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69EDE61-A051-D024-0C22-F8F00796E802}"/>
              </a:ext>
            </a:extLst>
          </p:cNvPr>
          <p:cNvGrpSpPr/>
          <p:nvPr/>
        </p:nvGrpSpPr>
        <p:grpSpPr>
          <a:xfrm rot="16200000">
            <a:off x="214561" y="3676961"/>
            <a:ext cx="3833581" cy="901569"/>
            <a:chOff x="2251028" y="2459736"/>
            <a:chExt cx="6941739" cy="28041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C353F6-0271-149D-EC7C-0718C726B9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78E166-FA2F-440C-2B7C-5CCF87A6162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A518B0-C9A4-7722-6532-70A8074D0F31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85A02C-4688-C819-0C30-98B48C0ACD97}"/>
              </a:ext>
            </a:extLst>
          </p:cNvPr>
          <p:cNvSpPr txBox="1"/>
          <p:nvPr/>
        </p:nvSpPr>
        <p:spPr>
          <a:xfrm>
            <a:off x="1830627" y="544292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B1F3D-8A2B-8778-122B-6A35FAFDE94D}"/>
              </a:ext>
            </a:extLst>
          </p:cNvPr>
          <p:cNvSpPr txBox="1"/>
          <p:nvPr/>
        </p:nvSpPr>
        <p:spPr>
          <a:xfrm>
            <a:off x="1886640" y="2210955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14:cNvPr>
              <p14:cNvContentPartPr/>
              <p14:nvPr/>
            </p14:nvContentPartPr>
            <p14:xfrm>
              <a:off x="1799875" y="5714230"/>
              <a:ext cx="36360" cy="185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0785" y="5705230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14:cNvPr>
              <p14:cNvContentPartPr/>
              <p14:nvPr/>
            </p14:nvContentPartPr>
            <p14:xfrm>
              <a:off x="2146915" y="5799550"/>
              <a:ext cx="23040" cy="84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7915" y="5790550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14:cNvPr>
              <p14:cNvContentPartPr/>
              <p14:nvPr/>
            </p14:nvContentPartPr>
            <p14:xfrm>
              <a:off x="2387395" y="5750950"/>
              <a:ext cx="55800" cy="127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8453" y="5741950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40FA3F1-A060-AFFA-047D-D1618B1BBE65}"/>
              </a:ext>
            </a:extLst>
          </p:cNvPr>
          <p:cNvSpPr/>
          <p:nvPr/>
        </p:nvSpPr>
        <p:spPr>
          <a:xfrm>
            <a:off x="1484903" y="2082481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D65D9-1316-EA21-3AC6-C759D31E4F57}"/>
              </a:ext>
            </a:extLst>
          </p:cNvPr>
          <p:cNvSpPr txBox="1"/>
          <p:nvPr/>
        </p:nvSpPr>
        <p:spPr>
          <a:xfrm>
            <a:off x="1040171" y="1054509"/>
            <a:ext cx="10753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On the top of the </a:t>
            </a:r>
            <a:r>
              <a:rPr lang="da-DK" dirty="0" err="1"/>
              <a:t>well</a:t>
            </a:r>
            <a:r>
              <a:rPr lang="da-DK" dirty="0"/>
              <a:t> a </a:t>
            </a:r>
            <a:r>
              <a:rPr lang="da-DK" dirty="0" err="1"/>
              <a:t>concrete</a:t>
            </a:r>
            <a:r>
              <a:rPr lang="da-DK" dirty="0"/>
              <a:t> lid </a:t>
            </a:r>
            <a:r>
              <a:rPr lang="da-DK" dirty="0" err="1"/>
              <a:t>ensures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 </a:t>
            </a:r>
            <a:r>
              <a:rPr lang="da-DK" dirty="0" err="1"/>
              <a:t>cannot</a:t>
            </a:r>
            <a:r>
              <a:rPr lang="da-DK" dirty="0"/>
              <a:t> </a:t>
            </a:r>
            <a:r>
              <a:rPr lang="da-DK" dirty="0" err="1"/>
              <a:t>escape</a:t>
            </a:r>
            <a:r>
              <a:rPr lang="da-DK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D2C85-6C11-0100-E619-2082B0AAC96B}"/>
              </a:ext>
            </a:extLst>
          </p:cNvPr>
          <p:cNvCxnSpPr/>
          <p:nvPr/>
        </p:nvCxnSpPr>
        <p:spPr>
          <a:xfrm>
            <a:off x="2861734" y="2208595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2E6871-6E77-6154-CC9C-A9801EBFCC45}"/>
              </a:ext>
            </a:extLst>
          </p:cNvPr>
          <p:cNvSpPr txBox="1"/>
          <p:nvPr/>
        </p:nvSpPr>
        <p:spPr>
          <a:xfrm>
            <a:off x="3858794" y="202157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Neumann BC (</a:t>
            </a:r>
            <a:r>
              <a:rPr lang="da-DK" dirty="0" err="1"/>
              <a:t>fixed</a:t>
            </a:r>
            <a:r>
              <a:rPr lang="da-DK" dirty="0"/>
              <a:t> flux)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DA032-1F82-0F23-9E50-881F049CA13C}"/>
              </a:ext>
            </a:extLst>
          </p:cNvPr>
          <p:cNvSpPr txBox="1"/>
          <p:nvPr/>
        </p:nvSpPr>
        <p:spPr>
          <a:xfrm>
            <a:off x="3966805" y="574312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C1CF0-3425-8ADB-5C72-4F4B5D8B74C3}"/>
              </a:ext>
            </a:extLst>
          </p:cNvPr>
          <p:cNvSpPr txBox="1"/>
          <p:nvPr/>
        </p:nvSpPr>
        <p:spPr>
          <a:xfrm>
            <a:off x="2973106" y="379568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5EF6A-3760-6294-EF55-AED8B1634E2D}"/>
              </a:ext>
            </a:extLst>
          </p:cNvPr>
          <p:cNvSpPr txBox="1"/>
          <p:nvPr/>
        </p:nvSpPr>
        <p:spPr>
          <a:xfrm>
            <a:off x="2962686" y="56915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D8E17A-3598-78CF-C3B2-3353F984015F}"/>
              </a:ext>
            </a:extLst>
          </p:cNvPr>
          <p:cNvSpPr txBox="1"/>
          <p:nvPr/>
        </p:nvSpPr>
        <p:spPr>
          <a:xfrm>
            <a:off x="2941196" y="2092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B1F09-ED85-CC70-E0D9-37DF54A4D917}"/>
              </a:ext>
            </a:extLst>
          </p:cNvPr>
          <p:cNvSpPr txBox="1"/>
          <p:nvPr/>
        </p:nvSpPr>
        <p:spPr>
          <a:xfrm>
            <a:off x="1058873" y="478579"/>
            <a:ext cx="1033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have </a:t>
            </a:r>
            <a:r>
              <a:rPr lang="da-DK" dirty="0" err="1"/>
              <a:t>different</a:t>
            </a:r>
            <a:r>
              <a:rPr lang="da-DK" dirty="0"/>
              <a:t> types of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conditions</a:t>
            </a:r>
            <a:r>
              <a:rPr lang="da-DK" dirty="0"/>
              <a:t> in </a:t>
            </a:r>
            <a:r>
              <a:rPr lang="da-DK" dirty="0" err="1"/>
              <a:t>each</a:t>
            </a:r>
            <a:r>
              <a:rPr lang="da-DK" dirty="0"/>
              <a:t> end: </a:t>
            </a:r>
            <a:r>
              <a:rPr lang="da-DK" dirty="0" err="1"/>
              <a:t>Example</a:t>
            </a:r>
            <a:r>
              <a:rPr lang="da-DK" dirty="0"/>
              <a:t> with </a:t>
            </a:r>
            <a:r>
              <a:rPr lang="da-DK" dirty="0" err="1"/>
              <a:t>Dirichlet</a:t>
            </a:r>
            <a:r>
              <a:rPr lang="da-DK" dirty="0"/>
              <a:t> + Neumann BC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BFAB58-D432-EBDA-CE60-07938A70ABAE}"/>
              </a:ext>
            </a:extLst>
          </p:cNvPr>
          <p:cNvCxnSpPr>
            <a:cxnSpLocks/>
          </p:cNvCxnSpPr>
          <p:nvPr/>
        </p:nvCxnSpPr>
        <p:spPr>
          <a:xfrm flipH="1">
            <a:off x="3359863" y="2206236"/>
            <a:ext cx="334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5DF0C8-B447-E090-1BAC-39827AB95985}"/>
              </a:ext>
            </a:extLst>
          </p:cNvPr>
          <p:cNvCxnSpPr>
            <a:endCxn id="19" idx="3"/>
          </p:cNvCxnSpPr>
          <p:nvPr/>
        </p:nvCxnSpPr>
        <p:spPr>
          <a:xfrm flipH="1" flipV="1">
            <a:off x="3270784" y="5876245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/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33F7D6-AAE7-9A76-F9EF-1FEF707CFD3D}"/>
              </a:ext>
            </a:extLst>
          </p:cNvPr>
          <p:cNvCxnSpPr/>
          <p:nvPr/>
        </p:nvCxnSpPr>
        <p:spPr>
          <a:xfrm flipH="1" flipV="1">
            <a:off x="4983480" y="2487954"/>
            <a:ext cx="493776" cy="941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75FF2E-6487-6E79-4757-C25D2F028E55}"/>
              </a:ext>
            </a:extLst>
          </p:cNvPr>
          <p:cNvCxnSpPr>
            <a:cxnSpLocks/>
          </p:cNvCxnSpPr>
          <p:nvPr/>
        </p:nvCxnSpPr>
        <p:spPr>
          <a:xfrm flipH="1">
            <a:off x="4904138" y="4370046"/>
            <a:ext cx="573118" cy="133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3D901DE-6FA2-D40D-9DD7-FDFCECD52A76}"/>
              </a:ext>
            </a:extLst>
          </p:cNvPr>
          <p:cNvSpPr txBox="1"/>
          <p:nvPr/>
        </p:nvSpPr>
        <p:spPr>
          <a:xfrm>
            <a:off x="7015424" y="3893974"/>
            <a:ext cx="210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 IC (for </a:t>
            </a:r>
            <a:r>
              <a:rPr lang="da-DK" dirty="0" err="1"/>
              <a:t>every</a:t>
            </a:r>
            <a:r>
              <a:rPr lang="da-DK" dirty="0"/>
              <a:t> ODE)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C8D15-1C52-FBE0-DAC4-655BC8B1CA93}"/>
              </a:ext>
            </a:extLst>
          </p:cNvPr>
          <p:cNvSpPr txBox="1"/>
          <p:nvPr/>
        </p:nvSpPr>
        <p:spPr>
          <a:xfrm>
            <a:off x="7015424" y="3592357"/>
            <a:ext cx="344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 BC (for all time points)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/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/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E4C41F-F052-4328-1E8C-51B2BDFB42EF}"/>
              </a:ext>
            </a:extLst>
          </p:cNvPr>
          <p:cNvSpPr txBox="1"/>
          <p:nvPr/>
        </p:nvSpPr>
        <p:spPr>
          <a:xfrm>
            <a:off x="3469774" y="440007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13DA65-F787-B34B-D9EE-FB5FED95AA4F}"/>
              </a:ext>
            </a:extLst>
          </p:cNvPr>
          <p:cNvCxnSpPr/>
          <p:nvPr/>
        </p:nvCxnSpPr>
        <p:spPr>
          <a:xfrm flipV="1">
            <a:off x="4434840" y="4263306"/>
            <a:ext cx="402336" cy="217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1402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A5D886-C4A0-287C-15CA-26090A6362B1}"/>
              </a:ext>
            </a:extLst>
          </p:cNvPr>
          <p:cNvCxnSpPr/>
          <p:nvPr/>
        </p:nvCxnSpPr>
        <p:spPr>
          <a:xfrm>
            <a:off x="4838925" y="1813429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F76F95-0D2C-4013-5F3A-7DF1AC0D9866}"/>
              </a:ext>
            </a:extLst>
          </p:cNvPr>
          <p:cNvSpPr txBox="1"/>
          <p:nvPr/>
        </p:nvSpPr>
        <p:spPr>
          <a:xfrm>
            <a:off x="4918387" y="529641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2273C-76E1-00D6-127B-E4A62FA1C6E7}"/>
              </a:ext>
            </a:extLst>
          </p:cNvPr>
          <p:cNvSpPr txBox="1"/>
          <p:nvPr/>
        </p:nvSpPr>
        <p:spPr>
          <a:xfrm>
            <a:off x="4918387" y="16969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5F60B7-9427-7B1E-7042-AFEC7C46F315}"/>
              </a:ext>
            </a:extLst>
          </p:cNvPr>
          <p:cNvSpPr/>
          <p:nvPr/>
        </p:nvSpPr>
        <p:spPr>
          <a:xfrm>
            <a:off x="4816065" y="54399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2E37F8-C25E-2392-0DF3-8D2CE7CFC460}"/>
              </a:ext>
            </a:extLst>
          </p:cNvPr>
          <p:cNvSpPr/>
          <p:nvPr/>
        </p:nvSpPr>
        <p:spPr>
          <a:xfrm>
            <a:off x="4816064" y="184045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115BA2-CAE8-82A6-A031-998DBC11E25C}"/>
              </a:ext>
            </a:extLst>
          </p:cNvPr>
          <p:cNvSpPr/>
          <p:nvPr/>
        </p:nvSpPr>
        <p:spPr>
          <a:xfrm>
            <a:off x="4816063" y="257807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88CEA2-48BE-6070-E4D7-7B71E9A605D2}"/>
              </a:ext>
            </a:extLst>
          </p:cNvPr>
          <p:cNvSpPr/>
          <p:nvPr/>
        </p:nvSpPr>
        <p:spPr>
          <a:xfrm>
            <a:off x="4814883" y="3280403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0FE98B-79DF-6FD7-9CF6-96362BC43C99}"/>
              </a:ext>
            </a:extLst>
          </p:cNvPr>
          <p:cNvSpPr/>
          <p:nvPr/>
        </p:nvSpPr>
        <p:spPr>
          <a:xfrm>
            <a:off x="4821197" y="398892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67F27F-000F-2175-020B-9C20CD9083D2}"/>
              </a:ext>
            </a:extLst>
          </p:cNvPr>
          <p:cNvSpPr/>
          <p:nvPr/>
        </p:nvSpPr>
        <p:spPr>
          <a:xfrm>
            <a:off x="4816063" y="473140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3A5EC2-2E24-7857-D860-BD07AB551A88}"/>
              </a:ext>
            </a:extLst>
          </p:cNvPr>
          <p:cNvSpPr txBox="1"/>
          <p:nvPr/>
        </p:nvSpPr>
        <p:spPr>
          <a:xfrm>
            <a:off x="4914656" y="456535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2C78E-16CA-4A0C-387A-88F305AC079B}"/>
              </a:ext>
            </a:extLst>
          </p:cNvPr>
          <p:cNvSpPr txBox="1"/>
          <p:nvPr/>
        </p:nvSpPr>
        <p:spPr>
          <a:xfrm>
            <a:off x="4914656" y="384540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73FDA8-AF02-A135-1CEF-55B4B40C20BA}"/>
              </a:ext>
            </a:extLst>
          </p:cNvPr>
          <p:cNvSpPr txBox="1"/>
          <p:nvPr/>
        </p:nvSpPr>
        <p:spPr>
          <a:xfrm>
            <a:off x="4914656" y="313688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B2C5AF-0BAC-D03E-04DD-9643430B59EE}"/>
              </a:ext>
            </a:extLst>
          </p:cNvPr>
          <p:cNvSpPr txBox="1"/>
          <p:nvPr/>
        </p:nvSpPr>
        <p:spPr>
          <a:xfrm>
            <a:off x="4914656" y="242836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4D97A-C6B3-81FF-0457-EA9FFF7E56DB}"/>
              </a:ext>
            </a:extLst>
          </p:cNvPr>
          <p:cNvSpPr txBox="1"/>
          <p:nvPr/>
        </p:nvSpPr>
        <p:spPr>
          <a:xfrm>
            <a:off x="4894146" y="102899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110585-4286-8A8C-861A-F51FDC72ACED}"/>
              </a:ext>
            </a:extLst>
          </p:cNvPr>
          <p:cNvCxnSpPr>
            <a:cxnSpLocks/>
          </p:cNvCxnSpPr>
          <p:nvPr/>
        </p:nvCxnSpPr>
        <p:spPr>
          <a:xfrm flipH="1" flipV="1">
            <a:off x="4833171" y="1177230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2259652-2469-FA5C-A129-49A687DC97B5}"/>
              </a:ext>
            </a:extLst>
          </p:cNvPr>
          <p:cNvSpPr/>
          <p:nvPr/>
        </p:nvSpPr>
        <p:spPr>
          <a:xfrm>
            <a:off x="4818530" y="1151089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7610C0-02EB-486B-956C-5358C55A3D6A}"/>
              </a:ext>
            </a:extLst>
          </p:cNvPr>
          <p:cNvSpPr txBox="1"/>
          <p:nvPr/>
        </p:nvSpPr>
        <p:spPr>
          <a:xfrm>
            <a:off x="5799221" y="666510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6D9183-0494-670F-BFAD-D15A7AB331AD}"/>
              </a:ext>
            </a:extLst>
          </p:cNvPr>
          <p:cNvCxnSpPr>
            <a:cxnSpLocks/>
          </p:cNvCxnSpPr>
          <p:nvPr/>
        </p:nvCxnSpPr>
        <p:spPr>
          <a:xfrm flipH="1">
            <a:off x="5233349" y="855339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DD29B6-BB74-9DA0-C899-8A9F42DA8940}"/>
              </a:ext>
            </a:extLst>
          </p:cNvPr>
          <p:cNvGrpSpPr/>
          <p:nvPr/>
        </p:nvGrpSpPr>
        <p:grpSpPr>
          <a:xfrm rot="16200000">
            <a:off x="1800431" y="3291418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8A984E-393B-FD86-FE59-F6B628D7D42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B104B1-996A-8604-BC98-464F75CC95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821526-5784-387A-9BEE-6CAC70102C08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B49A84D-43DD-E187-32D8-361715213112}"/>
              </a:ext>
            </a:extLst>
          </p:cNvPr>
          <p:cNvSpPr txBox="1"/>
          <p:nvPr/>
        </p:nvSpPr>
        <p:spPr>
          <a:xfrm>
            <a:off x="3416497" y="513967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49E1FC-AC5E-AA8C-715B-FF4563BE0E91}"/>
              </a:ext>
            </a:extLst>
          </p:cNvPr>
          <p:cNvSpPr txBox="1"/>
          <p:nvPr/>
        </p:nvSpPr>
        <p:spPr>
          <a:xfrm>
            <a:off x="3472510" y="1825412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14:cNvPr>
              <p14:cNvContentPartPr/>
              <p14:nvPr/>
            </p14:nvContentPartPr>
            <p14:xfrm>
              <a:off x="3385745" y="5328687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6655" y="5319687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14:cNvPr>
              <p14:cNvContentPartPr/>
              <p14:nvPr/>
            </p14:nvContentPartPr>
            <p14:xfrm>
              <a:off x="3732785" y="5414007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3785" y="5405007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14:cNvPr>
              <p14:cNvContentPartPr/>
              <p14:nvPr/>
            </p14:nvContentPartPr>
            <p14:xfrm>
              <a:off x="3973265" y="5365407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4323" y="5356407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8206BDAB-9594-71A7-42D3-074998C6D4CF}"/>
              </a:ext>
            </a:extLst>
          </p:cNvPr>
          <p:cNvSpPr/>
          <p:nvPr/>
        </p:nvSpPr>
        <p:spPr>
          <a:xfrm>
            <a:off x="3070773" y="1696938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A95FD9-0692-EDFD-5D02-17B7575194CA}"/>
              </a:ext>
            </a:extLst>
          </p:cNvPr>
          <p:cNvCxnSpPr/>
          <p:nvPr/>
        </p:nvCxnSpPr>
        <p:spPr>
          <a:xfrm>
            <a:off x="4447604" y="1823052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71091C5-5BC1-1157-3155-B99F84E9A676}"/>
              </a:ext>
            </a:extLst>
          </p:cNvPr>
          <p:cNvSpPr txBox="1"/>
          <p:nvPr/>
        </p:nvSpPr>
        <p:spPr>
          <a:xfrm>
            <a:off x="4558976" y="341013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49290-25ED-B166-86EC-97456EB3EA77}"/>
              </a:ext>
            </a:extLst>
          </p:cNvPr>
          <p:cNvSpPr txBox="1"/>
          <p:nvPr/>
        </p:nvSpPr>
        <p:spPr>
          <a:xfrm>
            <a:off x="4548556" y="53060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962215-EAB5-5FA7-74E5-1102C67A3AA4}"/>
              </a:ext>
            </a:extLst>
          </p:cNvPr>
          <p:cNvSpPr txBox="1"/>
          <p:nvPr/>
        </p:nvSpPr>
        <p:spPr>
          <a:xfrm>
            <a:off x="4527066" y="1706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DC8BB0-2D12-5F09-A1B1-D1378E7B1325}"/>
              </a:ext>
            </a:extLst>
          </p:cNvPr>
          <p:cNvSpPr txBox="1"/>
          <p:nvPr/>
        </p:nvSpPr>
        <p:spPr>
          <a:xfrm>
            <a:off x="5879155" y="1623120"/>
            <a:ext cx="26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Neumann BC (</a:t>
            </a:r>
            <a:r>
              <a:rPr lang="da-DK" b="1" dirty="0" err="1"/>
              <a:t>fixed</a:t>
            </a:r>
            <a:r>
              <a:rPr lang="da-DK" b="1" dirty="0"/>
              <a:t> flux)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1D083E-09F6-A73D-4C6D-7C384458E3EC}"/>
              </a:ext>
            </a:extLst>
          </p:cNvPr>
          <p:cNvCxnSpPr>
            <a:cxnSpLocks/>
          </p:cNvCxnSpPr>
          <p:nvPr/>
        </p:nvCxnSpPr>
        <p:spPr>
          <a:xfrm flipH="1">
            <a:off x="5325346" y="1846065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/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/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/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/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/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BBA128A0-CEA7-23BA-B8D3-C76E10CC2F95}"/>
              </a:ext>
            </a:extLst>
          </p:cNvPr>
          <p:cNvSpPr txBox="1"/>
          <p:nvPr/>
        </p:nvSpPr>
        <p:spPr>
          <a:xfrm>
            <a:off x="6375956" y="421474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9E925-30D0-15F7-BDAD-5D869DDC8299}"/>
              </a:ext>
            </a:extLst>
          </p:cNvPr>
          <p:cNvSpPr txBox="1"/>
          <p:nvPr/>
        </p:nvSpPr>
        <p:spPr>
          <a:xfrm>
            <a:off x="6076018" y="5365407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616F9C-D15E-D28C-C60A-7AE561D48741}"/>
              </a:ext>
            </a:extLst>
          </p:cNvPr>
          <p:cNvCxnSpPr/>
          <p:nvPr/>
        </p:nvCxnSpPr>
        <p:spPr>
          <a:xfrm flipH="1" flipV="1">
            <a:off x="5379997" y="5498527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9880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/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714DC6-C2B1-4277-AE06-6D413156C0B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B31307-EF41-3D60-A1E8-A6405DAB495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709E328-707E-72F8-F519-7E6D68AEB4C2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5C4E1-C056-8091-0D09-EEE888894DEA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/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6EDEDA-53B4-2D46-5F02-3B94A39A741F}"/>
              </a:ext>
            </a:extLst>
          </p:cNvPr>
          <p:cNvCxnSpPr/>
          <p:nvPr/>
        </p:nvCxnSpPr>
        <p:spPr>
          <a:xfrm>
            <a:off x="2261670" y="4673921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4C091E-53E5-90A6-357A-9AB350B8A2C5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D77377-F242-C0E2-BB5C-5A904EA382AA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91716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4C3432-36E4-BE57-246E-3B036ACC122D}"/>
              </a:ext>
            </a:extLst>
          </p:cNvPr>
          <p:cNvCxnSpPr/>
          <p:nvPr/>
        </p:nvCxnSpPr>
        <p:spPr>
          <a:xfrm>
            <a:off x="2464533" y="2451604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D992DF-329E-BF4B-CA78-F5FD00291B5F}"/>
              </a:ext>
            </a:extLst>
          </p:cNvPr>
          <p:cNvSpPr txBox="1"/>
          <p:nvPr/>
        </p:nvSpPr>
        <p:spPr>
          <a:xfrm>
            <a:off x="2543995" y="593458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38FEA-E51E-A056-E883-36C6F56BC865}"/>
              </a:ext>
            </a:extLst>
          </p:cNvPr>
          <p:cNvSpPr txBox="1"/>
          <p:nvPr/>
        </p:nvSpPr>
        <p:spPr>
          <a:xfrm>
            <a:off x="2543995" y="23351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ED9AB6-7FB7-1A08-9880-9799B335C0BE}"/>
              </a:ext>
            </a:extLst>
          </p:cNvPr>
          <p:cNvSpPr/>
          <p:nvPr/>
        </p:nvSpPr>
        <p:spPr>
          <a:xfrm>
            <a:off x="2441673" y="607810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79B7FA-55BE-7280-0665-72CC0631D045}"/>
              </a:ext>
            </a:extLst>
          </p:cNvPr>
          <p:cNvSpPr/>
          <p:nvPr/>
        </p:nvSpPr>
        <p:spPr>
          <a:xfrm>
            <a:off x="2441672" y="24786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2546CD-D30C-3431-835C-865E5F83C99E}"/>
              </a:ext>
            </a:extLst>
          </p:cNvPr>
          <p:cNvSpPr/>
          <p:nvPr/>
        </p:nvSpPr>
        <p:spPr>
          <a:xfrm>
            <a:off x="2441671" y="321624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E6A31D-57CA-3389-3EC5-FED8E9CEFB2E}"/>
              </a:ext>
            </a:extLst>
          </p:cNvPr>
          <p:cNvSpPr/>
          <p:nvPr/>
        </p:nvSpPr>
        <p:spPr>
          <a:xfrm>
            <a:off x="2440491" y="3918578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905D4-E9F8-242F-80E5-3A61528B4238}"/>
              </a:ext>
            </a:extLst>
          </p:cNvPr>
          <p:cNvSpPr/>
          <p:nvPr/>
        </p:nvSpPr>
        <p:spPr>
          <a:xfrm>
            <a:off x="2446805" y="462710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80CCEA-5CA0-5074-75A7-A2D0442A5C2B}"/>
              </a:ext>
            </a:extLst>
          </p:cNvPr>
          <p:cNvSpPr/>
          <p:nvPr/>
        </p:nvSpPr>
        <p:spPr>
          <a:xfrm>
            <a:off x="2441671" y="536958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8A897-86F2-DC25-FF57-152B15C38765}"/>
              </a:ext>
            </a:extLst>
          </p:cNvPr>
          <p:cNvSpPr txBox="1"/>
          <p:nvPr/>
        </p:nvSpPr>
        <p:spPr>
          <a:xfrm>
            <a:off x="2540264" y="520352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D9973-BE10-004D-D558-2F913A1A1E76}"/>
              </a:ext>
            </a:extLst>
          </p:cNvPr>
          <p:cNvSpPr txBox="1"/>
          <p:nvPr/>
        </p:nvSpPr>
        <p:spPr>
          <a:xfrm>
            <a:off x="2540264" y="448358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2CC51-EB55-0150-000D-67606875B5A2}"/>
              </a:ext>
            </a:extLst>
          </p:cNvPr>
          <p:cNvSpPr txBox="1"/>
          <p:nvPr/>
        </p:nvSpPr>
        <p:spPr>
          <a:xfrm>
            <a:off x="2540264" y="377506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E1B75-93C9-325A-B93F-7A9CDEA6220D}"/>
              </a:ext>
            </a:extLst>
          </p:cNvPr>
          <p:cNvSpPr txBox="1"/>
          <p:nvPr/>
        </p:nvSpPr>
        <p:spPr>
          <a:xfrm>
            <a:off x="2540264" y="306653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32C9F-9EC6-E3FB-2554-9599E1917A4B}"/>
              </a:ext>
            </a:extLst>
          </p:cNvPr>
          <p:cNvSpPr txBox="1"/>
          <p:nvPr/>
        </p:nvSpPr>
        <p:spPr>
          <a:xfrm>
            <a:off x="2519754" y="166716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5E4179-721D-FB3D-463C-57B429BEEF82}"/>
              </a:ext>
            </a:extLst>
          </p:cNvPr>
          <p:cNvCxnSpPr>
            <a:cxnSpLocks/>
          </p:cNvCxnSpPr>
          <p:nvPr/>
        </p:nvCxnSpPr>
        <p:spPr>
          <a:xfrm flipH="1" flipV="1">
            <a:off x="2458779" y="1815405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34E137A-C0C2-F060-AD4C-B2251C67F761}"/>
              </a:ext>
            </a:extLst>
          </p:cNvPr>
          <p:cNvSpPr/>
          <p:nvPr/>
        </p:nvSpPr>
        <p:spPr>
          <a:xfrm>
            <a:off x="2444138" y="1789264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CE9C14-D17B-332F-08D0-EE384464E085}"/>
              </a:ext>
            </a:extLst>
          </p:cNvPr>
          <p:cNvSpPr txBox="1"/>
          <p:nvPr/>
        </p:nvSpPr>
        <p:spPr>
          <a:xfrm>
            <a:off x="3424829" y="1304685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2B5584-4343-1988-F4F8-FF14476662E4}"/>
              </a:ext>
            </a:extLst>
          </p:cNvPr>
          <p:cNvCxnSpPr>
            <a:cxnSpLocks/>
          </p:cNvCxnSpPr>
          <p:nvPr/>
        </p:nvCxnSpPr>
        <p:spPr>
          <a:xfrm flipH="1">
            <a:off x="2858957" y="1493514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AB8137-964A-2DCB-B6B9-44A5EF8AC930}"/>
              </a:ext>
            </a:extLst>
          </p:cNvPr>
          <p:cNvGrpSpPr/>
          <p:nvPr/>
        </p:nvGrpSpPr>
        <p:grpSpPr>
          <a:xfrm rot="16200000">
            <a:off x="-573961" y="3929593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60D0C86-945B-8027-EA9E-9E3BE15221C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F44B3B-A3A4-1282-B603-1C2E9CBF775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25EB82-C429-DA30-5ECA-E441A777E93D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B2D35D5-FA9A-5036-FEF5-FA9CDFDAC16F}"/>
              </a:ext>
            </a:extLst>
          </p:cNvPr>
          <p:cNvSpPr txBox="1"/>
          <p:nvPr/>
        </p:nvSpPr>
        <p:spPr>
          <a:xfrm>
            <a:off x="1042105" y="577785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D7D1C4-569D-FB6F-7D44-8E8E76075D00}"/>
              </a:ext>
            </a:extLst>
          </p:cNvPr>
          <p:cNvSpPr txBox="1"/>
          <p:nvPr/>
        </p:nvSpPr>
        <p:spPr>
          <a:xfrm>
            <a:off x="1098118" y="246358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14:cNvPr>
              <p14:cNvContentPartPr/>
              <p14:nvPr/>
            </p14:nvContentPartPr>
            <p14:xfrm>
              <a:off x="1011353" y="5966862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263" y="5957862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14:cNvPr>
              <p14:cNvContentPartPr/>
              <p14:nvPr/>
            </p14:nvContentPartPr>
            <p14:xfrm>
              <a:off x="1358393" y="6052182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393" y="6043182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14:cNvPr>
              <p14:cNvContentPartPr/>
              <p14:nvPr/>
            </p14:nvContentPartPr>
            <p14:xfrm>
              <a:off x="1598873" y="6003582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9931" y="5994582"/>
                <a:ext cx="73327" cy="14472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0F86CB-056F-4A45-0FD0-278908B34695}"/>
              </a:ext>
            </a:extLst>
          </p:cNvPr>
          <p:cNvCxnSpPr/>
          <p:nvPr/>
        </p:nvCxnSpPr>
        <p:spPr>
          <a:xfrm>
            <a:off x="2073212" y="2461227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E1F0C1-FE9C-3F3D-0C7C-097DC12399DC}"/>
              </a:ext>
            </a:extLst>
          </p:cNvPr>
          <p:cNvSpPr txBox="1"/>
          <p:nvPr/>
        </p:nvSpPr>
        <p:spPr>
          <a:xfrm>
            <a:off x="2184584" y="404831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B37E46-EB6F-D9D0-3795-A232567C83A0}"/>
              </a:ext>
            </a:extLst>
          </p:cNvPr>
          <p:cNvSpPr txBox="1"/>
          <p:nvPr/>
        </p:nvSpPr>
        <p:spPr>
          <a:xfrm>
            <a:off x="2174164" y="59442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876555-A253-1EA2-ACE9-2C40ED44841B}"/>
              </a:ext>
            </a:extLst>
          </p:cNvPr>
          <p:cNvSpPr txBox="1"/>
          <p:nvPr/>
        </p:nvSpPr>
        <p:spPr>
          <a:xfrm>
            <a:off x="2152674" y="23447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E1830-1807-FDF0-1F6B-7EBD3470C46E}"/>
              </a:ext>
            </a:extLst>
          </p:cNvPr>
          <p:cNvSpPr txBox="1"/>
          <p:nvPr/>
        </p:nvSpPr>
        <p:spPr>
          <a:xfrm>
            <a:off x="3504763" y="226129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Robin BC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817320-4040-E228-2D66-500C34F4FAD3}"/>
              </a:ext>
            </a:extLst>
          </p:cNvPr>
          <p:cNvCxnSpPr>
            <a:cxnSpLocks/>
          </p:cNvCxnSpPr>
          <p:nvPr/>
        </p:nvCxnSpPr>
        <p:spPr>
          <a:xfrm flipH="1">
            <a:off x="2950954" y="2484240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/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1AEC429-41A3-2FE7-086E-E34B0166CF60}"/>
              </a:ext>
            </a:extLst>
          </p:cNvPr>
          <p:cNvSpPr txBox="1"/>
          <p:nvPr/>
        </p:nvSpPr>
        <p:spPr>
          <a:xfrm>
            <a:off x="3504763" y="4412040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DBE965-5FDD-CBF2-6788-7969E73528EC}"/>
              </a:ext>
            </a:extLst>
          </p:cNvPr>
          <p:cNvSpPr txBox="1"/>
          <p:nvPr/>
        </p:nvSpPr>
        <p:spPr>
          <a:xfrm>
            <a:off x="719175" y="35775"/>
            <a:ext cx="10713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The top of the </a:t>
            </a:r>
            <a:r>
              <a:rPr lang="da-DK" dirty="0" err="1"/>
              <a:t>well</a:t>
            </a:r>
            <a:r>
              <a:rPr lang="da-DK" dirty="0"/>
              <a:t> is open to the air with a mild </a:t>
            </a:r>
            <a:r>
              <a:rPr lang="da-DK" dirty="0" err="1"/>
              <a:t>wind</a:t>
            </a:r>
            <a:r>
              <a:rPr lang="da-DK" dirty="0"/>
              <a:t> over the </a:t>
            </a:r>
            <a:r>
              <a:rPr lang="da-DK" dirty="0" err="1"/>
              <a:t>well</a:t>
            </a:r>
            <a:r>
              <a:rPr lang="da-DK" dirty="0"/>
              <a:t>. H</a:t>
            </a:r>
            <a:r>
              <a:rPr lang="da-DK" baseline="-25000" dirty="0"/>
              <a:t>2</a:t>
            </a:r>
            <a:r>
              <a:rPr lang="da-DK" dirty="0"/>
              <a:t>S is transferred to the bulk air </a:t>
            </a:r>
            <a:r>
              <a:rPr lang="da-DK" dirty="0" err="1"/>
              <a:t>phase</a:t>
            </a:r>
            <a:r>
              <a:rPr lang="da-DK" dirty="0"/>
              <a:t> </a:t>
            </a:r>
          </a:p>
          <a:p>
            <a:r>
              <a:rPr lang="da-DK" dirty="0"/>
              <a:t>by </a:t>
            </a:r>
            <a:r>
              <a:rPr lang="da-DK" dirty="0" err="1"/>
              <a:t>convection</a:t>
            </a:r>
            <a:endParaRPr lang="da-D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716039-C336-AC95-C4C3-DCA2C771A079}"/>
              </a:ext>
            </a:extLst>
          </p:cNvPr>
          <p:cNvSpPr txBox="1"/>
          <p:nvPr/>
        </p:nvSpPr>
        <p:spPr>
          <a:xfrm>
            <a:off x="3730167" y="5981162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31C3EC-2059-4C53-51DC-39377146C342}"/>
              </a:ext>
            </a:extLst>
          </p:cNvPr>
          <p:cNvCxnSpPr/>
          <p:nvPr/>
        </p:nvCxnSpPr>
        <p:spPr>
          <a:xfrm flipH="1" flipV="1">
            <a:off x="3034146" y="6114282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/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/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/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/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/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24CC1232-12C4-BC65-4913-202DCAC54CD9}"/>
              </a:ext>
            </a:extLst>
          </p:cNvPr>
          <p:cNvGrpSpPr/>
          <p:nvPr/>
        </p:nvGrpSpPr>
        <p:grpSpPr>
          <a:xfrm>
            <a:off x="375920" y="1526200"/>
            <a:ext cx="1818720" cy="537480"/>
            <a:chOff x="375920" y="1526200"/>
            <a:chExt cx="181872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3E3433-ACDD-E854-6FF6-446FF65264F1}"/>
                    </a:ext>
                  </a:extLst>
                </p14:cNvPr>
                <p14:cNvContentPartPr/>
                <p14:nvPr/>
              </p14:nvContentPartPr>
              <p14:xfrm>
                <a:off x="375920" y="1553200"/>
                <a:ext cx="1270800" cy="488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3E3433-ACDD-E854-6FF6-446FF65264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6920" y="1544200"/>
                  <a:ext cx="12884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6C0324-0154-C7C6-B603-EE4A9B27BE1E}"/>
                    </a:ext>
                  </a:extLst>
                </p14:cNvPr>
                <p14:cNvContentPartPr/>
                <p14:nvPr/>
              </p14:nvContentPartPr>
              <p14:xfrm>
                <a:off x="1525760" y="1544200"/>
                <a:ext cx="1872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6C0324-0154-C7C6-B603-EE4A9B27BE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17120" y="1535200"/>
                  <a:ext cx="3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532007-68C9-3EC5-A921-AF2BD2AE2FD6}"/>
                    </a:ext>
                  </a:extLst>
                </p14:cNvPr>
                <p14:cNvContentPartPr/>
                <p14:nvPr/>
              </p14:nvContentPartPr>
              <p14:xfrm>
                <a:off x="1392920" y="1526200"/>
                <a:ext cx="110880" cy="38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532007-68C9-3EC5-A921-AF2BD2AE2F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83920" y="1517200"/>
                  <a:ext cx="128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93C82E-C6EC-3C13-24E8-68719DF75D63}"/>
                    </a:ext>
                  </a:extLst>
                </p14:cNvPr>
                <p14:cNvContentPartPr/>
                <p14:nvPr/>
              </p14:nvContentPartPr>
              <p14:xfrm>
                <a:off x="1341800" y="1594960"/>
                <a:ext cx="19800" cy="33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93C82E-C6EC-3C13-24E8-68719DF75D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2800" y="1585960"/>
                  <a:ext cx="37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CF6B83-415B-CCBF-7E69-A91FE287389F}"/>
                    </a:ext>
                  </a:extLst>
                </p14:cNvPr>
                <p14:cNvContentPartPr/>
                <p14:nvPr/>
              </p14:nvContentPartPr>
              <p14:xfrm>
                <a:off x="1300760" y="1635640"/>
                <a:ext cx="30600" cy="54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CF6B83-415B-CCBF-7E69-A91FE28738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91760" y="1626640"/>
                  <a:ext cx="48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E56D1C-28AD-6B03-BF85-EC97E54B19AA}"/>
                    </a:ext>
                  </a:extLst>
                </p14:cNvPr>
                <p14:cNvContentPartPr/>
                <p14:nvPr/>
              </p14:nvContentPartPr>
              <p14:xfrm>
                <a:off x="1278800" y="1696480"/>
                <a:ext cx="705960" cy="36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E56D1C-28AD-6B03-BF85-EC97E54B19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70160" y="1687840"/>
                  <a:ext cx="7236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96E23D-AE4F-0A25-3A63-E4BE894B1519}"/>
                    </a:ext>
                  </a:extLst>
                </p14:cNvPr>
                <p14:cNvContentPartPr/>
                <p14:nvPr/>
              </p14:nvContentPartPr>
              <p14:xfrm>
                <a:off x="2001320" y="1944520"/>
                <a:ext cx="155520" cy="5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96E23D-AE4F-0A25-3A63-E4BE894B15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2680" y="1935520"/>
                  <a:ext cx="173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5078D39-DC54-C414-15DE-D334D2AF7A32}"/>
                    </a:ext>
                  </a:extLst>
                </p14:cNvPr>
                <p14:cNvContentPartPr/>
                <p14:nvPr/>
              </p14:nvContentPartPr>
              <p14:xfrm>
                <a:off x="2168000" y="1916080"/>
                <a:ext cx="26640" cy="4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5078D39-DC54-C414-15DE-D334D2AF7A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59360" y="1907080"/>
                  <a:ext cx="44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70937A-3193-784F-0AB1-38CDCC25CD5F}"/>
                    </a:ext>
                  </a:extLst>
                </p14:cNvPr>
                <p14:cNvContentPartPr/>
                <p14:nvPr/>
              </p14:nvContentPartPr>
              <p14:xfrm>
                <a:off x="2121560" y="1895560"/>
                <a:ext cx="2160" cy="4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70937A-3193-784F-0AB1-38CDCC25CD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12560" y="1886920"/>
                  <a:ext cx="19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04AD04-FCE7-B7F7-B180-F9296C85A11E}"/>
                    </a:ext>
                  </a:extLst>
                </p14:cNvPr>
                <p14:cNvContentPartPr/>
                <p14:nvPr/>
              </p14:nvContentPartPr>
              <p14:xfrm>
                <a:off x="2113280" y="1889440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04AD04-FCE7-B7F7-B180-F9296C85A1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04280" y="1880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5536766-4043-BC3A-70DE-2ADDDC1B66CF}"/>
                    </a:ext>
                  </a:extLst>
                </p14:cNvPr>
                <p14:cNvContentPartPr/>
                <p14:nvPr/>
              </p14:nvContentPartPr>
              <p14:xfrm>
                <a:off x="2072600" y="1869280"/>
                <a:ext cx="94320" cy="171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5536766-4043-BC3A-70DE-2ADDDC1B66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63600" y="1860280"/>
                  <a:ext cx="1119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9DF9B37-B0A6-B022-EE4B-AF3D279AA9E6}"/>
              </a:ext>
            </a:extLst>
          </p:cNvPr>
          <p:cNvGrpSpPr/>
          <p:nvPr/>
        </p:nvGrpSpPr>
        <p:grpSpPr>
          <a:xfrm>
            <a:off x="1472840" y="2192920"/>
            <a:ext cx="117000" cy="377640"/>
            <a:chOff x="1472840" y="2192920"/>
            <a:chExt cx="11700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CEE0C1-0DD4-3146-3BC6-06A7918B15D5}"/>
                    </a:ext>
                  </a:extLst>
                </p14:cNvPr>
                <p14:cNvContentPartPr/>
                <p14:nvPr/>
              </p14:nvContentPartPr>
              <p14:xfrm>
                <a:off x="1530080" y="2205520"/>
                <a:ext cx="25200" cy="365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CEE0C1-0DD4-3146-3BC6-06A7918B15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21080" y="2196880"/>
                  <a:ext cx="428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D5DC4B-AA8B-1005-3903-0218BA5A0EAD}"/>
                    </a:ext>
                  </a:extLst>
                </p14:cNvPr>
                <p14:cNvContentPartPr/>
                <p14:nvPr/>
              </p14:nvContentPartPr>
              <p14:xfrm>
                <a:off x="1473200" y="2268520"/>
                <a:ext cx="10440" cy="48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D5DC4B-AA8B-1005-3903-0218BA5A0E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64200" y="2259520"/>
                  <a:ext cx="28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5201661-7706-D378-8E6A-9D39A8349DC0}"/>
                    </a:ext>
                  </a:extLst>
                </p14:cNvPr>
                <p14:cNvContentPartPr/>
                <p14:nvPr/>
              </p14:nvContentPartPr>
              <p14:xfrm>
                <a:off x="1472840" y="2192920"/>
                <a:ext cx="117000" cy="85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5201661-7706-D378-8E6A-9D39A8349D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4200" y="2183920"/>
                  <a:ext cx="134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E6C66E3-D9D7-B835-6947-D6CC72435D1D}"/>
              </a:ext>
            </a:extLst>
          </p:cNvPr>
          <p:cNvGrpSpPr/>
          <p:nvPr/>
        </p:nvGrpSpPr>
        <p:grpSpPr>
          <a:xfrm>
            <a:off x="1036160" y="2204440"/>
            <a:ext cx="156240" cy="447480"/>
            <a:chOff x="1036160" y="2204440"/>
            <a:chExt cx="15624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ACA6BEE-3A9D-9A68-1643-E86BEE7BF519}"/>
                    </a:ext>
                  </a:extLst>
                </p14:cNvPr>
                <p14:cNvContentPartPr/>
                <p14:nvPr/>
              </p14:nvContentPartPr>
              <p14:xfrm>
                <a:off x="1107440" y="2236120"/>
                <a:ext cx="360" cy="415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ACA6BEE-3A9D-9A68-1643-E86BEE7BF5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8440" y="2227480"/>
                  <a:ext cx="180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580FE8-6C24-644B-49DA-8326D9E51EFB}"/>
                    </a:ext>
                  </a:extLst>
                </p14:cNvPr>
                <p14:cNvContentPartPr/>
                <p14:nvPr/>
              </p14:nvContentPartPr>
              <p14:xfrm>
                <a:off x="1107440" y="2214880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580FE8-6C24-644B-49DA-8326D9E51E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8440" y="2205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F121AF-6C93-F885-7F1C-3B9E9A9C6B30}"/>
                    </a:ext>
                  </a:extLst>
                </p14:cNvPr>
                <p14:cNvContentPartPr/>
                <p14:nvPr/>
              </p14:nvContentPartPr>
              <p14:xfrm>
                <a:off x="1036160" y="2275720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F121AF-6C93-F885-7F1C-3B9E9A9C6B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7160" y="2266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65DC0A-BA7C-D05D-9858-9E526088C62F}"/>
                    </a:ext>
                  </a:extLst>
                </p14:cNvPr>
                <p14:cNvContentPartPr/>
                <p14:nvPr/>
              </p14:nvContentPartPr>
              <p14:xfrm>
                <a:off x="1056320" y="2204440"/>
                <a:ext cx="89640" cy="51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65DC0A-BA7C-D05D-9858-9E526088C6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7680" y="2195800"/>
                  <a:ext cx="1072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995508-40F0-CC73-F6CC-0E45A788AD28}"/>
                    </a:ext>
                  </a:extLst>
                </p14:cNvPr>
                <p14:cNvContentPartPr/>
                <p14:nvPr/>
              </p14:nvContentPartPr>
              <p14:xfrm>
                <a:off x="1158200" y="2235040"/>
                <a:ext cx="34200" cy="40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995508-40F0-CC73-F6CC-0E45A788AD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9200" y="2226040"/>
                  <a:ext cx="51840" cy="57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AC416B6C-E959-C782-EAA5-E422FC6342BA}"/>
              </a:ext>
            </a:extLst>
          </p:cNvPr>
          <p:cNvSpPr txBox="1"/>
          <p:nvPr/>
        </p:nvSpPr>
        <p:spPr>
          <a:xfrm>
            <a:off x="721975" y="1108448"/>
            <a:ext cx="135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convection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930166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3C562-C11D-ACF1-E26E-813732C67D8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48AA56-AA41-A623-7DC1-A3351BD7114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8520BD-6F7B-E229-DCAB-9CBF365C8180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A60EA8-3477-849A-4FF0-D2CD92F098DF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8E9500-3E8D-F261-7985-2434D4C869D8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89178D9-3903-D9BB-D485-6308D75E525E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/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𝑥𝑘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𝑏𝑢𝑙𝑘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/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4665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A45F-769F-F0FB-86C1-4952D46B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ill-posed</a:t>
            </a:r>
            <a:r>
              <a:rPr lang="da-DK" dirty="0"/>
              <a:t>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A23F0-DD8D-75FF-78D8-F0425C281630}"/>
              </a:ext>
            </a:extLst>
          </p:cNvPr>
          <p:cNvSpPr txBox="1"/>
          <p:nvPr/>
        </p:nvSpPr>
        <p:spPr>
          <a:xfrm>
            <a:off x="838200" y="1380925"/>
            <a:ext cx="7842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a-DK" b="1" dirty="0"/>
              <a:t>A solution </a:t>
            </a:r>
            <a:r>
              <a:rPr lang="da-DK" b="1" dirty="0" err="1"/>
              <a:t>does</a:t>
            </a:r>
            <a:r>
              <a:rPr lang="da-DK" b="1" dirty="0"/>
              <a:t> not </a:t>
            </a:r>
            <a:r>
              <a:rPr lang="da-DK" b="1" dirty="0" err="1"/>
              <a:t>exists</a:t>
            </a:r>
            <a:r>
              <a:rPr lang="da-DK" b="1" dirty="0"/>
              <a:t> (</a:t>
            </a:r>
            <a:r>
              <a:rPr lang="da-DK" b="1" dirty="0" err="1"/>
              <a:t>contradicting</a:t>
            </a:r>
            <a:r>
              <a:rPr lang="da-DK" b="1" dirty="0"/>
              <a:t> </a:t>
            </a:r>
            <a:r>
              <a:rPr lang="da-DK" b="1" dirty="0" err="1"/>
              <a:t>boundary</a:t>
            </a:r>
            <a:r>
              <a:rPr lang="da-DK" b="1" dirty="0"/>
              <a:t> or </a:t>
            </a:r>
            <a:r>
              <a:rPr lang="da-DK" b="1" dirty="0" err="1"/>
              <a:t>intial</a:t>
            </a:r>
            <a:r>
              <a:rPr lang="da-DK" b="1" dirty="0"/>
              <a:t> </a:t>
            </a:r>
            <a:r>
              <a:rPr lang="da-DK" b="1" dirty="0" err="1"/>
              <a:t>conditions</a:t>
            </a:r>
            <a:r>
              <a:rPr lang="da-DK" b="1" dirty="0"/>
              <a:t>)</a:t>
            </a:r>
          </a:p>
          <a:p>
            <a:pPr marL="342900" indent="-342900">
              <a:buAutoNum type="arabicPeriod"/>
            </a:pPr>
            <a:r>
              <a:rPr lang="da-DK" dirty="0"/>
              <a:t>Non-</a:t>
            </a:r>
            <a:r>
              <a:rPr lang="da-DK" dirty="0" err="1"/>
              <a:t>unique</a:t>
            </a:r>
            <a:r>
              <a:rPr lang="da-DK" dirty="0"/>
              <a:t> solution</a:t>
            </a:r>
          </a:p>
          <a:p>
            <a:pPr marL="342900" indent="-342900">
              <a:buAutoNum type="arabicPeriod"/>
            </a:pPr>
            <a:r>
              <a:rPr lang="da-DK" dirty="0" err="1"/>
              <a:t>Unstable</a:t>
            </a:r>
            <a:r>
              <a:rPr lang="da-DK" dirty="0"/>
              <a:t>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77B59-03B7-0F59-D121-98E3426DB7DA}"/>
              </a:ext>
            </a:extLst>
          </p:cNvPr>
          <p:cNvSpPr/>
          <p:nvPr/>
        </p:nvSpPr>
        <p:spPr>
          <a:xfrm>
            <a:off x="6231835" y="2909284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E0234-6AAF-02EF-78A3-21B437B40433}"/>
              </a:ext>
            </a:extLst>
          </p:cNvPr>
          <p:cNvSpPr txBox="1"/>
          <p:nvPr/>
        </p:nvSpPr>
        <p:spPr>
          <a:xfrm>
            <a:off x="5915081" y="182310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649F5-614E-E4CA-55FE-FCD6E43ED69E}"/>
              </a:ext>
            </a:extLst>
          </p:cNvPr>
          <p:cNvSpPr txBox="1"/>
          <p:nvPr/>
        </p:nvSpPr>
        <p:spPr>
          <a:xfrm>
            <a:off x="11096828" y="5721071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7011A-1638-DDE7-3BB1-694F59FD5023}"/>
              </a:ext>
            </a:extLst>
          </p:cNvPr>
          <p:cNvSpPr txBox="1"/>
          <p:nvPr/>
        </p:nvSpPr>
        <p:spPr>
          <a:xfrm>
            <a:off x="7733163" y="630820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A05E1-C65A-604A-9934-A934DB680E38}"/>
              </a:ext>
            </a:extLst>
          </p:cNvPr>
          <p:cNvSpPr txBox="1"/>
          <p:nvPr/>
        </p:nvSpPr>
        <p:spPr>
          <a:xfrm>
            <a:off x="4034844" y="3960962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/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35FF1CC-E6DA-06A4-A340-CE665EECB32F}"/>
              </a:ext>
            </a:extLst>
          </p:cNvPr>
          <p:cNvSpPr txBox="1"/>
          <p:nvPr/>
        </p:nvSpPr>
        <p:spPr>
          <a:xfrm>
            <a:off x="1451112" y="3960962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9F986D-7EEA-40FC-B679-40DD3DD634D1}"/>
              </a:ext>
            </a:extLst>
          </p:cNvPr>
          <p:cNvCxnSpPr>
            <a:cxnSpLocks/>
          </p:cNvCxnSpPr>
          <p:nvPr/>
        </p:nvCxnSpPr>
        <p:spPr>
          <a:xfrm flipV="1">
            <a:off x="6231835" y="2511976"/>
            <a:ext cx="0" cy="39730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BBBA47-9DE0-71A9-1060-81D09456BD7E}"/>
              </a:ext>
            </a:extLst>
          </p:cNvPr>
          <p:cNvCxnSpPr>
            <a:cxnSpLocks/>
          </p:cNvCxnSpPr>
          <p:nvPr/>
        </p:nvCxnSpPr>
        <p:spPr>
          <a:xfrm>
            <a:off x="10515601" y="5905737"/>
            <a:ext cx="42012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75C6E9B-F783-00B7-513C-F0B879166B2A}"/>
              </a:ext>
            </a:extLst>
          </p:cNvPr>
          <p:cNvSpPr txBox="1"/>
          <p:nvPr/>
        </p:nvSpPr>
        <p:spPr>
          <a:xfrm>
            <a:off x="10379676" y="5943595"/>
            <a:ext cx="2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90C6F-C1C6-6842-C90F-7530D6BCED0A}"/>
              </a:ext>
            </a:extLst>
          </p:cNvPr>
          <p:cNvSpPr txBox="1"/>
          <p:nvPr/>
        </p:nvSpPr>
        <p:spPr>
          <a:xfrm>
            <a:off x="5558794" y="2703782"/>
            <a:ext cx="71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</a:t>
            </a:r>
            <a:r>
              <a:rPr lang="da-DK" baseline="-25000" dirty="0" err="1"/>
              <a:t>end</a:t>
            </a:r>
            <a:endParaRPr lang="da-DK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28460-7A02-C891-239A-37A2330393EA}"/>
              </a:ext>
            </a:extLst>
          </p:cNvPr>
          <p:cNvSpPr txBox="1"/>
          <p:nvPr/>
        </p:nvSpPr>
        <p:spPr>
          <a:xfrm>
            <a:off x="5795320" y="5918881"/>
            <a:ext cx="5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0,0</a:t>
            </a:r>
          </a:p>
        </p:txBody>
      </p:sp>
    </p:spTree>
    <p:extLst>
      <p:ext uri="{BB962C8B-B14F-4D97-AF65-F5344CB8AC3E}">
        <p14:creationId xmlns:p14="http://schemas.microsoft.com/office/powerpoint/2010/main" val="8050206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A165CB-1C03-14B1-66EF-E37586FD2298}"/>
              </a:ext>
            </a:extLst>
          </p:cNvPr>
          <p:cNvSpPr txBox="1"/>
          <p:nvPr/>
        </p:nvSpPr>
        <p:spPr>
          <a:xfrm>
            <a:off x="7116938" y="4808667"/>
            <a:ext cx="2233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 = 1:N-1) =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F6EAE-5501-5A2E-5B55-A888B6D6B633}"/>
              </a:ext>
            </a:extLst>
          </p:cNvPr>
          <p:cNvSpPr txBox="1"/>
          <p:nvPr/>
        </p:nvSpPr>
        <p:spPr>
          <a:xfrm>
            <a:off x="4393611" y="278710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/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1E448CC-2B61-E7E3-03E8-C85122130E69}"/>
              </a:ext>
            </a:extLst>
          </p:cNvPr>
          <p:cNvSpPr txBox="1"/>
          <p:nvPr/>
        </p:nvSpPr>
        <p:spPr>
          <a:xfrm>
            <a:off x="1123121" y="2569484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2D7CC-238E-CC6E-9103-DFFA760D9F84}"/>
              </a:ext>
            </a:extLst>
          </p:cNvPr>
          <p:cNvSpPr txBox="1"/>
          <p:nvPr/>
        </p:nvSpPr>
        <p:spPr>
          <a:xfrm>
            <a:off x="10294669" y="2614243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dC</a:t>
            </a:r>
            <a:r>
              <a:rPr lang="da-DK" dirty="0"/>
              <a:t>(t, x=N) = 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4EF76A-4BA4-0131-2E21-117929E01B39}"/>
              </a:ext>
            </a:extLst>
          </p:cNvPr>
          <p:cNvGrpSpPr/>
          <p:nvPr/>
        </p:nvGrpSpPr>
        <p:grpSpPr>
          <a:xfrm>
            <a:off x="5337862" y="593821"/>
            <a:ext cx="6633206" cy="4489823"/>
            <a:chOff x="5337862" y="593821"/>
            <a:chExt cx="6633206" cy="448982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F98BA25-A8CA-E068-223C-F30BDE3AAB2F}"/>
                </a:ext>
              </a:extLst>
            </p:cNvPr>
            <p:cNvSpPr/>
            <p:nvPr/>
          </p:nvSpPr>
          <p:spPr>
            <a:xfrm>
              <a:off x="6010903" y="1680001"/>
              <a:ext cx="4283766" cy="30016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F6F0D5-4B58-09C5-E51A-9EFA3BF86B4A}"/>
                </a:ext>
              </a:extLst>
            </p:cNvPr>
            <p:cNvSpPr txBox="1"/>
            <p:nvPr/>
          </p:nvSpPr>
          <p:spPr>
            <a:xfrm>
              <a:off x="5694149" y="593821"/>
              <a:ext cx="925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Time (t)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97D042-F46A-236D-F59E-BE7327997E1E}"/>
                </a:ext>
              </a:extLst>
            </p:cNvPr>
            <p:cNvSpPr txBox="1"/>
            <p:nvPr/>
          </p:nvSpPr>
          <p:spPr>
            <a:xfrm>
              <a:off x="10875896" y="4491788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Space (x)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B8228DF-A8A0-304D-9C59-A7F7FF3B37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903" y="1282693"/>
              <a:ext cx="0" cy="3973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CDF05D-E308-192B-4F62-45C9A82424F6}"/>
                </a:ext>
              </a:extLst>
            </p:cNvPr>
            <p:cNvCxnSpPr>
              <a:cxnSpLocks/>
            </p:cNvCxnSpPr>
            <p:nvPr/>
          </p:nvCxnSpPr>
          <p:spPr>
            <a:xfrm>
              <a:off x="10294669" y="4688811"/>
              <a:ext cx="42012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2945C3-649D-4364-8A36-43814309DFF9}"/>
                </a:ext>
              </a:extLst>
            </p:cNvPr>
            <p:cNvSpPr txBox="1"/>
            <p:nvPr/>
          </p:nvSpPr>
          <p:spPr>
            <a:xfrm>
              <a:off x="10158744" y="4714312"/>
              <a:ext cx="296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809D61-1CF2-8D7B-9D81-302BEC88393C}"/>
                </a:ext>
              </a:extLst>
            </p:cNvPr>
            <p:cNvSpPr txBox="1"/>
            <p:nvPr/>
          </p:nvSpPr>
          <p:spPr>
            <a:xfrm>
              <a:off x="5337862" y="1474499"/>
              <a:ext cx="712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err="1"/>
                <a:t>t</a:t>
              </a:r>
              <a:r>
                <a:rPr lang="da-DK" baseline="-25000" dirty="0" err="1"/>
                <a:t>end</a:t>
              </a:r>
              <a:endParaRPr lang="da-DK" baseline="-25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9EDD91-F1B3-73B6-64A5-D673F67AD7AF}"/>
                </a:ext>
              </a:extLst>
            </p:cNvPr>
            <p:cNvSpPr txBox="1"/>
            <p:nvPr/>
          </p:nvSpPr>
          <p:spPr>
            <a:xfrm>
              <a:off x="5574388" y="4689598"/>
              <a:ext cx="587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0,0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2395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/>
              <p:nvPr/>
            </p:nvSpPr>
            <p:spPr>
              <a:xfrm>
                <a:off x="1519315" y="2983297"/>
                <a:ext cx="1243674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315" y="2983297"/>
                <a:ext cx="1243674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7AE4C48-461C-9388-4F25-ADCFFD3017DF}"/>
              </a:ext>
            </a:extLst>
          </p:cNvPr>
          <p:cNvSpPr txBox="1"/>
          <p:nvPr/>
        </p:nvSpPr>
        <p:spPr>
          <a:xfrm>
            <a:off x="8443291" y="33253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C(t, x=N)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3C542-7733-77C3-8F73-7ADA47B742B9}"/>
              </a:ext>
            </a:extLst>
          </p:cNvPr>
          <p:cNvSpPr txBox="1"/>
          <p:nvPr/>
        </p:nvSpPr>
        <p:spPr>
          <a:xfrm>
            <a:off x="5568871" y="5045407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D058C-49CD-BBF4-1FA3-F5A99A4202DF}"/>
              </a:ext>
            </a:extLst>
          </p:cNvPr>
          <p:cNvSpPr/>
          <p:nvPr/>
        </p:nvSpPr>
        <p:spPr>
          <a:xfrm>
            <a:off x="4159525" y="1824505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E43CE-934F-7253-A907-73ABC16332CB}"/>
              </a:ext>
            </a:extLst>
          </p:cNvPr>
          <p:cNvSpPr txBox="1"/>
          <p:nvPr/>
        </p:nvSpPr>
        <p:spPr>
          <a:xfrm>
            <a:off x="3842771" y="738325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729A8-C5B3-BA4C-A901-66F3CFE57271}"/>
              </a:ext>
            </a:extLst>
          </p:cNvPr>
          <p:cNvSpPr txBox="1"/>
          <p:nvPr/>
        </p:nvSpPr>
        <p:spPr>
          <a:xfrm>
            <a:off x="9024518" y="463629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536D14-B518-31BD-5C1F-088FB67235A5}"/>
              </a:ext>
            </a:extLst>
          </p:cNvPr>
          <p:cNvCxnSpPr>
            <a:cxnSpLocks/>
          </p:cNvCxnSpPr>
          <p:nvPr/>
        </p:nvCxnSpPr>
        <p:spPr>
          <a:xfrm flipV="1">
            <a:off x="4159525" y="1427197"/>
            <a:ext cx="0" cy="39730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34DA75-ECC1-D3FC-6373-B496142EA426}"/>
              </a:ext>
            </a:extLst>
          </p:cNvPr>
          <p:cNvCxnSpPr>
            <a:cxnSpLocks/>
          </p:cNvCxnSpPr>
          <p:nvPr/>
        </p:nvCxnSpPr>
        <p:spPr>
          <a:xfrm>
            <a:off x="8443291" y="4833315"/>
            <a:ext cx="42012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8C5A00-06CE-9D39-5EA2-0FC67C7629B7}"/>
              </a:ext>
            </a:extLst>
          </p:cNvPr>
          <p:cNvSpPr txBox="1"/>
          <p:nvPr/>
        </p:nvSpPr>
        <p:spPr>
          <a:xfrm>
            <a:off x="8307366" y="4858816"/>
            <a:ext cx="2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23A64-F862-A50B-8508-406AF042F103}"/>
              </a:ext>
            </a:extLst>
          </p:cNvPr>
          <p:cNvSpPr txBox="1"/>
          <p:nvPr/>
        </p:nvSpPr>
        <p:spPr>
          <a:xfrm>
            <a:off x="3486484" y="1619003"/>
            <a:ext cx="71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</a:t>
            </a:r>
            <a:r>
              <a:rPr lang="da-DK" baseline="-25000" dirty="0" err="1"/>
              <a:t>end</a:t>
            </a:r>
            <a:endParaRPr lang="da-DK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5728C-A2EA-7DE2-39BF-E174386D084A}"/>
              </a:ext>
            </a:extLst>
          </p:cNvPr>
          <p:cNvSpPr txBox="1"/>
          <p:nvPr/>
        </p:nvSpPr>
        <p:spPr>
          <a:xfrm>
            <a:off x="3723010" y="4834102"/>
            <a:ext cx="5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0,0</a:t>
            </a:r>
          </a:p>
        </p:txBody>
      </p:sp>
    </p:spTree>
    <p:extLst>
      <p:ext uri="{BB962C8B-B14F-4D97-AF65-F5344CB8AC3E}">
        <p14:creationId xmlns:p14="http://schemas.microsoft.com/office/powerpoint/2010/main" val="233992244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BAB4-D1E4-AFB0-354B-EEBE3535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Algorithms</a:t>
            </a:r>
            <a:r>
              <a:rPr lang="da-DK" dirty="0"/>
              <a:t> for </a:t>
            </a:r>
            <a:r>
              <a:rPr lang="da-DK" dirty="0" err="1"/>
              <a:t>solving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9E72-503E-7841-70F6-157B98C7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a-DK" dirty="0"/>
              <a:t>Select PDE </a:t>
            </a:r>
            <a:r>
              <a:rPr lang="da-DK" dirty="0" err="1"/>
              <a:t>coordinate</a:t>
            </a:r>
            <a:r>
              <a:rPr lang="da-DK" dirty="0"/>
              <a:t> system </a:t>
            </a:r>
          </a:p>
          <a:p>
            <a:pPr marL="514350" indent="-514350">
              <a:buAutoNum type="arabicPeriod"/>
            </a:pPr>
            <a:r>
              <a:rPr lang="da-DK" dirty="0" err="1"/>
              <a:t>Eliminate</a:t>
            </a:r>
            <a:r>
              <a:rPr lang="da-DK" dirty="0"/>
              <a:t> </a:t>
            </a:r>
            <a:r>
              <a:rPr lang="da-DK" dirty="0" err="1"/>
              <a:t>uneccesary</a:t>
            </a:r>
            <a:r>
              <a:rPr lang="da-DK" dirty="0"/>
              <a:t> terms to </a:t>
            </a:r>
            <a:r>
              <a:rPr lang="da-DK" dirty="0" err="1"/>
              <a:t>get</a:t>
            </a:r>
            <a:r>
              <a:rPr lang="da-DK" dirty="0"/>
              <a:t> the </a:t>
            </a:r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 (for </a:t>
            </a:r>
            <a:r>
              <a:rPr lang="da-DK" dirty="0" err="1"/>
              <a:t>method</a:t>
            </a:r>
            <a:r>
              <a:rPr lang="da-DK" dirty="0"/>
              <a:t> of lines)</a:t>
            </a:r>
          </a:p>
          <a:p>
            <a:pPr marL="514350" indent="-514350">
              <a:buAutoNum type="arabicPeriod"/>
            </a:pPr>
            <a:r>
              <a:rPr lang="da-DK" dirty="0"/>
              <a:t>Method of lines </a:t>
            </a:r>
            <a:r>
              <a:rPr lang="da-DK" dirty="0" err="1"/>
              <a:t>discretization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Figure</a:t>
            </a:r>
            <a:r>
              <a:rPr lang="da-DK" dirty="0"/>
              <a:t> out </a:t>
            </a:r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BC’s</a:t>
            </a:r>
            <a:r>
              <a:rPr lang="da-DK" dirty="0"/>
              <a:t> and IC’s </a:t>
            </a:r>
            <a:r>
              <a:rPr lang="da-DK" dirty="0" err="1"/>
              <a:t>are</a:t>
            </a:r>
            <a:r>
              <a:rPr lang="da-DK" dirty="0"/>
              <a:t> </a:t>
            </a:r>
          </a:p>
          <a:p>
            <a:pPr marL="514350" indent="-514350">
              <a:buAutoNum type="arabicPeriod"/>
            </a:pPr>
            <a:r>
              <a:rPr lang="da-DK" dirty="0" err="1"/>
              <a:t>Adjust</a:t>
            </a:r>
            <a:r>
              <a:rPr lang="da-DK" dirty="0"/>
              <a:t> </a:t>
            </a:r>
            <a:r>
              <a:rPr lang="da-DK" dirty="0" err="1"/>
              <a:t>discretization</a:t>
            </a:r>
            <a:r>
              <a:rPr lang="da-DK" dirty="0"/>
              <a:t> at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ends</a:t>
            </a:r>
            <a:r>
              <a:rPr lang="da-DK" dirty="0"/>
              <a:t>!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(</a:t>
            </a:r>
            <a:r>
              <a:rPr lang="da-DK" dirty="0" err="1"/>
              <a:t>next</a:t>
            </a:r>
            <a:r>
              <a:rPr lang="da-DK" dirty="0"/>
              <a:t> time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implement</a:t>
            </a:r>
            <a:r>
              <a:rPr lang="da-DK" dirty="0"/>
              <a:t> in Python)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620856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e042ce-f8ee-4398-a071-68f825dc8a29" xsi:nil="true"/>
  </documentManagement>
</p:properties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944B3AF7C09F43A46F7977D4911CF3" ma:contentTypeVersion="16" ma:contentTypeDescription="Opret et nyt dokument." ma:contentTypeScope="" ma:versionID="e963d14dbb28f9313e58b0914ba4696c">
  <xsd:schema xmlns:xsd="http://www.w3.org/2001/XMLSchema" xmlns:xs="http://www.w3.org/2001/XMLSchema" xmlns:p="http://schemas.microsoft.com/office/2006/metadata/properties" xmlns:ns3="cbe042ce-f8ee-4398-a071-68f825dc8a29" xmlns:ns4="ab0d711d-f73e-48ea-864e-a033dce7f596" targetNamespace="http://schemas.microsoft.com/office/2006/metadata/properties" ma:root="true" ma:fieldsID="e2979a5b9d0924525aac5c2a1cd33bd7" ns3:_="" ns4:_="">
    <xsd:import namespace="cbe042ce-f8ee-4398-a071-68f825dc8a29"/>
    <xsd:import namespace="ab0d711d-f73e-48ea-864e-a033dce7f5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042ce-f8ee-4398-a071-68f825d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d711d-f73e-48ea-864e-a033dce7f5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F0FC9BF-3E26-4FAE-BDEC-AB311AEE9D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033D87-7D33-4806-AFC8-D1319F0D3E5A}">
  <ds:schemaRefs>
    <ds:schemaRef ds:uri="http://purl.org/dc/elements/1.1/"/>
    <ds:schemaRef ds:uri="http://schemas.openxmlformats.org/package/2006/metadata/core-properties"/>
    <ds:schemaRef ds:uri="http://purl.org/dc/terms/"/>
    <ds:schemaRef ds:uri="ab0d711d-f73e-48ea-864e-a033dce7f596"/>
    <ds:schemaRef ds:uri="http://schemas.microsoft.com/office/2006/documentManagement/types"/>
    <ds:schemaRef ds:uri="http://www.w3.org/XML/1998/namespace"/>
    <ds:schemaRef ds:uri="cbe042ce-f8ee-4398-a071-68f825dc8a29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5938109-F486-41EA-929F-D7DF65C5D6B1}">
  <ds:schemaRefs/>
</ds:datastoreItem>
</file>

<file path=customXml/itemProps4.xml><?xml version="1.0" encoding="utf-8"?>
<ds:datastoreItem xmlns:ds="http://schemas.openxmlformats.org/officeDocument/2006/customXml" ds:itemID="{386C9AF7-FC43-4772-BF6D-26FE95C56D62}">
  <ds:schemaRefs/>
</ds:datastoreItem>
</file>

<file path=customXml/itemProps5.xml><?xml version="1.0" encoding="utf-8"?>
<ds:datastoreItem xmlns:ds="http://schemas.openxmlformats.org/officeDocument/2006/customXml" ds:itemID="{D5EA5A6D-4903-4D27-A672-1F127D68A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e042ce-f8ee-4398-a071-68f825dc8a29"/>
    <ds:schemaRef ds:uri="ab0d711d-f73e-48ea-864e-a033dce7f5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C60B9EDF-596D-4F67-B5E3-411D55B8E8FC}">
  <ds:schemaRefs/>
</ds:datastoreItem>
</file>

<file path=customXml/itemProps7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Boundary conditions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ill-posed problems</vt:lpstr>
      <vt:lpstr>PowerPoint Presentation</vt:lpstr>
      <vt:lpstr>PowerPoint Presentation</vt:lpstr>
      <vt:lpstr>Algorithms for solving text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2026-10-05T06:33:47Z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  <property fmtid="{D5CDD505-2E9C-101B-9397-08002B2CF9AE}" pid="8" name="ContentTypeId">
    <vt:lpwstr>0x01010093944B3AF7C09F43A46F7977D4911CF3</vt:lpwstr>
  </property>
</Properties>
</file>