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8"/>
  </p:sldMasterIdLst>
  <p:sldIdLst>
    <p:sldId id="256" r:id="rId9"/>
    <p:sldId id="257" r:id="rId10"/>
    <p:sldId id="258" r:id="rId11"/>
    <p:sldId id="259" r:id="rId12"/>
    <p:sldId id="262" r:id="rId13"/>
    <p:sldId id="263" r:id="rId14"/>
    <p:sldId id="264" r:id="rId15"/>
    <p:sldId id="269" r:id="rId16"/>
    <p:sldId id="266" r:id="rId17"/>
    <p:sldId id="267" r:id="rId18"/>
    <p:sldId id="268" r:id="rId19"/>
    <p:sldId id="265" r:id="rId20"/>
  </p:sldIdLst>
  <p:sldSz cx="12192000" cy="6858000"/>
  <p:notesSz cx="6858000" cy="9144000"/>
  <p:custDataLst>
    <p:tags r:id="rId2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F9374A-EB7B-4F47-BD1E-469917A24B3B}" v="87" dt="2026-10-05T08:32:20.466"/>
    <p1510:client id="{E9AD7902-1666-43E9-A1EB-C142426B07DF}" v="28" dt="2026-10-05T06:32:14.8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78" autoAdjust="0"/>
    <p:restoredTop sz="94660"/>
  </p:normalViewPr>
  <p:slideViewPr>
    <p:cSldViewPr snapToGrid="0">
      <p:cViewPr varScale="1">
        <p:scale>
          <a:sx n="78" d="100"/>
          <a:sy n="78" d="100"/>
        </p:scale>
        <p:origin x="82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1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tags" Target="tags/tag1.xml"/><Relationship Id="rId7" Type="http://schemas.openxmlformats.org/officeDocument/2006/relationships/customXml" Target="../customXml/item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slide" Target="slides/slide3.xml"/><Relationship Id="rId24" Type="http://schemas.openxmlformats.org/officeDocument/2006/relationships/theme" Target="theme/theme1.xml"/><Relationship Id="rId5" Type="http://schemas.openxmlformats.org/officeDocument/2006/relationships/customXml" Target="../customXml/item5.xml"/><Relationship Id="rId15" Type="http://schemas.openxmlformats.org/officeDocument/2006/relationships/slide" Target="slides/slide7.xml"/><Relationship Id="rId23" Type="http://schemas.openxmlformats.org/officeDocument/2006/relationships/viewProps" Target="viewProp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4" Type="http://schemas.openxmlformats.org/officeDocument/2006/relationships/customXml" Target="../customXml/item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8T08:56:44.3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51 512 1072,'0'0'1298,"-3"2"-532,-6-2 5533,-24-74-6300,32 73 14,0-1-1,1 1 1,-1-1 0,0 0 0,1 1-1,-1-1 1,1 0 0,0 0-1,0 1 1,0-1 0,0 0-1,0 0 1,0 1 0,0-1 0,0 0-1,0 0 1,1 1 0,-1-1-1,2-1 1,0 0 8,0 1-1,1 0 1,-1-1-1,1 1 1,-1 0 0,1 1-1,0-1 1,0 0-1,3-1 1,-3 2-57,-1 0 56,5-3-33,0 0-1,0 0 1,-1 0-1,1-1 1,7-7-1,-13 10 1,1 1 0,-1-1 0,0 1-1,0-1 1,0 0 0,0 1 0,0-1-1,0 0 1,0 0 0,0 0-1,-1 0 1,1 0 0,-1 0 0,1 0-1,-1 0 1,0 0 0,0 0 0,0 0-1,0 0 1,0 0 0,0 0 0,-1 0-1,1 0 1,0 0 0,-1 0 0,0 0-1,-1-3 1,-1 3-5,1-1 0,-1 0 0,0 1 1,0-1-1,0 1 0,-1 0 0,1 0 0,0 0 0,-1 1 0,0-1 1,1 1-1,-1 0 0,0 0 0,1 0 0,-6 0 0,-20-9 89,28 7-64,-5-72 265,7 74-262,0-1 0,0 1 0,-1-1 0,1 1 0,0 0 0,0 0 0,0-1 0,1 1 0,-1 0 0,0 0 0,0 0 0,1 0 0,-1 0 0,0 1 0,1-1 0,-1 0 0,4 0 0,21-19-69,-23 16 39,-2-1-1,1 1 0,0-1 1,-1 1-1,0-1 1,0 0-1,0 1 0,-1-1 1,0 0-1,1 0 0,-2-8 1,1 0-230,-34 9-102,33 4 357,-1 0 0,1 0 1,0 0-1,-1-1 0,1 1 0,0 0 1,0-1-1,-1 1 0,1-1 0,0 0 1,0 1-1,0-1 0,-1 0 0,1 0 1,-1-1-1,2 2-9,-1-1 0,1 1 1,0 0-1,0-1 0,0 0 0,-1 1 1,1-1-1,0 1 0,0-1 0,0 1 1,0-1-1,0 1 0,0-1 1,0 1-1,0-1 0,0 1 0,0-1 1,0 0-1,0 1 0,0-1 0,1 1 1,-1-1-1,0 1 0,0-1 0,1 0 1,0-1-169,1 0 0,0 0 0,0 0 0,-1 0 0,1 0 1,0 1-1,1-1 0,-1 0 0,0 1 0,0 0 0,1-1 0,-1 1 1,5-1-1,15-4-2098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8T08:56:44.3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45 233 1240,'0'0'6847,"0"-46"-6499,0 30-201,-1 13-134,1 1-1,-1-1 1,1 0-1,0 1 1,0-1-1,0 0 1,0 1-1,1-1 1,-1 0-1,1 1 1,-1-1-1,1 1 1,0-1 0,0 1-1,0-1 1,1 1-1,-1-1 1,0 1-1,1 0 1,-1 0-1,4-3 1,-5 4-16,0 1 0,1 0 0,-1 0 1,0 0-1,0 0 0,0 0 0,0 0 0,0 0 1,0 0-1,0 0 0,1 0 0,-1 0 0,0 0 1,0 0-1,0 0 0,0-1 0,0 1 0,0 0 1,0 0-1,0 0 0,0 0 0,0 0 0,1 0 1,-1 0-1,0-1 0,0 1 0,0 0 0,0 0 1,0 0-1,0 0 0,0 0 0,0 0 0,0-1 1,0 1-1,0 0 0,0 0 0,0 0 0,0 0 1,0 0-1,0 0 0,0-1 0,-1 1 0,1 0 1,0 0-1,0 0 0,0 0 0,0 0 0,0 0 1,0 0-1,0 0 0,0-1 0,0 1 0,0 0 1,-1 0-1,1 0 0,0 0 0,0 0 0,0 0 1,0 0-1,0 0 0,0 0 0,0 0 0,-1 0 1,-14-3-32,-24 2 85,34 1-72,4-1 116,1-1 0,0 0 0,0 0 0,0 0 0,0 1 0,0-1 0,0 0 0,1 0 0,-1 0 0,1 1 0,-1-1 0,1 0 0,-1 0 0,1 1 0,1-3 1,15-11-143,-15 13 39,0 1-1,1-1 1,-1 0 0,0 0 0,0 0-1,0 0 1,-1 0 0,1 0-1,2-5 1,2-1-205,3-9-715,-9 17 907,0 0 0,0-1-1,0 1 1,0-1 0,0 1 0,-1-1 0,1 1-1,0 0 1,0-1 0,0 1 0,-1-1 0,1 1-1,0 0 1,-1-1 0,1 1 0,0 0 0,-1-1 0,1 1-1,0 0 1,-1 0 0,1-1 0,-1 1 0,1 0-1,0 0 1,-1 0 0,1 0 0,-1-1 0,1 1-1,-1 0 1,1 0 0,-1 0 0,1 0 0,0 0 0,-1 0-1,1 0 1,-1 0 0,1 0 0,-1 1 0,1-1-1,-1 0 1,0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8T08:56:44.3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46 353 1040,'0'0'3974,"-3"-1"-4425,-5-5 5362,7 2-4881,1 0 0,0 0 0,1 0-1,-1-1 1,1 1 0,0 0 0,0 0 0,0 0-1,0 0 1,4-6 0,-4 7-47,0 1 0,-1-1 0,1 0 0,-1 1 0,1-1 0,-1 0 0,0 0 0,0 1 0,0-1 0,0 0 0,-1 0 0,1 0 0,-1 1 0,0-1 0,0 0 1,1 1-1,-2-1 0,1 1 0,0-1 0,0 1 0,-4-5 0,-4 4-14,8 3 43,0-1 1,0 1-1,-1 0 0,1-1 0,0 1 1,0 0-1,0-1 0,0 1 1,0-1-1,0 0 0,0 1 0,0-1 1,0 0-1,0 0 0,0 0 1,0 1-1,0-1 0,0 0 0,1 0 1,-1 0-1,0 0 0,1-1 1,-1 1-1,1 0 0,-1 0 0,1 0 1,-1 0-1,1 0 0,0-1 1,0 1-1,0 0 0,-1 0 0,1-1 1,1 1-1,-1 0 0,0 0 0,0-2 1,4-1 6,0 1 0,0 0 0,0 0 0,0 0 0,1 1 0,-1 0 0,6-3 1,-4 2-12,22-13 79,48-36 1,-76 50-99,1 1 1,0 0-1,-1 0 1,1 0-1,-1-1 1,1 1-1,-1 0 0,0-1 1,0 1-1,1 0 1,-1-1-1,0 1 1,0 0-1,0-1 1,0 1-1,-1 0 0,1-1 1,0 1-1,-1 0 1,1-1-1,0 1 1,-1 0-1,0 0 1,1-1-1,-1 1 0,0 0 1,1 0-1,-1 0 1,0 0-1,0 0 1,0 0-1,0 0 1,0 0-1,-2 0 0,2 0 18,0 1 0,0-1 0,0 1-1,0-1 1,0 0 0,0 1-1,0-1 1,0 0 0,0 0 0,0 0-1,0 0 1,0 0 0,0 0-1,0 0 1,1 0 0,-1 0-1,0 0 1,1 0 0,-1 0 0,1-1-1,0 1 1,-1 0 0,1 0-1,0 0 1,-1-1 0,1 1 0,0 0-1,0-1 1,0 1 0,0 0-1,1 0 1,-1-1 0,0 1-1,0 0 1,1 0 0,0-3 0,0-9-100,-1 13-19,12 0-4877,-2 0 3024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8T09:02:35.4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51 512 1072,'0'0'1298,"-3"2"-532,-6-2 5533,-24-74-6300,32 73 14,0-1-1,1 1 1,-1-1 0,0 0 0,1 1-1,-1-1 1,1 0 0,0 0-1,0 1 1,0-1 0,0 0-1,0 0 1,0 1 0,0-1 0,0 0-1,0 0 1,1 1 0,-1-1-1,2-1 1,0 0 8,0 1-1,1 0 1,-1-1-1,1 1 1,-1 0 0,1 1-1,0-1 1,0 0-1,3-1 1,-3 2-57,-1 0 56,5-3-33,0 0-1,0 0 1,-1 0-1,1-1 1,7-7-1,-13 10 1,1 1 0,-1-1 0,0 1-1,0-1 1,0 0 0,0 1 0,0-1-1,0 0 1,0 0 0,0 0-1,-1 0 1,1 0 0,-1 0 0,1 0-1,-1 0 1,0 0 0,0 0 0,0 0-1,0 0 1,0 0 0,0 0 0,-1 0-1,1 0 1,0 0 0,-1 0 0,0 0-1,-1-3 1,-1 3-5,1-1 0,-1 0 0,0 1 1,0-1-1,0 1 0,-1 0 0,1 0 0,0 0 0,-1 1 0,0-1 1,1 1-1,-1 0 0,0 0 0,1 0 0,-6 0 0,-20-9 89,28 7-64,-5-72 265,7 74-262,0-1 0,0 1 0,-1-1 0,1 1 0,0 0 0,0 0 0,0-1 0,1 1 0,-1 0 0,0 0 0,0 0 0,1 0 0,-1 0 0,0 1 0,1-1 0,-1 0 0,4 0 0,21-19-69,-23 16 39,-2-1-1,1 1 0,0-1 1,-1 1-1,0-1 1,0 0-1,0 1 0,-1-1 1,0 0-1,1 0 0,-2-8 1,1 0-230,-34 9-102,33 4 357,-1 0 0,1 0 1,0 0-1,-1-1 0,1 1 0,0 0 1,0-1-1,-1 1 0,1-1 0,0 0 1,0 1-1,0-1 0,-1 0 0,1 0 1,-1-1-1,2 2-9,-1-1 0,1 1 1,0 0-1,0-1 0,0 0 0,-1 1 1,1-1-1,0 1 0,0-1 0,0 1 1,0-1-1,0 1 0,0-1 1,0 1-1,0-1 0,0 1 0,0-1 1,0 0-1,0 1 0,0-1 0,1 1 1,-1-1-1,0 1 0,0-1 0,1 0 1,0-1-169,1 0 0,0 0 0,0 0 0,-1 0 0,1 0 1,0 1-1,1-1 0,-1 0 0,0 1 0,0 0 0,1-1 0,-1 1 1,5-1-1,15-4-2098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8T09:02:35.4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45 233 1240,'0'0'6847,"0"-46"-6499,0 30-201,-1 13-134,1 1-1,-1-1 1,1 0-1,0 1 1,0-1-1,0 0 1,0 1-1,1-1 1,-1 0-1,1 1 1,-1-1-1,1 1 1,0-1 0,0 1-1,0-1 1,1 1-1,-1-1 1,0 1-1,1 0 1,-1 0-1,4-3 1,-5 4-16,0 1 0,1 0 0,-1 0 1,0 0-1,0 0 0,0 0 0,0 0 0,0 0 1,0 0-1,0 0 0,1 0 0,-1 0 0,0 0 1,0 0-1,0 0 0,0-1 0,0 1 0,0 0 1,0 0-1,0 0 0,0 0 0,0 0 0,1 0 1,-1 0-1,0-1 0,0 1 0,0 0 0,0 0 1,0 0-1,0 0 0,0 0 0,0 0 0,0-1 1,0 1-1,0 0 0,0 0 0,0 0 0,0 0 1,0 0-1,0 0 0,0-1 0,-1 1 0,1 0 1,0 0-1,0 0 0,0 0 0,0 0 0,0 0 1,0 0-1,0 0 0,0-1 0,0 1 0,0 0 1,-1 0-1,1 0 0,0 0 0,0 0 0,0 0 1,0 0-1,0 0 0,0 0 0,0 0 0,-1 0 1,-14-3-32,-24 2 85,34 1-72,4-1 116,1-1 0,0 0 0,0 0 0,0 0 0,0 1 0,0-1 0,0 0 0,1 0 0,-1 0 0,1 1 0,-1-1 0,1 0 0,-1 0 0,1 1 0,1-3 1,15-11-143,-15 13 39,0 1-1,1-1 1,-1 0 0,0 0 0,0 0-1,0 0 1,-1 0 0,1 0-1,2-5 1,2-1-205,3-9-715,-9 17 907,0 0 0,0-1-1,0 1 1,0-1 0,0 1 0,-1-1 0,1 1-1,0 0 1,0-1 0,0 1 0,-1-1 0,1 1-1,0 0 1,-1-1 0,1 1 0,0 0 0,-1-1 0,1 1-1,0 0 1,-1 0 0,1-1 0,-1 1 0,1 0-1,0 0 1,-1 0 0,1 0 0,-1-1 0,1 1-1,-1 0 1,1 0 0,-1 0 0,1 0 0,0 0 0,-1 0-1,1 0 1,-1 0 0,1 0 0,-1 1 0,1-1-1,-1 0 1,0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8T09:02:35.4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46 353 1040,'0'0'3974,"-3"-1"-4425,-5-5 5362,7 2-4881,1 0 0,0 0 0,1 0-1,-1-1 1,1 1 0,0 0 0,0 0 0,0 0-1,0 0 1,4-6 0,-4 7-47,0 1 0,-1-1 0,1 0 0,-1 1 0,1-1 0,-1 0 0,0 0 0,0 1 0,0-1 0,0 0 0,-1 0 0,1 0 0,-1 1 0,0-1 0,0 0 1,1 1-1,-2-1 0,1 1 0,0-1 0,0 1 0,-4-5 0,-4 4-14,8 3 43,0-1 1,0 1-1,-1 0 0,1-1 0,0 1 1,0 0-1,0-1 0,0 1 1,0-1-1,0 0 0,0 1 0,0-1 1,0 0-1,0 0 0,0 0 1,0 1-1,0-1 0,0 0 0,1 0 1,-1 0-1,0 0 0,1-1 1,-1 1-1,1 0 0,-1 0 0,1 0 1,-1 0-1,1 0 0,0-1 1,0 1-1,0 0 0,-1 0 0,1-1 1,1 1-1,-1 0 0,0 0 0,0-2 1,4-1 6,0 1 0,0 0 0,0 0 0,0 0 0,1 1 0,-1 0 0,6-3 1,-4 2-12,22-13 79,48-36 1,-76 50-99,1 1 1,0 0-1,-1 0 1,1 0-1,-1-1 1,1 1-1,-1 0 0,0-1 1,0 1-1,1 0 1,-1-1-1,0 1 1,0 0-1,0-1 1,0 1-1,-1 0 0,1-1 1,0 1-1,-1 0 1,1-1-1,0 1 1,-1 0-1,0 0 1,1-1-1,-1 1 0,0 0 1,1 0-1,-1 0 1,0 0-1,0 0 1,0 0-1,0 0 1,0 0-1,-2 0 0,2 0 18,0 1 0,0-1 0,0 1-1,0-1 1,0 0 0,0 1-1,0-1 1,0 0 0,0 0 0,0 0-1,0 0 1,0 0 0,0 0-1,0 0 1,1 0 0,-1 0-1,0 0 1,1 0 0,-1 0 0,1-1-1,0 1 1,-1 0 0,1 0-1,0 0 1,-1-1 0,1 1 0,0 0-1,0-1 1,0 1 0,0 0-1,1 0 1,-1-1 0,0 1-1,0 0 1,1 0 0,0-3 0,0-9-100,-1 13-19,12 0-4877,-2 0 3024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8T13:52:44.2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51 512 1072,'0'0'1298,"-3"2"-532,-6-2 5533,-24-74-6300,32 73 14,0-1-1,1 1 1,-1-1 0,0 0 0,1 1-1,-1-1 1,1 0 0,0 0-1,0 1 1,0-1 0,0 0-1,0 0 1,0 1 0,0-1 0,0 0-1,0 0 1,1 1 0,-1-1-1,2-1 1,0 0 8,0 1-1,1 0 1,-1-1-1,1 1 1,-1 0 0,1 1-1,0-1 1,0 0-1,3-1 1,-3 2-57,-1 0 56,5-3-33,0 0-1,0 0 1,-1 0-1,1-1 1,7-7-1,-13 10 1,1 1 0,-1-1 0,0 1-1,0-1 1,0 0 0,0 1 0,0-1-1,0 0 1,0 0 0,0 0-1,-1 0 1,1 0 0,-1 0 0,1 0-1,-1 0 1,0 0 0,0 0 0,0 0-1,0 0 1,0 0 0,0 0 0,-1 0-1,1 0 1,0 0 0,-1 0 0,0 0-1,-1-3 1,-1 3-5,1-1 0,-1 0 0,0 1 1,0-1-1,0 1 0,-1 0 0,1 0 0,0 0 0,-1 1 0,0-1 1,1 1-1,-1 0 0,0 0 0,1 0 0,-6 0 0,-20-9 89,28 7-64,-5-72 265,7 74-262,0-1 0,0 1 0,-1-1 0,1 1 0,0 0 0,0 0 0,0-1 0,1 1 0,-1 0 0,0 0 0,0 0 0,1 0 0,-1 0 0,0 1 0,1-1 0,-1 0 0,4 0 0,21-19-69,-23 16 39,-2-1-1,1 1 0,0-1 1,-1 1-1,0-1 1,0 0-1,0 1 0,-1-1 1,0 0-1,1 0 0,-2-8 1,1 0-230,-34 9-102,33 4 357,-1 0 0,1 0 1,0 0-1,-1-1 0,1 1 0,0 0 1,0-1-1,-1 1 0,1-1 0,0 0 1,0 1-1,0-1 0,-1 0 0,1 0 1,-1-1-1,2 2-9,-1-1 0,1 1 1,0 0-1,0-1 0,0 0 0,-1 1 1,1-1-1,0 1 0,0-1 0,0 1 1,0-1-1,0 1 0,0-1 1,0 1-1,0-1 0,0 1 0,0-1 1,0 0-1,0 1 0,0-1 0,1 1 1,-1-1-1,0 1 0,0-1 0,1 0 1,0-1-169,1 0 0,0 0 0,0 0 0,-1 0 0,1 0 1,0 1-1,1-1 0,-1 0 0,0 1 0,0 0 0,1-1 0,-1 1 1,5-1-1,15-4-2098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8T13:52:44.2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45 233 1240,'0'0'6847,"0"-46"-6499,0 30-201,-1 13-134,1 1-1,-1-1 1,1 0-1,0 1 1,0-1-1,0 0 1,0 1-1,1-1 1,-1 0-1,1 1 1,-1-1-1,1 1 1,0-1 0,0 1-1,0-1 1,1 1-1,-1-1 1,0 1-1,1 0 1,-1 0-1,4-3 1,-5 4-16,0 1 0,1 0 0,-1 0 1,0 0-1,0 0 0,0 0 0,0 0 0,0 0 1,0 0-1,0 0 0,1 0 0,-1 0 0,0 0 1,0 0-1,0 0 0,0-1 0,0 1 0,0 0 1,0 0-1,0 0 0,0 0 0,0 0 0,1 0 1,-1 0-1,0-1 0,0 1 0,0 0 0,0 0 1,0 0-1,0 0 0,0 0 0,0 0 0,0-1 1,0 1-1,0 0 0,0 0 0,0 0 0,0 0 1,0 0-1,0 0 0,0-1 0,-1 1 0,1 0 1,0 0-1,0 0 0,0 0 0,0 0 0,0 0 1,0 0-1,0 0 0,0-1 0,0 1 0,0 0 1,-1 0-1,1 0 0,0 0 0,0 0 0,0 0 1,0 0-1,0 0 0,0 0 0,0 0 0,-1 0 1,-14-3-32,-24 2 85,34 1-72,4-1 116,1-1 0,0 0 0,0 0 0,0 0 0,0 1 0,0-1 0,0 0 0,1 0 0,-1 0 0,1 1 0,-1-1 0,1 0 0,-1 0 0,1 1 0,1-3 1,15-11-143,-15 13 39,0 1-1,1-1 1,-1 0 0,0 0 0,0 0-1,0 0 1,-1 0 0,1 0-1,2-5 1,2-1-205,3-9-715,-9 17 907,0 0 0,0-1-1,0 1 1,0-1 0,0 1 0,-1-1 0,1 1-1,0 0 1,0-1 0,0 1 0,-1-1 0,1 1-1,0 0 1,-1-1 0,1 1 0,0 0 0,-1-1 0,1 1-1,0 0 1,-1 0 0,1-1 0,-1 1 0,1 0-1,0 0 1,-1 0 0,1 0 0,-1-1 0,1 1-1,-1 0 1,1 0 0,-1 0 0,1 0 0,0 0 0,-1 0-1,1 0 1,-1 0 0,1 0 0,-1 1 0,1-1-1,-1 0 1,0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8T13:52:44.2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46 353 1040,'0'0'3974,"-3"-1"-4425,-5-5 5362,7 2-4881,1 0 0,0 0 0,1 0-1,-1-1 1,1 1 0,0 0 0,0 0 0,0 0-1,0 0 1,4-6 0,-4 7-47,0 1 0,-1-1 0,1 0 0,-1 1 0,1-1 0,-1 0 0,0 0 0,0 1 0,0-1 0,0 0 0,-1 0 0,1 0 0,-1 1 0,0-1 0,0 0 1,1 1-1,-2-1 0,1 1 0,0-1 0,0 1 0,-4-5 0,-4 4-14,8 3 43,0-1 1,0 1-1,-1 0 0,1-1 0,0 1 1,0 0-1,0-1 0,0 1 1,0-1-1,0 0 0,0 1 0,0-1 1,0 0-1,0 0 0,0 0 1,0 1-1,0-1 0,0 0 0,1 0 1,-1 0-1,0 0 0,1-1 1,-1 1-1,1 0 0,-1 0 0,1 0 1,-1 0-1,1 0 0,0-1 1,0 1-1,0 0 0,-1 0 0,1-1 1,1 1-1,-1 0 0,0 0 0,0-2 1,4-1 6,0 1 0,0 0 0,0 0 0,0 0 0,1 1 0,-1 0 0,6-3 1,-4 2-12,22-13 79,48-36 1,-76 50-99,1 1 1,0 0-1,-1 0 1,1 0-1,-1-1 1,1 1-1,-1 0 0,0-1 1,0 1-1,1 0 1,-1-1-1,0 1 1,0 0-1,0-1 1,0 1-1,-1 0 0,1-1 1,0 1-1,-1 0 1,1-1-1,0 1 1,-1 0-1,0 0 1,1-1-1,-1 1 0,0 0 1,1 0-1,-1 0 1,0 0-1,0 0 1,0 0-1,0 0 1,0 0-1,-2 0 0,2 0 18,0 1 0,0-1 0,0 1-1,0-1 1,0 0 0,0 1-1,0-1 1,0 0 0,0 0 0,0 0-1,0 0 1,0 0 0,0 0-1,0 0 1,1 0 0,-1 0-1,0 0 1,1 0 0,-1 0 0,1-1-1,0 1 1,-1 0 0,1 0-1,0 0 1,-1-1 0,1 1 0,0 0-1,0-1 1,0 1 0,0 0-1,1 0 1,-1-1 0,0 1-1,0 0 1,1 0 0,0-3 0,0-9-100,-1 13-19,12 0-4877,-2 0 3024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06:24:20.50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1330 24575,'9'0'0,"0"-1"0,0 0 0,0 0 0,0-1 0,0 0 0,0-1 0,0 0 0,-1 0 0,0-1 0,1 0 0,-1-1 0,-1 1 0,1-1 0,-1-1 0,1 0 0,-2 0 0,1 0 0,-1-1 0,0 0 0,7-10 0,32-38 0,48-82 0,-84 126 0,0 0 0,0 0 0,1 1 0,0 0 0,1 0 0,0 1 0,0 1 0,1 0 0,0 0 0,0 1 0,1 1 0,0 0 0,0 1 0,1 0 0,-1 1 0,1 0 0,0 1 0,0 1 0,0 0 0,1 1 0,-1 1 0,0 0 0,0 1 0,24 4 0,-23 0 0,0 1 0,0 1 0,27 16 0,18 8 0,-56-30 0,0 1 0,0 1 0,0-1 0,0 1 0,-1-1 0,1 1 0,-1 0 0,1 0 0,-1 1 0,0-1 0,0 1 0,-1-1 0,4 6 0,21 56 0,-25-55 0,1-1 0,1 0 0,0 1 0,0-1 0,1 0 0,0-1 0,0 1 0,10 10 0,2-3 0,1-1 0,0-1 0,1 0 0,0-2 0,42 20 0,-23-15 0,1-2 0,59 14 0,-90-27 0,1 0 0,0-1 0,0 0 0,0 0 0,-1-1 0,1 0 0,0-1 0,0 0 0,0 0 0,0-1 0,-1 0 0,1 0 0,-1-1 0,0 0 0,1-1 0,-1 0 0,-1 0 0,1-1 0,-1 1 0,0-2 0,0 1 0,9-10 0,57-43 0,-56 46 0,-1 0 0,0-1 0,-1 0 0,15-18 0,94-95 0,-118 120 0,0 1 0,0-1 0,1 1 0,0 0 0,0 1 0,0 0 0,0 0 0,1 0 0,-1 1 0,1 0 0,0 1 0,0 0 0,13-2 0,7-1 0,1 2 0,44 1 0,-47 3 0,1-2 0,-1-2 0,48-9 0,-66 10 0,0 1 0,0 0 0,0 0 0,0 1 0,0 0 0,-1 0 0,1 1 0,0 0 0,0 0 0,0 1 0,-1 0 0,1 0 0,9 5 0,3 3 0,-1 1 0,0 1 0,23 19 0,0 0 0,-32-26 0,-1 0 0,1 0 0,0 0 0,0-2 0,1 1 0,12 2 0,-15-5 0,0 1 0,0 0 0,-1 1 0,1 0 0,0 0 0,-1 0 0,0 1 0,1 0 0,-1 1 0,-1 0 0,1 0 0,6 6 0,-2 2 0,0-1 0,1-1 0,1 0 0,0-1 0,24 15 0,-28-20 0,1 0 0,0-1 0,0-1 0,1 0 0,-1 0 0,1 0 0,-1-2 0,1 1 0,18-1 0,-28-1 0,44 1 0,0-3 0,46-7 0,-76 7 0,0-1 0,0-1 0,-1-1 0,0 0 0,0-1 0,0 0 0,-1-1 0,0-1 0,0 0 0,12-10 0,-10 8 0,0 0 0,1 1 0,1 0 0,-1 1 0,25-7 0,-25 10 0,-1-1 0,1-1 0,-1-1 0,0 0 0,-1 0 0,24-19 0,-28 19 0,-1-1 0,1 0 0,-2 0 0,1-1 0,-1 0 0,0 0 0,-1-1 0,-1 0 0,0-1 0,0 1 0,-1-1 0,0 0 0,-1 0 0,-1-1 0,0 1 0,0-1 0,-1 0 0,-1 0 0,0-20 0,1 4 0,9-55 0,-6 53 0,3-51 0,-8 77 0,0-33 0,-6-58 0,4 81 0,-1 1 0,0 0 0,-2 0 0,1 1 0,-2-1 0,0 1 0,-10-17 0,1 3 0,2-1 0,-18-52 0,13 31 0,14 40-22,-1 1 0,0 0 0,0 0 0,-1 0 0,0 1 0,0-1 0,-1 1 0,1 1 0,-10-7 0,-3-5-1123,1 1-5681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06:24:20.61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52 0 24575,'-5'0'0,"-6"0"0,-7 0 0,1 0-8191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06:24:21.28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308 50 24575,'-8'0'0,"-1"-2"0,1 1 0,0-1 0,1 0 0,-1-1 0,0 0 0,1 0 0,-11-6 0,9 4 0,-1 1 0,1 0 0,-1 0 0,-12-2 0,19 5 0,-1 1 0,0-1 0,1 1 0,-1 0 0,0 0 0,0 1 0,1-1 0,-1 1 0,0 0 0,1 0 0,-1 0 0,1 0 0,-1 1 0,1-1 0,-6 4 0,-11 7-112,13-8-2,0 0 0,0 0 0,0 1 0,0-1 1,1 1-1,-1 1 0,2-1 0,-1 1 0,0 0 0,-5 9 0,3 2-6712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06:24:21.45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55 0 24575,'0'5'0,"-5"6"0,-2 7 0,-4 4 0,-5-1 0,0-5-8191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06:24:21.96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84 0 24575,'0'5'0,"0"6"0,-5 2 0,-1 3 0,0 3 0,-4-1 0,0 1 0,-3-2 0,-4 0 0,0-3-8191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06:24:24.96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32 1 24575,'-2'32'0,"-11"64"0,7-63 0,-2 60 0,7-53 0,0-15 0,1-1 0,1 1 0,6 38 0,-5-55 0,0 0 0,1 0 0,0 0 0,0 0 0,1 0 0,0-1 0,0 0 0,0 1 0,1-2 0,1 1 0,-1 0 0,1-1 0,0 0 0,9 7 0,19 17 0,33 35 0,-47-43 0,1-1 0,1 0 0,1-2 0,0-1 0,27 16 0,44 19 0,-37-20 0,1-2 0,72 27 0,-84-42 0,-22-6 0,0-1 0,0-1 0,1-1 0,0-1 0,1-2 0,36 3 0,-32-7 0,-5 1 0,44-4 0,-61 2 0,-1 0 0,1-1 0,-1 0 0,1-1 0,-1 1 0,0-1 0,0 0 0,0-1 0,-1 0 0,8-5 0,222-192 0,-195 164 0,-35 31 0,-1 0 0,1 0 0,0 0 0,1 1 0,-1 0 0,1 0 0,0 1 0,0 0 0,0 0 0,1 0 0,0 1 0,-1 1 0,1-1 0,0 1 0,0 0 0,14-1 0,70 0 0,99 10 0,-183-6-73,-1 1 0,1 0 1,-1 0-1,0 1 0,0 0 0,0 0 0,0 0 0,0 1 0,-1 0 0,0 1 0,0-1 1,0 1-1,9 10 0,-10-11-272,8 7-6481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06:24:25.62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1 102 24575,'3'1'0,"0"0"0,0 0 0,0 0 0,1 1 0,-1-1 0,0 1 0,-1 0 0,1 0 0,0 0 0,0 0 0,3 4 0,21 13 0,-19-15 5,1-2 0,-1 1 0,1-1 0,0 0-1,0-1 1,-1 0 0,1-1 0,0 1 0,0-2 0,0 1-1,0-1 1,0-1 0,-1 1 0,1-1 0,0-1 0,-1 0-1,13-6 1,7-6-185,-2-1 0,0-1-1,40-34 1,-34 25-551,-15 13-6095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06:24:26.52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74 12 24575,'-10'0'0,"-7"0"0,-7-5 0,2-2-8191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06:24:26.86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 12 24575,'0'-5'0,"-5"-1"0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06:24:26.97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24575,'0'0'-8191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06:24:29.40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24575,'1'4'0,"-1"-1"0,1 0 0,0 1 0,0-1 0,0 0 0,0 0 0,0 0 0,1 0 0,0 0 0,-1 0 0,1-1 0,0 1 0,0 0 0,1-1 0,-1 0 0,0 1 0,1-1 0,-1 0 0,1 0 0,0 0 0,4 2 0,11 5 0,0 1 0,30 8 0,-13-3 0,-26-12 0,0 1 0,-1 1 0,0-1 0,0 1 0,0 1 0,0 0 0,-1 0 0,0 0 0,-1 1 0,12 14 0,-17-19 0,0 1 0,-1-1 0,0 1 0,1-1 0,-1 1 0,0-1 0,0 0 0,-1 1 0,1-1 0,0 1 0,-1-1 0,1 1 0,-1-1 0,0 0 0,-2 4 0,-18 37 0,19-38 0,-19 29 0,16-26 0,-1 1 0,2-1 0,-1 1 0,1 0 0,0 0 0,1 0 0,0 0 0,0 1 0,1-1 0,-1 16 0,2 1-1365,1-2-5461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06:24:36.12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40 1014 24575,'1'-28'0,"2"0"0,7-33 0,-4 31 0,2-49 0,-7 35 0,-2 1 0,-2-1 0,-11-53 0,-16-55 0,25 122 25,2 0 0,0 0 0,2-1 0,5-45 0,-2 45-323,-1 0 0,-1 0 0,-2 0 0,-6-31 0,2 38-6528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06:24:36.66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28 133 24575,'0'-5'0,"-5"-6"0,-1-6 0,0-5 0,1-4 0,2-2 0,0 4-8191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06:24:37.95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1 117 24575,'0'-5'0,"0"0"0,0-1 0,1 1 0,0 0 0,0 0 0,0 0 0,0-1 0,1 1 0,0 0 0,0 0 0,0 1 0,1-1 0,0 0 0,0 1 0,0 0 0,0 0 0,7-7 0,-7 8 0,1 1 0,0-1 0,0 1 0,0 0 0,0 0 0,0 0 0,0 1 0,0 0 0,1-1 0,-1 1 0,0 1 0,1-1 0,-1 1 0,1-1 0,-1 1 0,1 1 0,-1-1 0,1 1 0,-1-1 0,0 1 0,8 3 0,-9-3 0,1 1 0,0-1 0,-1 1 0,1 0 0,-1 0 0,0 0 0,0 1 0,1-1 0,-1 1 0,-1 0 0,1 0 0,4 6 0,25 46 0,1 2 0,28 10-1365,-48-51-5461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06:24:33.89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1155 24575,'0'-1130'-1365,"0"1106"-5461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06:24:34.05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24575,'0'0'-8191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06:24:38.86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0 0 24575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06:24:39.78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1 142 24575,'5'0'0,"1"-5"0,5-1 0,0-5 0,4-5 0,-2-5 0,-2-3 0,1 2 0,4 5 0,4 5 0,3 5 0,2 8 0,3 9 0,0 3 0,-4-1-8191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06:24:40.14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24575,'0'5'0,"5"2"0,1 4 0,5 5 0,5 0 0,5 2 0,-1 2 0,-5-1-8191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B63F7-EF8D-1442-2805-F90D13F7F6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6B73C6-4021-68D5-1099-5B1540F6C8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45FE5C-42F5-ED25-BFA5-92006F0FA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8D708-28BE-2B4D-76EA-65C5F9F1D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C89D1B-E6BF-1F61-350B-A416EBB70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091750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B7F94-F949-C9D2-64CD-B62B7DC79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E5FE4-1DC9-4259-BC3F-AAA35F5532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1BD69D-53F3-11C2-CD61-58145ADE3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27DC1-FAE3-D580-F35F-401162D21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5CA33-9D26-98B6-E85B-DDD045083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21200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DBDCC-CCDE-89ED-215B-A5C7B94C5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5A45BD-B998-CDFD-1526-FDD92DF37B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D13C8F-2C17-07EA-C35A-A35FBFF6B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3E90C3-7845-28AD-B4AB-4E25141A3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7ABC6B-8C7F-938E-F069-4B9182347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84753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22F3A-0938-B89E-F4AB-85FEE1807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60B9D-3512-C97D-CC45-A43A179A5D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7026FA-4782-12C8-2CC1-2C75094515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189C04-0833-1C4B-D8A2-3712684FF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4AB21E-0157-D95F-9FCC-4B063351B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AD5F7A-AE0A-B266-6D5F-8DCFAF7C0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439003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DF502-0597-DE6F-EFAA-91FE7CBC2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5B2D51-88C7-8166-7DF4-05B2412EE1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4D9031-D1F7-2CE0-3119-FE2D72314F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84C981-6167-2D0E-C5BB-60431E3459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AFAC50-58D5-0FF1-CA9C-ADFF4B70CC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2834AD-3601-067D-72FB-6D29B190C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66F7D6-4AD1-81C2-9724-6BD002051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119DA6-2F99-B552-267C-700E7BCBD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766301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FFD68-AAAD-B847-FEDE-8097587BD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9AE93F-DDAA-4DD3-F594-609BC9504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BBD2A4-363A-DAA0-622F-DD627BA81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16BABE-D66C-7F7F-7ABA-8A59FDD28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945003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5D7050-3A86-DB26-84B4-1380B38A3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EE70D8-9614-140C-81C8-4A5C6A3B8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5A678B-AC33-BD31-7B81-62828144C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368598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37EB7-7A36-D8E2-02CC-749D8CB3F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C83CD-C860-00EB-932A-D31384975C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2020D6-2495-A29C-DAC2-F0076F1846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4F7D8A-A545-AF69-94BF-B59A30103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14F846-93A0-440A-DF82-A698055FA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7D9461-0EED-10DF-5196-A303CB95F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184505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B58D1-A1EA-0634-FAC2-90E4D720A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B24B92-4BA2-E8CE-A1AE-B265778655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B59854-B0B7-287F-B832-2C9C0A998D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AE5A84-FE53-EC4F-4180-C28245FDB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B90BC5-7018-2B6D-B9F7-2475E1AF4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276DC6-615A-374B-A4E6-15D9BD75F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487952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04915-0AA5-88A7-550C-EDDA66267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7B0AC-256A-DD5C-1FB2-5A51ABFB7B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8513A8-DC61-DCAC-BADE-CE9BA1EE3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4F1CA6-2AA6-85A0-F736-1DE71D240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F0E3D0-868A-15DA-2C55-940529744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050931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2D8FEF-8EEC-1D16-8F69-5FF3DA5EC3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0F4F87-CA82-C826-169C-6FB5E8F980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8FAE7-3CBB-7B80-6765-1E483D9B8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9F97FD-BF40-F2B8-A174-8202C5522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F56C77-356C-3228-9EE8-7AC8DFA4C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73407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1813B5-2A41-5C27-B7E0-D603DEF4A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243182-73AD-0D40-3DCC-23A18443DA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119043-2191-16F3-BF2E-3BC4C2360E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886069-5185-423F-843D-C2F3A033B902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4536C-B9BE-F920-FD20-E3C829D7C0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5E17EA-46F5-6E05-831C-C882CC57D7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92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customXml" Target="../../customXml/item7.xml"/><Relationship Id="rId1" Type="http://schemas.openxmlformats.org/officeDocument/2006/relationships/customXml" Target="../../customXml/item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5" Type="http://schemas.openxmlformats.org/officeDocument/2006/relationships/image" Target="../media/image5.png"/><Relationship Id="rId10" Type="http://schemas.openxmlformats.org/officeDocument/2006/relationships/image" Target="../media/image9.png"/><Relationship Id="rId4" Type="http://schemas.openxmlformats.org/officeDocument/2006/relationships/customXml" Target="../ink/ink2.xml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.xml"/><Relationship Id="rId11" Type="http://schemas.openxmlformats.org/officeDocument/2006/relationships/image" Target="../media/image16.png"/><Relationship Id="rId5" Type="http://schemas.openxmlformats.org/officeDocument/2006/relationships/image" Target="../media/image11.png"/><Relationship Id="rId10" Type="http://schemas.openxmlformats.org/officeDocument/2006/relationships/image" Target="../media/image15.png"/><Relationship Id="rId4" Type="http://schemas.openxmlformats.org/officeDocument/2006/relationships/customXml" Target="../ink/ink5.xml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1.png"/><Relationship Id="rId18" Type="http://schemas.openxmlformats.org/officeDocument/2006/relationships/customXml" Target="../ink/ink12.xml"/><Relationship Id="rId26" Type="http://schemas.openxmlformats.org/officeDocument/2006/relationships/customXml" Target="../ink/ink16.xml"/><Relationship Id="rId39" Type="http://schemas.openxmlformats.org/officeDocument/2006/relationships/image" Target="../media/image42.png"/><Relationship Id="rId21" Type="http://schemas.openxmlformats.org/officeDocument/2006/relationships/image" Target="../media/image33.png"/><Relationship Id="rId34" Type="http://schemas.openxmlformats.org/officeDocument/2006/relationships/customXml" Target="../ink/ink20.xml"/><Relationship Id="rId42" Type="http://schemas.openxmlformats.org/officeDocument/2006/relationships/customXml" Target="../ink/ink24.xml"/><Relationship Id="rId47" Type="http://schemas.openxmlformats.org/officeDocument/2006/relationships/image" Target="../media/image45.png"/><Relationship Id="rId7" Type="http://schemas.openxmlformats.org/officeDocument/2006/relationships/image" Target="../media/image25.png"/><Relationship Id="rId2" Type="http://schemas.openxmlformats.org/officeDocument/2006/relationships/customXml" Target="../ink/ink7.xml"/><Relationship Id="rId16" Type="http://schemas.openxmlformats.org/officeDocument/2006/relationships/customXml" Target="../ink/ink11.xml"/><Relationship Id="rId29" Type="http://schemas.openxmlformats.org/officeDocument/2006/relationships/image" Target="../media/image37.png"/><Relationship Id="rId11" Type="http://schemas.openxmlformats.org/officeDocument/2006/relationships/image" Target="../media/image29.png"/><Relationship Id="rId24" Type="http://schemas.openxmlformats.org/officeDocument/2006/relationships/customXml" Target="../ink/ink15.xml"/><Relationship Id="rId32" Type="http://schemas.openxmlformats.org/officeDocument/2006/relationships/customXml" Target="../ink/ink19.xml"/><Relationship Id="rId37" Type="http://schemas.openxmlformats.org/officeDocument/2006/relationships/image" Target="../media/image41.png"/><Relationship Id="rId40" Type="http://schemas.openxmlformats.org/officeDocument/2006/relationships/customXml" Target="../ink/ink23.xml"/><Relationship Id="rId45" Type="http://schemas.openxmlformats.org/officeDocument/2006/relationships/customXml" Target="../ink/ink26.xml"/><Relationship Id="rId5" Type="http://schemas.openxmlformats.org/officeDocument/2006/relationships/image" Target="../media/image24.png"/><Relationship Id="rId15" Type="http://schemas.openxmlformats.org/officeDocument/2006/relationships/image" Target="../media/image2.png"/><Relationship Id="rId23" Type="http://schemas.openxmlformats.org/officeDocument/2006/relationships/image" Target="../media/image34.png"/><Relationship Id="rId28" Type="http://schemas.openxmlformats.org/officeDocument/2006/relationships/customXml" Target="../ink/ink17.xml"/><Relationship Id="rId36" Type="http://schemas.openxmlformats.org/officeDocument/2006/relationships/customXml" Target="../ink/ink21.xml"/><Relationship Id="rId49" Type="http://schemas.openxmlformats.org/officeDocument/2006/relationships/image" Target="../media/image46.png"/><Relationship Id="rId10" Type="http://schemas.openxmlformats.org/officeDocument/2006/relationships/image" Target="../media/image28.png"/><Relationship Id="rId19" Type="http://schemas.openxmlformats.org/officeDocument/2006/relationships/image" Target="../media/image32.png"/><Relationship Id="rId31" Type="http://schemas.openxmlformats.org/officeDocument/2006/relationships/image" Target="../media/image38.png"/><Relationship Id="rId44" Type="http://schemas.openxmlformats.org/officeDocument/2006/relationships/customXml" Target="../ink/ink25.xml"/><Relationship Id="rId4" Type="http://schemas.openxmlformats.org/officeDocument/2006/relationships/customXml" Target="../ink/ink8.xml"/><Relationship Id="rId9" Type="http://schemas.openxmlformats.org/officeDocument/2006/relationships/image" Target="../media/image27.png"/><Relationship Id="rId14" Type="http://schemas.openxmlformats.org/officeDocument/2006/relationships/customXml" Target="../ink/ink10.xml"/><Relationship Id="rId22" Type="http://schemas.openxmlformats.org/officeDocument/2006/relationships/customXml" Target="../ink/ink14.xml"/><Relationship Id="rId27" Type="http://schemas.openxmlformats.org/officeDocument/2006/relationships/image" Target="../media/image36.png"/><Relationship Id="rId30" Type="http://schemas.openxmlformats.org/officeDocument/2006/relationships/customXml" Target="../ink/ink18.xml"/><Relationship Id="rId35" Type="http://schemas.openxmlformats.org/officeDocument/2006/relationships/image" Target="../media/image40.png"/><Relationship Id="rId43" Type="http://schemas.openxmlformats.org/officeDocument/2006/relationships/image" Target="../media/image44.png"/><Relationship Id="rId48" Type="http://schemas.openxmlformats.org/officeDocument/2006/relationships/customXml" Target="../ink/ink28.xml"/><Relationship Id="rId8" Type="http://schemas.openxmlformats.org/officeDocument/2006/relationships/image" Target="../media/image26.png"/><Relationship Id="rId3" Type="http://schemas.openxmlformats.org/officeDocument/2006/relationships/image" Target="../media/image23.png"/><Relationship Id="rId12" Type="http://schemas.openxmlformats.org/officeDocument/2006/relationships/image" Target="../media/image30.png"/><Relationship Id="rId17" Type="http://schemas.openxmlformats.org/officeDocument/2006/relationships/image" Target="../media/image3.png"/><Relationship Id="rId25" Type="http://schemas.openxmlformats.org/officeDocument/2006/relationships/image" Target="../media/image35.png"/><Relationship Id="rId33" Type="http://schemas.openxmlformats.org/officeDocument/2006/relationships/image" Target="../media/image39.png"/><Relationship Id="rId38" Type="http://schemas.openxmlformats.org/officeDocument/2006/relationships/customXml" Target="../ink/ink22.xml"/><Relationship Id="rId46" Type="http://schemas.openxmlformats.org/officeDocument/2006/relationships/customXml" Target="../ink/ink27.xml"/><Relationship Id="rId20" Type="http://schemas.openxmlformats.org/officeDocument/2006/relationships/customXml" Target="../ink/ink13.xml"/><Relationship Id="rId41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0.png"/><Relationship Id="rId5" Type="http://schemas.openxmlformats.org/officeDocument/2006/relationships/image" Target="../media/image350.png"/><Relationship Id="rId4" Type="http://schemas.openxmlformats.org/officeDocument/2006/relationships/image" Target="../media/image34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F0520-D0AF-3FCE-F7DE-415E0961D3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Boundary conditions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8E16F6-0E05-2C96-F30B-C782475003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Frederik Dalby</a:t>
            </a:r>
          </a:p>
          <a:p>
            <a:r>
              <a:rPr lang="en-US" dirty="0"/>
              <a:t>Modelling Fall 2026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57329826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51A7DF9-56C2-5322-96A6-AF759AD9A3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652" y="2175662"/>
            <a:ext cx="9647315" cy="25066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6640C3F-9172-25B5-8DF6-B7D5FDF27B30}"/>
              </a:ext>
            </a:extLst>
          </p:cNvPr>
          <p:cNvSpPr txBox="1"/>
          <p:nvPr/>
        </p:nvSpPr>
        <p:spPr>
          <a:xfrm>
            <a:off x="4754880" y="786384"/>
            <a:ext cx="20360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Three overall types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D6A792-67F7-0D31-EDC7-9884A6D7D0E5}"/>
              </a:ext>
            </a:extLst>
          </p:cNvPr>
          <p:cNvSpPr txBox="1"/>
          <p:nvPr/>
        </p:nvSpPr>
        <p:spPr>
          <a:xfrm>
            <a:off x="10567076" y="2701636"/>
            <a:ext cx="11813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(</a:t>
            </a:r>
            <a:r>
              <a:rPr lang="da-DK" dirty="0" err="1"/>
              <a:t>first</a:t>
            </a:r>
            <a:r>
              <a:rPr lang="da-DK" dirty="0"/>
              <a:t> type)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7D4C47-9A5E-131A-BDDB-633A0374542A}"/>
              </a:ext>
            </a:extLst>
          </p:cNvPr>
          <p:cNvSpPr txBox="1"/>
          <p:nvPr/>
        </p:nvSpPr>
        <p:spPr>
          <a:xfrm>
            <a:off x="10553223" y="3322655"/>
            <a:ext cx="15359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(</a:t>
            </a:r>
            <a:r>
              <a:rPr lang="da-DK" dirty="0" err="1"/>
              <a:t>second</a:t>
            </a:r>
            <a:r>
              <a:rPr lang="da-DK" dirty="0"/>
              <a:t> type)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EFD51E-85CF-7437-D43B-B07DAF9BF9CF}"/>
              </a:ext>
            </a:extLst>
          </p:cNvPr>
          <p:cNvSpPr txBox="1"/>
          <p:nvPr/>
        </p:nvSpPr>
        <p:spPr>
          <a:xfrm>
            <a:off x="10585309" y="4090914"/>
            <a:ext cx="1257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(</a:t>
            </a:r>
            <a:r>
              <a:rPr lang="da-DK" dirty="0" err="1"/>
              <a:t>third</a:t>
            </a:r>
            <a:r>
              <a:rPr lang="da-DK" dirty="0"/>
              <a:t> type)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426D66-333C-418A-F560-C54209F6D11D}"/>
              </a:ext>
            </a:extLst>
          </p:cNvPr>
          <p:cNvSpPr txBox="1"/>
          <p:nvPr/>
        </p:nvSpPr>
        <p:spPr>
          <a:xfrm>
            <a:off x="7481453" y="5229166"/>
            <a:ext cx="32555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 err="1"/>
              <a:t>Use</a:t>
            </a:r>
            <a:r>
              <a:rPr lang="da-DK" dirty="0"/>
              <a:t> </a:t>
            </a:r>
            <a:r>
              <a:rPr lang="da-DK" dirty="0" err="1"/>
              <a:t>constitutive</a:t>
            </a:r>
            <a:r>
              <a:rPr lang="da-DK" dirty="0"/>
              <a:t> </a:t>
            </a:r>
            <a:r>
              <a:rPr lang="da-DK" dirty="0" err="1"/>
              <a:t>equations</a:t>
            </a:r>
            <a:r>
              <a:rPr lang="da-DK" dirty="0"/>
              <a:t> at </a:t>
            </a:r>
            <a:r>
              <a:rPr lang="da-DK" dirty="0" err="1"/>
              <a:t>boundary</a:t>
            </a:r>
            <a:r>
              <a:rPr lang="da-DK" dirty="0"/>
              <a:t> (newtons </a:t>
            </a:r>
            <a:r>
              <a:rPr lang="da-DK" dirty="0" err="1"/>
              <a:t>law</a:t>
            </a:r>
            <a:r>
              <a:rPr lang="da-DK" dirty="0"/>
              <a:t>, </a:t>
            </a:r>
            <a:r>
              <a:rPr lang="da-DK" dirty="0" err="1"/>
              <a:t>mass</a:t>
            </a:r>
            <a:r>
              <a:rPr lang="da-DK" dirty="0"/>
              <a:t> transfer </a:t>
            </a:r>
            <a:r>
              <a:rPr lang="da-DK" dirty="0" err="1"/>
              <a:t>coefficient</a:t>
            </a:r>
            <a:r>
              <a:rPr lang="da-DK" dirty="0"/>
              <a:t>, </a:t>
            </a:r>
            <a:r>
              <a:rPr lang="da-DK" dirty="0" err="1"/>
              <a:t>reaction</a:t>
            </a:r>
            <a:r>
              <a:rPr lang="da-DK" dirty="0"/>
              <a:t> kinetics)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C33A2FE-0E43-BF6E-7829-D21052144BF2}"/>
              </a:ext>
            </a:extLst>
          </p:cNvPr>
          <p:cNvCxnSpPr/>
          <p:nvPr/>
        </p:nvCxnSpPr>
        <p:spPr>
          <a:xfrm flipV="1">
            <a:off x="9476509" y="4682338"/>
            <a:ext cx="0" cy="4022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1001750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69EDE61-A051-D024-0C22-F8F00796E802}"/>
              </a:ext>
            </a:extLst>
          </p:cNvPr>
          <p:cNvGrpSpPr/>
          <p:nvPr/>
        </p:nvGrpSpPr>
        <p:grpSpPr>
          <a:xfrm rot="16200000">
            <a:off x="214561" y="3676961"/>
            <a:ext cx="3833581" cy="901569"/>
            <a:chOff x="2251028" y="2459736"/>
            <a:chExt cx="6941739" cy="280416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FEC353F6-0271-149D-EC7C-0718C726B9D7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2522617" y="2459736"/>
              <a:ext cx="667015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C378E166-FA2F-440C-2B7C-5CCF87A61629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2522617" y="2740152"/>
              <a:ext cx="667015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AA518B0-C9A4-7722-6532-70A8074D0F31}"/>
                </a:ext>
              </a:extLst>
            </p:cNvPr>
            <p:cNvSpPr/>
            <p:nvPr/>
          </p:nvSpPr>
          <p:spPr>
            <a:xfrm rot="10800000">
              <a:off x="2251028" y="2459736"/>
              <a:ext cx="271589" cy="28041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6885A02C-4688-C819-0C30-98B48C0ACD97}"/>
              </a:ext>
            </a:extLst>
          </p:cNvPr>
          <p:cNvSpPr txBox="1"/>
          <p:nvPr/>
        </p:nvSpPr>
        <p:spPr>
          <a:xfrm>
            <a:off x="1830627" y="5442923"/>
            <a:ext cx="559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H</a:t>
            </a:r>
            <a:r>
              <a:rPr lang="da-DK" baseline="-25000" dirty="0"/>
              <a:t>2</a:t>
            </a:r>
            <a:r>
              <a:rPr lang="da-DK" dirty="0"/>
              <a:t>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1B1F3D-8A2B-8778-122B-6A35FAFDE94D}"/>
              </a:ext>
            </a:extLst>
          </p:cNvPr>
          <p:cNvSpPr txBox="1"/>
          <p:nvPr/>
        </p:nvSpPr>
        <p:spPr>
          <a:xfrm>
            <a:off x="1886640" y="2210955"/>
            <a:ext cx="4619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200" dirty="0"/>
              <a:t>H2S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598C212D-4BE1-B99F-BD97-93089F45EF8B}"/>
                  </a:ext>
                </a:extLst>
              </p14:cNvPr>
              <p14:cNvContentPartPr/>
              <p14:nvPr/>
            </p14:nvContentPartPr>
            <p14:xfrm>
              <a:off x="1799875" y="5714230"/>
              <a:ext cx="36360" cy="1850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598C212D-4BE1-B99F-BD97-93089F45EF8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90785" y="5705230"/>
                <a:ext cx="54176" cy="20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ED9E7359-626D-FB78-C660-748110685D51}"/>
                  </a:ext>
                </a:extLst>
              </p14:cNvPr>
              <p14:cNvContentPartPr/>
              <p14:nvPr/>
            </p14:nvContentPartPr>
            <p14:xfrm>
              <a:off x="2146915" y="5799550"/>
              <a:ext cx="23040" cy="842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ED9E7359-626D-FB78-C660-748110685D5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37915" y="5790550"/>
                <a:ext cx="40680" cy="10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8DD2776D-EF14-0725-42CC-C433CA05659A}"/>
                  </a:ext>
                </a:extLst>
              </p14:cNvPr>
              <p14:cNvContentPartPr/>
              <p14:nvPr/>
            </p14:nvContentPartPr>
            <p14:xfrm>
              <a:off x="2387395" y="5750950"/>
              <a:ext cx="55800" cy="1270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8DD2776D-EF14-0725-42CC-C433CA05659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378453" y="5741950"/>
                <a:ext cx="73327" cy="144720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A40FA3F1-A060-AFFA-047D-D1618B1BBE65}"/>
              </a:ext>
            </a:extLst>
          </p:cNvPr>
          <p:cNvSpPr/>
          <p:nvPr/>
        </p:nvSpPr>
        <p:spPr>
          <a:xfrm>
            <a:off x="1484903" y="2082481"/>
            <a:ext cx="1265460" cy="12375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2D65D9-1316-EA21-3AC6-C759D31E4F57}"/>
              </a:ext>
            </a:extLst>
          </p:cNvPr>
          <p:cNvSpPr txBox="1"/>
          <p:nvPr/>
        </p:nvSpPr>
        <p:spPr>
          <a:xfrm>
            <a:off x="1040171" y="1054509"/>
            <a:ext cx="107536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A </a:t>
            </a:r>
            <a:r>
              <a:rPr lang="da-DK" dirty="0" err="1"/>
              <a:t>well</a:t>
            </a:r>
            <a:r>
              <a:rPr lang="da-DK" dirty="0"/>
              <a:t> with </a:t>
            </a:r>
            <a:r>
              <a:rPr lang="da-DK" dirty="0" err="1"/>
              <a:t>contaminated</a:t>
            </a:r>
            <a:r>
              <a:rPr lang="da-DK" dirty="0"/>
              <a:t> </a:t>
            </a:r>
            <a:r>
              <a:rPr lang="da-DK" dirty="0" err="1"/>
              <a:t>water</a:t>
            </a:r>
            <a:r>
              <a:rPr lang="da-DK" dirty="0"/>
              <a:t> at the </a:t>
            </a:r>
            <a:r>
              <a:rPr lang="da-DK" dirty="0" err="1"/>
              <a:t>bottom</a:t>
            </a:r>
            <a:r>
              <a:rPr lang="da-DK" dirty="0"/>
              <a:t> is </a:t>
            </a:r>
            <a:r>
              <a:rPr lang="da-DK" dirty="0" err="1"/>
              <a:t>emitting</a:t>
            </a:r>
            <a:r>
              <a:rPr lang="da-DK" dirty="0"/>
              <a:t> H</a:t>
            </a:r>
            <a:r>
              <a:rPr lang="da-DK" baseline="-25000" dirty="0"/>
              <a:t>2</a:t>
            </a:r>
            <a:r>
              <a:rPr lang="da-DK" dirty="0"/>
              <a:t>S. </a:t>
            </a:r>
            <a:r>
              <a:rPr lang="da-DK" dirty="0" err="1"/>
              <a:t>There</a:t>
            </a:r>
            <a:r>
              <a:rPr lang="da-DK" dirty="0"/>
              <a:t> is </a:t>
            </a:r>
            <a:r>
              <a:rPr lang="da-DK" dirty="0" err="1"/>
              <a:t>always</a:t>
            </a:r>
            <a:r>
              <a:rPr lang="da-DK" dirty="0"/>
              <a:t> 1000 ppm H</a:t>
            </a:r>
            <a:r>
              <a:rPr lang="da-DK" baseline="-25000" dirty="0"/>
              <a:t>2</a:t>
            </a:r>
            <a:r>
              <a:rPr lang="da-DK" dirty="0"/>
              <a:t>S at the </a:t>
            </a:r>
            <a:r>
              <a:rPr lang="da-DK" dirty="0" err="1"/>
              <a:t>bottom</a:t>
            </a:r>
            <a:r>
              <a:rPr lang="da-DK" dirty="0"/>
              <a:t>.</a:t>
            </a:r>
          </a:p>
          <a:p>
            <a:r>
              <a:rPr lang="da-DK" dirty="0"/>
              <a:t>On the top of the </a:t>
            </a:r>
            <a:r>
              <a:rPr lang="da-DK" dirty="0" err="1"/>
              <a:t>well</a:t>
            </a:r>
            <a:r>
              <a:rPr lang="da-DK" dirty="0"/>
              <a:t> a </a:t>
            </a:r>
            <a:r>
              <a:rPr lang="da-DK" dirty="0" err="1"/>
              <a:t>concrete</a:t>
            </a:r>
            <a:r>
              <a:rPr lang="da-DK" dirty="0"/>
              <a:t> lid </a:t>
            </a:r>
            <a:r>
              <a:rPr lang="da-DK" dirty="0" err="1"/>
              <a:t>ensures</a:t>
            </a:r>
            <a:r>
              <a:rPr lang="da-DK" dirty="0"/>
              <a:t> </a:t>
            </a:r>
            <a:r>
              <a:rPr lang="da-DK" dirty="0" err="1"/>
              <a:t>that</a:t>
            </a:r>
            <a:r>
              <a:rPr lang="da-DK" dirty="0"/>
              <a:t> H</a:t>
            </a:r>
            <a:r>
              <a:rPr lang="da-DK" baseline="-25000" dirty="0"/>
              <a:t>2</a:t>
            </a:r>
            <a:r>
              <a:rPr lang="da-DK" dirty="0"/>
              <a:t>S </a:t>
            </a:r>
            <a:r>
              <a:rPr lang="da-DK" dirty="0" err="1"/>
              <a:t>cannot</a:t>
            </a:r>
            <a:r>
              <a:rPr lang="da-DK" dirty="0"/>
              <a:t> </a:t>
            </a:r>
            <a:r>
              <a:rPr lang="da-DK" dirty="0" err="1"/>
              <a:t>escape</a:t>
            </a:r>
            <a:r>
              <a:rPr lang="da-DK" dirty="0"/>
              <a:t>.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3ED2C85-6C11-0100-E619-2082B0AAC96B}"/>
              </a:ext>
            </a:extLst>
          </p:cNvPr>
          <p:cNvCxnSpPr/>
          <p:nvPr/>
        </p:nvCxnSpPr>
        <p:spPr>
          <a:xfrm>
            <a:off x="2861734" y="2208595"/>
            <a:ext cx="0" cy="3688315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E2E6871-6E77-6154-CC9C-A9801EBFCC45}"/>
              </a:ext>
            </a:extLst>
          </p:cNvPr>
          <p:cNvSpPr txBox="1"/>
          <p:nvPr/>
        </p:nvSpPr>
        <p:spPr>
          <a:xfrm>
            <a:off x="3858794" y="2021570"/>
            <a:ext cx="2558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Neumann BC (</a:t>
            </a:r>
            <a:r>
              <a:rPr lang="da-DK" dirty="0" err="1"/>
              <a:t>fixed</a:t>
            </a:r>
            <a:r>
              <a:rPr lang="da-DK" dirty="0"/>
              <a:t> flux)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3DA032-1F82-0F23-9E50-881F049CA13C}"/>
              </a:ext>
            </a:extLst>
          </p:cNvPr>
          <p:cNvSpPr txBox="1"/>
          <p:nvPr/>
        </p:nvSpPr>
        <p:spPr>
          <a:xfrm>
            <a:off x="3966805" y="5743125"/>
            <a:ext cx="13805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Dirichlet</a:t>
            </a:r>
            <a:r>
              <a:rPr lang="da-DK" dirty="0"/>
              <a:t> BC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F6C1CF0-3425-8ADB-5C72-4F4B5D8B74C3}"/>
              </a:ext>
            </a:extLst>
          </p:cNvPr>
          <p:cNvSpPr txBox="1"/>
          <p:nvPr/>
        </p:nvSpPr>
        <p:spPr>
          <a:xfrm>
            <a:off x="2973106" y="3795682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x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35EF6A-3760-6294-EF55-AED8B1634E2D}"/>
              </a:ext>
            </a:extLst>
          </p:cNvPr>
          <p:cNvSpPr txBox="1"/>
          <p:nvPr/>
        </p:nvSpPr>
        <p:spPr>
          <a:xfrm>
            <a:off x="2962686" y="569157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DD8E17A-3598-78CF-C3B2-3353F984015F}"/>
              </a:ext>
            </a:extLst>
          </p:cNvPr>
          <p:cNvSpPr txBox="1"/>
          <p:nvPr/>
        </p:nvSpPr>
        <p:spPr>
          <a:xfrm>
            <a:off x="2941196" y="209210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D4B1F09-ED85-CC70-E0D9-37DF54A4D917}"/>
              </a:ext>
            </a:extLst>
          </p:cNvPr>
          <p:cNvSpPr txBox="1"/>
          <p:nvPr/>
        </p:nvSpPr>
        <p:spPr>
          <a:xfrm>
            <a:off x="1058873" y="478579"/>
            <a:ext cx="103389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We</a:t>
            </a:r>
            <a:r>
              <a:rPr lang="da-DK" dirty="0"/>
              <a:t> </a:t>
            </a:r>
            <a:r>
              <a:rPr lang="da-DK" dirty="0" err="1"/>
              <a:t>can</a:t>
            </a:r>
            <a:r>
              <a:rPr lang="da-DK" dirty="0"/>
              <a:t> have </a:t>
            </a:r>
            <a:r>
              <a:rPr lang="da-DK" dirty="0" err="1"/>
              <a:t>different</a:t>
            </a:r>
            <a:r>
              <a:rPr lang="da-DK" dirty="0"/>
              <a:t> types of </a:t>
            </a:r>
            <a:r>
              <a:rPr lang="da-DK" dirty="0" err="1"/>
              <a:t>boundary</a:t>
            </a:r>
            <a:r>
              <a:rPr lang="da-DK" dirty="0"/>
              <a:t> </a:t>
            </a:r>
            <a:r>
              <a:rPr lang="da-DK" dirty="0" err="1"/>
              <a:t>conditions</a:t>
            </a:r>
            <a:r>
              <a:rPr lang="da-DK" dirty="0"/>
              <a:t> in </a:t>
            </a:r>
            <a:r>
              <a:rPr lang="da-DK" dirty="0" err="1"/>
              <a:t>each</a:t>
            </a:r>
            <a:r>
              <a:rPr lang="da-DK" dirty="0"/>
              <a:t> end: </a:t>
            </a:r>
            <a:r>
              <a:rPr lang="da-DK" dirty="0" err="1"/>
              <a:t>Example</a:t>
            </a:r>
            <a:r>
              <a:rPr lang="da-DK" dirty="0"/>
              <a:t> with </a:t>
            </a:r>
            <a:r>
              <a:rPr lang="da-DK" dirty="0" err="1"/>
              <a:t>Dirichlet</a:t>
            </a:r>
            <a:r>
              <a:rPr lang="da-DK" dirty="0"/>
              <a:t> + Neumann BC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BBFAB58-D432-EBDA-CE60-07938A70ABAE}"/>
              </a:ext>
            </a:extLst>
          </p:cNvPr>
          <p:cNvCxnSpPr>
            <a:cxnSpLocks/>
          </p:cNvCxnSpPr>
          <p:nvPr/>
        </p:nvCxnSpPr>
        <p:spPr>
          <a:xfrm flipH="1">
            <a:off x="3359863" y="2206236"/>
            <a:ext cx="3343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95DF0C8-B447-E090-1BAC-39827AB95985}"/>
              </a:ext>
            </a:extLst>
          </p:cNvPr>
          <p:cNvCxnSpPr>
            <a:endCxn id="19" idx="3"/>
          </p:cNvCxnSpPr>
          <p:nvPr/>
        </p:nvCxnSpPr>
        <p:spPr>
          <a:xfrm flipH="1" flipV="1">
            <a:off x="3270784" y="5876245"/>
            <a:ext cx="423392" cy="183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CB1AF8F-F004-58A1-33A1-E10F74C1BA2F}"/>
                  </a:ext>
                </a:extLst>
              </p:cNvPr>
              <p:cNvSpPr txBox="1"/>
              <p:nvPr/>
            </p:nvSpPr>
            <p:spPr>
              <a:xfrm>
                <a:off x="4505509" y="3592357"/>
                <a:ext cx="1223475" cy="5557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𝐷</m:t>
                      </m:r>
                      <m:f>
                        <m:f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CB1AF8F-F004-58A1-33A1-E10F74C1BA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5509" y="3592357"/>
                <a:ext cx="1223475" cy="55579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D33F7D6-AAE7-9A76-F9EF-1FEF707CFD3D}"/>
              </a:ext>
            </a:extLst>
          </p:cNvPr>
          <p:cNvCxnSpPr/>
          <p:nvPr/>
        </p:nvCxnSpPr>
        <p:spPr>
          <a:xfrm flipH="1" flipV="1">
            <a:off x="4983480" y="2487954"/>
            <a:ext cx="493776" cy="9410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C75FF2E-6487-6E79-4757-C25D2F028E55}"/>
              </a:ext>
            </a:extLst>
          </p:cNvPr>
          <p:cNvCxnSpPr>
            <a:cxnSpLocks/>
          </p:cNvCxnSpPr>
          <p:nvPr/>
        </p:nvCxnSpPr>
        <p:spPr>
          <a:xfrm flipH="1">
            <a:off x="4904138" y="4370046"/>
            <a:ext cx="573118" cy="13398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C3D901DE-6FA2-D40D-9DD7-FDFCECD52A76}"/>
              </a:ext>
            </a:extLst>
          </p:cNvPr>
          <p:cNvSpPr txBox="1"/>
          <p:nvPr/>
        </p:nvSpPr>
        <p:spPr>
          <a:xfrm>
            <a:off x="7015424" y="3893974"/>
            <a:ext cx="21030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1 IC (for </a:t>
            </a:r>
            <a:r>
              <a:rPr lang="da-DK" dirty="0" err="1"/>
              <a:t>every</a:t>
            </a:r>
            <a:r>
              <a:rPr lang="da-DK" dirty="0"/>
              <a:t> ODE)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8C8D15-1C52-FBE0-DAC4-655BC8B1CA93}"/>
              </a:ext>
            </a:extLst>
          </p:cNvPr>
          <p:cNvSpPr txBox="1"/>
          <p:nvPr/>
        </p:nvSpPr>
        <p:spPr>
          <a:xfrm>
            <a:off x="7015424" y="3592357"/>
            <a:ext cx="3447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2 BC (for all time points)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CED0D4D-3147-7184-DE03-B84BA15BEA31}"/>
                  </a:ext>
                </a:extLst>
              </p:cNvPr>
              <p:cNvSpPr txBox="1"/>
              <p:nvPr/>
            </p:nvSpPr>
            <p:spPr>
              <a:xfrm>
                <a:off x="6028717" y="1850416"/>
                <a:ext cx="4482716" cy="6313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)=−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𝐷</m:t>
                      </m:r>
                      <m:f>
                        <m:fPr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b>
                          </m:sSub>
                        </m:num>
                        <m:den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CED0D4D-3147-7184-DE03-B84BA15BEA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8717" y="1850416"/>
                <a:ext cx="4482716" cy="63132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E565669-25BC-FEB3-B0FE-7CEF9B65ADD5}"/>
                  </a:ext>
                </a:extLst>
              </p:cNvPr>
              <p:cNvSpPr txBox="1"/>
              <p:nvPr/>
            </p:nvSpPr>
            <p:spPr>
              <a:xfrm>
                <a:off x="5477256" y="5675204"/>
                <a:ext cx="44827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=1000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E565669-25BC-FEB3-B0FE-7CEF9B65AD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7256" y="5675204"/>
                <a:ext cx="4482716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93E4C41F-F052-4328-1E8C-51B2BDFB42EF}"/>
              </a:ext>
            </a:extLst>
          </p:cNvPr>
          <p:cNvSpPr txBox="1"/>
          <p:nvPr/>
        </p:nvSpPr>
        <p:spPr>
          <a:xfrm>
            <a:off x="3469774" y="4400071"/>
            <a:ext cx="1491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Governing</a:t>
            </a:r>
            <a:r>
              <a:rPr lang="da-DK" dirty="0"/>
              <a:t> </a:t>
            </a:r>
            <a:r>
              <a:rPr lang="da-DK" dirty="0" err="1"/>
              <a:t>eq</a:t>
            </a:r>
            <a:endParaRPr lang="da-DK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513DA65-F787-B34B-D9EE-FB5FED95AA4F}"/>
              </a:ext>
            </a:extLst>
          </p:cNvPr>
          <p:cNvCxnSpPr/>
          <p:nvPr/>
        </p:nvCxnSpPr>
        <p:spPr>
          <a:xfrm flipV="1">
            <a:off x="4434840" y="4263306"/>
            <a:ext cx="402336" cy="2172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5140240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FA5D886-C4A0-287C-15CA-26090A6362B1}"/>
              </a:ext>
            </a:extLst>
          </p:cNvPr>
          <p:cNvCxnSpPr/>
          <p:nvPr/>
        </p:nvCxnSpPr>
        <p:spPr>
          <a:xfrm>
            <a:off x="4838925" y="1813429"/>
            <a:ext cx="0" cy="3688315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C2F76F95-0D2C-4013-5F3A-7DF1AC0D9866}"/>
              </a:ext>
            </a:extLst>
          </p:cNvPr>
          <p:cNvSpPr txBox="1"/>
          <p:nvPr/>
        </p:nvSpPr>
        <p:spPr>
          <a:xfrm>
            <a:off x="4918387" y="5296413"/>
            <a:ext cx="41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x0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12273C-76E1-00D6-127B-E4A62FA1C6E7}"/>
              </a:ext>
            </a:extLst>
          </p:cNvPr>
          <p:cNvSpPr txBox="1"/>
          <p:nvPr/>
        </p:nvSpPr>
        <p:spPr>
          <a:xfrm>
            <a:off x="4918387" y="169693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L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D5F60B7-9427-7B1E-7042-AFEC7C46F315}"/>
              </a:ext>
            </a:extLst>
          </p:cNvPr>
          <p:cNvSpPr/>
          <p:nvPr/>
        </p:nvSpPr>
        <p:spPr>
          <a:xfrm>
            <a:off x="4816065" y="5439931"/>
            <a:ext cx="45719" cy="8229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72E37F8-C25E-2392-0DF3-8D2CE7CFC460}"/>
              </a:ext>
            </a:extLst>
          </p:cNvPr>
          <p:cNvSpPr/>
          <p:nvPr/>
        </p:nvSpPr>
        <p:spPr>
          <a:xfrm>
            <a:off x="4816064" y="1840456"/>
            <a:ext cx="45719" cy="8229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A115BA2-CAE8-82A6-A031-998DBC11E25C}"/>
              </a:ext>
            </a:extLst>
          </p:cNvPr>
          <p:cNvSpPr/>
          <p:nvPr/>
        </p:nvSpPr>
        <p:spPr>
          <a:xfrm>
            <a:off x="4816063" y="2578072"/>
            <a:ext cx="45719" cy="8229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F88CEA2-48BE-6070-E4D7-7B71E9A605D2}"/>
              </a:ext>
            </a:extLst>
          </p:cNvPr>
          <p:cNvSpPr/>
          <p:nvPr/>
        </p:nvSpPr>
        <p:spPr>
          <a:xfrm>
            <a:off x="4814883" y="3280403"/>
            <a:ext cx="45719" cy="8229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D0FE98B-79DF-6FD7-9CF6-96362BC43C99}"/>
              </a:ext>
            </a:extLst>
          </p:cNvPr>
          <p:cNvSpPr/>
          <p:nvPr/>
        </p:nvSpPr>
        <p:spPr>
          <a:xfrm>
            <a:off x="4821197" y="3988927"/>
            <a:ext cx="45719" cy="8229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967F27F-000F-2175-020B-9C20CD9083D2}"/>
              </a:ext>
            </a:extLst>
          </p:cNvPr>
          <p:cNvSpPr/>
          <p:nvPr/>
        </p:nvSpPr>
        <p:spPr>
          <a:xfrm>
            <a:off x="4816063" y="4731407"/>
            <a:ext cx="45719" cy="8229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3A5EC2-2E24-7857-D860-BD07AB551A88}"/>
              </a:ext>
            </a:extLst>
          </p:cNvPr>
          <p:cNvSpPr txBox="1"/>
          <p:nvPr/>
        </p:nvSpPr>
        <p:spPr>
          <a:xfrm>
            <a:off x="4914656" y="4565351"/>
            <a:ext cx="41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x1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82C78E-16CA-4A0C-387A-88F305AC079B}"/>
              </a:ext>
            </a:extLst>
          </p:cNvPr>
          <p:cNvSpPr txBox="1"/>
          <p:nvPr/>
        </p:nvSpPr>
        <p:spPr>
          <a:xfrm>
            <a:off x="4914656" y="3845409"/>
            <a:ext cx="41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x2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473FDA8-AF02-A135-1CEF-55B4B40C20BA}"/>
              </a:ext>
            </a:extLst>
          </p:cNvPr>
          <p:cNvSpPr txBox="1"/>
          <p:nvPr/>
        </p:nvSpPr>
        <p:spPr>
          <a:xfrm>
            <a:off x="4914656" y="3136885"/>
            <a:ext cx="41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x3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3B2C5AF-0BAC-D03E-04DD-9643430B59EE}"/>
              </a:ext>
            </a:extLst>
          </p:cNvPr>
          <p:cNvSpPr txBox="1"/>
          <p:nvPr/>
        </p:nvSpPr>
        <p:spPr>
          <a:xfrm>
            <a:off x="4914656" y="2428361"/>
            <a:ext cx="41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x4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4A4D97A-C6B3-81FF-0457-EA9FFF7E56DB}"/>
              </a:ext>
            </a:extLst>
          </p:cNvPr>
          <p:cNvSpPr txBox="1"/>
          <p:nvPr/>
        </p:nvSpPr>
        <p:spPr>
          <a:xfrm>
            <a:off x="4894146" y="1028991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L+1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E110585-4286-8A8C-861A-F51FDC72ACED}"/>
              </a:ext>
            </a:extLst>
          </p:cNvPr>
          <p:cNvCxnSpPr>
            <a:cxnSpLocks/>
          </p:cNvCxnSpPr>
          <p:nvPr/>
        </p:nvCxnSpPr>
        <p:spPr>
          <a:xfrm flipH="1" flipV="1">
            <a:off x="4833171" y="1177230"/>
            <a:ext cx="1181" cy="704374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32259652-2469-FA5C-A129-49A687DC97B5}"/>
              </a:ext>
            </a:extLst>
          </p:cNvPr>
          <p:cNvSpPr/>
          <p:nvPr/>
        </p:nvSpPr>
        <p:spPr>
          <a:xfrm>
            <a:off x="4818530" y="1151089"/>
            <a:ext cx="45719" cy="8229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07610C0-02EB-486B-956C-5358C55A3D6A}"/>
              </a:ext>
            </a:extLst>
          </p:cNvPr>
          <p:cNvSpPr txBox="1"/>
          <p:nvPr/>
        </p:nvSpPr>
        <p:spPr>
          <a:xfrm>
            <a:off x="5799221" y="666510"/>
            <a:ext cx="12958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ghost point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86D9183-0494-670F-BFAD-D15A7AB331AD}"/>
              </a:ext>
            </a:extLst>
          </p:cNvPr>
          <p:cNvCxnSpPr>
            <a:cxnSpLocks/>
          </p:cNvCxnSpPr>
          <p:nvPr/>
        </p:nvCxnSpPr>
        <p:spPr>
          <a:xfrm flipH="1">
            <a:off x="5233349" y="855339"/>
            <a:ext cx="546945" cy="1805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4DD29B6-BB74-9DA0-C899-8A9F42DA8940}"/>
              </a:ext>
            </a:extLst>
          </p:cNvPr>
          <p:cNvGrpSpPr/>
          <p:nvPr/>
        </p:nvGrpSpPr>
        <p:grpSpPr>
          <a:xfrm rot="16200000">
            <a:off x="1800431" y="3291418"/>
            <a:ext cx="3833581" cy="901569"/>
            <a:chOff x="2251028" y="2459736"/>
            <a:chExt cx="6941739" cy="280416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F8A984E-393B-FD86-FE59-F6B628D7D421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2522617" y="2459736"/>
              <a:ext cx="667015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BB104B1-996A-8604-BC98-464F75CC95EE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2522617" y="2740152"/>
              <a:ext cx="667015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A821526-5784-387A-9BEE-6CAC70102C08}"/>
                </a:ext>
              </a:extLst>
            </p:cNvPr>
            <p:cNvSpPr/>
            <p:nvPr/>
          </p:nvSpPr>
          <p:spPr>
            <a:xfrm rot="10800000">
              <a:off x="2251028" y="2459736"/>
              <a:ext cx="271589" cy="28041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2B49A84D-43DD-E187-32D8-361715213112}"/>
              </a:ext>
            </a:extLst>
          </p:cNvPr>
          <p:cNvSpPr txBox="1"/>
          <p:nvPr/>
        </p:nvSpPr>
        <p:spPr>
          <a:xfrm>
            <a:off x="3416497" y="5139676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H2S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349E1FC-AC5E-AA8C-715B-FF4563BE0E91}"/>
              </a:ext>
            </a:extLst>
          </p:cNvPr>
          <p:cNvSpPr txBox="1"/>
          <p:nvPr/>
        </p:nvSpPr>
        <p:spPr>
          <a:xfrm>
            <a:off x="3472510" y="1825412"/>
            <a:ext cx="4619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200" dirty="0"/>
              <a:t>H2S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4BB4EA46-CD7E-9B14-25DE-94E064125BE3}"/>
                  </a:ext>
                </a:extLst>
              </p14:cNvPr>
              <p14:cNvContentPartPr/>
              <p14:nvPr/>
            </p14:nvContentPartPr>
            <p14:xfrm>
              <a:off x="3385745" y="5328687"/>
              <a:ext cx="36360" cy="18504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4BB4EA46-CD7E-9B14-25DE-94E064125BE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76655" y="5319687"/>
                <a:ext cx="54176" cy="20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95D34C2E-B370-6873-AD7C-BF7698D36086}"/>
                  </a:ext>
                </a:extLst>
              </p14:cNvPr>
              <p14:cNvContentPartPr/>
              <p14:nvPr/>
            </p14:nvContentPartPr>
            <p14:xfrm>
              <a:off x="3732785" y="5414007"/>
              <a:ext cx="23040" cy="8424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95D34C2E-B370-6873-AD7C-BF7698D3608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723785" y="5405007"/>
                <a:ext cx="40680" cy="10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6A3AEE5C-A849-B015-DF07-86CC393A582F}"/>
                  </a:ext>
                </a:extLst>
              </p14:cNvPr>
              <p14:cNvContentPartPr/>
              <p14:nvPr/>
            </p14:nvContentPartPr>
            <p14:xfrm>
              <a:off x="3973265" y="5365407"/>
              <a:ext cx="55800" cy="12708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6A3AEE5C-A849-B015-DF07-86CC393A582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964323" y="5356407"/>
                <a:ext cx="73327" cy="144720"/>
              </a:xfrm>
              <a:prstGeom prst="rect">
                <a:avLst/>
              </a:prstGeom>
            </p:spPr>
          </p:pic>
        </mc:Fallback>
      </mc:AlternateContent>
      <p:sp>
        <p:nvSpPr>
          <p:cNvPr id="31" name="Rectangle 30">
            <a:extLst>
              <a:ext uri="{FF2B5EF4-FFF2-40B4-BE49-F238E27FC236}">
                <a16:creationId xmlns:a16="http://schemas.microsoft.com/office/drawing/2014/main" id="{8206BDAB-9594-71A7-42D3-074998C6D4CF}"/>
              </a:ext>
            </a:extLst>
          </p:cNvPr>
          <p:cNvSpPr/>
          <p:nvPr/>
        </p:nvSpPr>
        <p:spPr>
          <a:xfrm>
            <a:off x="3070773" y="1696938"/>
            <a:ext cx="1265460" cy="12375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8A95FD9-0692-EDFD-5D02-17B7575194CA}"/>
              </a:ext>
            </a:extLst>
          </p:cNvPr>
          <p:cNvCxnSpPr/>
          <p:nvPr/>
        </p:nvCxnSpPr>
        <p:spPr>
          <a:xfrm>
            <a:off x="4447604" y="1823052"/>
            <a:ext cx="0" cy="3688315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E71091C5-5BC1-1157-3155-B99F84E9A676}"/>
              </a:ext>
            </a:extLst>
          </p:cNvPr>
          <p:cNvSpPr txBox="1"/>
          <p:nvPr/>
        </p:nvSpPr>
        <p:spPr>
          <a:xfrm>
            <a:off x="4558976" y="3410139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x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0649290-25ED-B166-86EC-97456EB3EA77}"/>
              </a:ext>
            </a:extLst>
          </p:cNvPr>
          <p:cNvSpPr txBox="1"/>
          <p:nvPr/>
        </p:nvSpPr>
        <p:spPr>
          <a:xfrm>
            <a:off x="4548556" y="530603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5962215-EAB5-5FA7-74E5-1102C67A3AA4}"/>
              </a:ext>
            </a:extLst>
          </p:cNvPr>
          <p:cNvSpPr txBox="1"/>
          <p:nvPr/>
        </p:nvSpPr>
        <p:spPr>
          <a:xfrm>
            <a:off x="4527066" y="170656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4DC8BB0-2D12-5F09-A1B1-D1378E7B1325}"/>
              </a:ext>
            </a:extLst>
          </p:cNvPr>
          <p:cNvSpPr txBox="1"/>
          <p:nvPr/>
        </p:nvSpPr>
        <p:spPr>
          <a:xfrm>
            <a:off x="5879155" y="1623120"/>
            <a:ext cx="2698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b="1" dirty="0"/>
              <a:t>Neumann BC (</a:t>
            </a:r>
            <a:r>
              <a:rPr lang="da-DK" b="1" dirty="0" err="1"/>
              <a:t>fixed</a:t>
            </a:r>
            <a:r>
              <a:rPr lang="da-DK" b="1" dirty="0"/>
              <a:t> flux)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61D083E-09F6-A73D-4C6D-7C384458E3EC}"/>
              </a:ext>
            </a:extLst>
          </p:cNvPr>
          <p:cNvCxnSpPr>
            <a:cxnSpLocks/>
          </p:cNvCxnSpPr>
          <p:nvPr/>
        </p:nvCxnSpPr>
        <p:spPr>
          <a:xfrm flipH="1">
            <a:off x="5325346" y="1846065"/>
            <a:ext cx="55380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0129742-3FAD-736B-6A11-9B96197A82A8}"/>
                  </a:ext>
                </a:extLst>
              </p:cNvPr>
              <p:cNvSpPr txBox="1"/>
              <p:nvPr/>
            </p:nvSpPr>
            <p:spPr>
              <a:xfrm>
                <a:off x="7579126" y="1471084"/>
                <a:ext cx="4482716" cy="6313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𝐷</m:t>
                      </m:r>
                      <m:f>
                        <m:fPr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b>
                          </m:sSub>
                        </m:num>
                        <m:den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0129742-3FAD-736B-6A11-9B96197A82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9126" y="1471084"/>
                <a:ext cx="4482716" cy="63132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92FA369-C651-DD9B-5927-B953C2181CA7}"/>
                  </a:ext>
                </a:extLst>
              </p:cNvPr>
              <p:cNvSpPr txBox="1"/>
              <p:nvPr/>
            </p:nvSpPr>
            <p:spPr>
              <a:xfrm>
                <a:off x="9290118" y="2268564"/>
                <a:ext cx="1060731" cy="6190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92FA369-C651-DD9B-5927-B953C2181C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0118" y="2268564"/>
                <a:ext cx="1060731" cy="61901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0C17134-6B46-DC2D-7521-B44EE370538D}"/>
                  </a:ext>
                </a:extLst>
              </p:cNvPr>
              <p:cNvSpPr txBox="1"/>
              <p:nvPr/>
            </p:nvSpPr>
            <p:spPr>
              <a:xfrm>
                <a:off x="9180582" y="3136885"/>
                <a:ext cx="1914164" cy="5666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da-DK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0C17134-6B46-DC2D-7521-B44EE37053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0582" y="3136885"/>
                <a:ext cx="1914164" cy="56663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4A4774C8-85C7-6F4A-6F9B-AE96F3E1D200}"/>
                  </a:ext>
                </a:extLst>
              </p:cNvPr>
              <p:cNvSpPr txBox="1"/>
              <p:nvPr/>
            </p:nvSpPr>
            <p:spPr>
              <a:xfrm>
                <a:off x="9180582" y="3932698"/>
                <a:ext cx="191416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4A4774C8-85C7-6F4A-6F9B-AE96F3E1D2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0582" y="3932698"/>
                <a:ext cx="1914164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3162CF-DEC3-0D8F-B693-5168FB2FFC17}"/>
                  </a:ext>
                </a:extLst>
              </p:cNvPr>
              <p:cNvSpPr txBox="1"/>
              <p:nvPr/>
            </p:nvSpPr>
            <p:spPr>
              <a:xfrm>
                <a:off x="6509936" y="3474282"/>
                <a:ext cx="1223475" cy="5557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𝐷</m:t>
                      </m:r>
                      <m:f>
                        <m:f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3162CF-DEC3-0D8F-B693-5168FB2FFC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9936" y="3474282"/>
                <a:ext cx="1223475" cy="55579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TextBox 49">
            <a:extLst>
              <a:ext uri="{FF2B5EF4-FFF2-40B4-BE49-F238E27FC236}">
                <a16:creationId xmlns:a16="http://schemas.microsoft.com/office/drawing/2014/main" id="{BBA128A0-CEA7-23BA-B8D3-C76E10CC2F95}"/>
              </a:ext>
            </a:extLst>
          </p:cNvPr>
          <p:cNvSpPr txBox="1"/>
          <p:nvPr/>
        </p:nvSpPr>
        <p:spPr>
          <a:xfrm>
            <a:off x="6375956" y="4214741"/>
            <a:ext cx="1491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Governing</a:t>
            </a:r>
            <a:r>
              <a:rPr lang="da-DK" dirty="0"/>
              <a:t> </a:t>
            </a:r>
            <a:r>
              <a:rPr lang="da-DK" dirty="0" err="1"/>
              <a:t>eq</a:t>
            </a:r>
            <a:endParaRPr lang="da-DK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89E925-30D0-15F7-BDAD-5D869DDC8299}"/>
              </a:ext>
            </a:extLst>
          </p:cNvPr>
          <p:cNvSpPr txBox="1"/>
          <p:nvPr/>
        </p:nvSpPr>
        <p:spPr>
          <a:xfrm>
            <a:off x="6076018" y="5365407"/>
            <a:ext cx="13805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Dirichlet</a:t>
            </a:r>
            <a:r>
              <a:rPr lang="da-DK" dirty="0"/>
              <a:t> BC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A616F9C-D15E-D28C-C60A-7AE561D48741}"/>
              </a:ext>
            </a:extLst>
          </p:cNvPr>
          <p:cNvCxnSpPr/>
          <p:nvPr/>
        </p:nvCxnSpPr>
        <p:spPr>
          <a:xfrm flipH="1" flipV="1">
            <a:off x="5379997" y="5498527"/>
            <a:ext cx="423392" cy="183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3988013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E76B6B8-0ADF-F319-D708-2C33DD397372}"/>
                  </a:ext>
                </a:extLst>
              </p:cNvPr>
              <p:cNvSpPr txBox="1"/>
              <p:nvPr/>
            </p:nvSpPr>
            <p:spPr>
              <a:xfrm>
                <a:off x="1633830" y="900256"/>
                <a:ext cx="1264770" cy="5726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𝐷</m:t>
                      </m:r>
                      <m:f>
                        <m:f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E76B6B8-0ADF-F319-D708-2C33DD3973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3830" y="900256"/>
                <a:ext cx="1264770" cy="57265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C72086E-D352-C5F5-FB31-F816CC385AA4}"/>
                  </a:ext>
                </a:extLst>
              </p:cNvPr>
              <p:cNvSpPr txBox="1"/>
              <p:nvPr/>
            </p:nvSpPr>
            <p:spPr>
              <a:xfrm>
                <a:off x="3412715" y="4673921"/>
                <a:ext cx="191416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C72086E-D352-C5F5-FB31-F816CC385A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2715" y="4673921"/>
                <a:ext cx="191416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F8B4496-9979-C691-490F-D4274ED6A652}"/>
                  </a:ext>
                </a:extLst>
              </p:cNvPr>
              <p:cNvSpPr txBox="1"/>
              <p:nvPr/>
            </p:nvSpPr>
            <p:spPr>
              <a:xfrm>
                <a:off x="1633830" y="2401475"/>
                <a:ext cx="2472856" cy="5266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𝐷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p>
                            <m:sSup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F8B4496-9979-C691-490F-D4274ED6A6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3830" y="2401475"/>
                <a:ext cx="2472856" cy="5266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3714DC6-C2B1-4277-AE06-6D413156C0BD}"/>
              </a:ext>
            </a:extLst>
          </p:cNvPr>
          <p:cNvCxnSpPr/>
          <p:nvPr/>
        </p:nvCxnSpPr>
        <p:spPr>
          <a:xfrm>
            <a:off x="2266215" y="1709928"/>
            <a:ext cx="0" cy="5394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2B31307-EF41-3D60-A1E8-A6405DAB4956}"/>
              </a:ext>
            </a:extLst>
          </p:cNvPr>
          <p:cNvSpPr txBox="1"/>
          <p:nvPr/>
        </p:nvSpPr>
        <p:spPr>
          <a:xfrm>
            <a:off x="2404824" y="1771452"/>
            <a:ext cx="33177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reformulate</a:t>
            </a:r>
            <a:r>
              <a:rPr lang="da-DK" dirty="0"/>
              <a:t> to </a:t>
            </a:r>
            <a:r>
              <a:rPr lang="da-DK" dirty="0" err="1"/>
              <a:t>discretized</a:t>
            </a:r>
            <a:r>
              <a:rPr lang="da-DK" dirty="0"/>
              <a:t> 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D773297-D628-B781-E354-F25D4BAEDCE6}"/>
                  </a:ext>
                </a:extLst>
              </p:cNvPr>
              <p:cNvSpPr txBox="1"/>
              <p:nvPr/>
            </p:nvSpPr>
            <p:spPr>
              <a:xfrm>
                <a:off x="1662172" y="3856720"/>
                <a:ext cx="3501087" cy="5275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𝐷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p>
                            <m:sSup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D773297-D628-B781-E354-F25D4BAEDC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2172" y="3856720"/>
                <a:ext cx="3501087" cy="52758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E709E328-707E-72F8-F519-7E6D68AEB4C2}"/>
              </a:ext>
            </a:extLst>
          </p:cNvPr>
          <p:cNvSpPr txBox="1"/>
          <p:nvPr/>
        </p:nvSpPr>
        <p:spPr>
          <a:xfrm>
            <a:off x="2404824" y="3171197"/>
            <a:ext cx="2207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At the top of the </a:t>
            </a:r>
            <a:r>
              <a:rPr lang="da-DK" dirty="0" err="1"/>
              <a:t>well</a:t>
            </a:r>
            <a:endParaRPr lang="da-DK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25C4E1-C056-8091-0D09-EEE888894DEA}"/>
              </a:ext>
            </a:extLst>
          </p:cNvPr>
          <p:cNvSpPr txBox="1"/>
          <p:nvPr/>
        </p:nvSpPr>
        <p:spPr>
          <a:xfrm>
            <a:off x="2404824" y="4700491"/>
            <a:ext cx="1212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Substitute</a:t>
            </a:r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944A4A1-01C0-49DF-2B75-0D3E8BAD62DA}"/>
                  </a:ext>
                </a:extLst>
              </p:cNvPr>
              <p:cNvSpPr txBox="1"/>
              <p:nvPr/>
            </p:nvSpPr>
            <p:spPr>
              <a:xfrm>
                <a:off x="1662172" y="5386014"/>
                <a:ext cx="5267083" cy="5275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𝐷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p>
                            <m:sSup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da-DK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i="1">
                          <a:latin typeface="Cambria Math" panose="02040503050406030204" pitchFamily="18" charset="0"/>
                        </a:rPr>
                        <m:t>𝐷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2(</m:t>
                              </m:r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da-DK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p>
                            <m:sSup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944A4A1-01C0-49DF-2B75-0D3E8BAD62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2172" y="5386014"/>
                <a:ext cx="5267083" cy="52758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56EDEDA-53B4-2D46-5F02-3B94A39A741F}"/>
              </a:ext>
            </a:extLst>
          </p:cNvPr>
          <p:cNvCxnSpPr/>
          <p:nvPr/>
        </p:nvCxnSpPr>
        <p:spPr>
          <a:xfrm>
            <a:off x="2261670" y="4673921"/>
            <a:ext cx="0" cy="5394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34C091E-53E5-90A6-357A-9AB350B8A2C5}"/>
              </a:ext>
            </a:extLst>
          </p:cNvPr>
          <p:cNvCxnSpPr/>
          <p:nvPr/>
        </p:nvCxnSpPr>
        <p:spPr>
          <a:xfrm>
            <a:off x="2261670" y="3116393"/>
            <a:ext cx="0" cy="5394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8D77377-F242-C0E2-BB5C-5A904EA382AA}"/>
              </a:ext>
            </a:extLst>
          </p:cNvPr>
          <p:cNvSpPr txBox="1"/>
          <p:nvPr/>
        </p:nvSpPr>
        <p:spPr>
          <a:xfrm>
            <a:off x="3011272" y="1030429"/>
            <a:ext cx="1491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Governing</a:t>
            </a:r>
            <a:r>
              <a:rPr lang="da-DK" dirty="0"/>
              <a:t> </a:t>
            </a:r>
            <a:r>
              <a:rPr lang="da-DK" dirty="0" err="1"/>
              <a:t>eq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89171675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B4C3432-36E4-BE57-246E-3B036ACC122D}"/>
              </a:ext>
            </a:extLst>
          </p:cNvPr>
          <p:cNvCxnSpPr/>
          <p:nvPr/>
        </p:nvCxnSpPr>
        <p:spPr>
          <a:xfrm>
            <a:off x="2464533" y="2451604"/>
            <a:ext cx="0" cy="3688315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8D992DF-329E-BF4B-CA78-F5FD00291B5F}"/>
              </a:ext>
            </a:extLst>
          </p:cNvPr>
          <p:cNvSpPr txBox="1"/>
          <p:nvPr/>
        </p:nvSpPr>
        <p:spPr>
          <a:xfrm>
            <a:off x="2543995" y="5934588"/>
            <a:ext cx="41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x0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D38FEA-E51E-A056-E883-36C6F56BC865}"/>
              </a:ext>
            </a:extLst>
          </p:cNvPr>
          <p:cNvSpPr txBox="1"/>
          <p:nvPr/>
        </p:nvSpPr>
        <p:spPr>
          <a:xfrm>
            <a:off x="2543995" y="233511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L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9ED9AB6-7FB7-1A08-9880-9799B335C0BE}"/>
              </a:ext>
            </a:extLst>
          </p:cNvPr>
          <p:cNvSpPr/>
          <p:nvPr/>
        </p:nvSpPr>
        <p:spPr>
          <a:xfrm>
            <a:off x="2441673" y="6078106"/>
            <a:ext cx="45719" cy="8229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279B7FA-55BE-7280-0665-72CC0631D045}"/>
              </a:ext>
            </a:extLst>
          </p:cNvPr>
          <p:cNvSpPr/>
          <p:nvPr/>
        </p:nvSpPr>
        <p:spPr>
          <a:xfrm>
            <a:off x="2441672" y="2478631"/>
            <a:ext cx="45719" cy="8229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42546CD-D30C-3431-835C-865E5F83C99E}"/>
              </a:ext>
            </a:extLst>
          </p:cNvPr>
          <p:cNvSpPr/>
          <p:nvPr/>
        </p:nvSpPr>
        <p:spPr>
          <a:xfrm>
            <a:off x="2441671" y="3216247"/>
            <a:ext cx="45719" cy="8229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FE6A31D-57CA-3389-3EC5-FED8E9CEFB2E}"/>
              </a:ext>
            </a:extLst>
          </p:cNvPr>
          <p:cNvSpPr/>
          <p:nvPr/>
        </p:nvSpPr>
        <p:spPr>
          <a:xfrm>
            <a:off x="2440491" y="3918578"/>
            <a:ext cx="45719" cy="8229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F2905D4-E9F8-242F-80E5-3A61528B4238}"/>
              </a:ext>
            </a:extLst>
          </p:cNvPr>
          <p:cNvSpPr/>
          <p:nvPr/>
        </p:nvSpPr>
        <p:spPr>
          <a:xfrm>
            <a:off x="2446805" y="4627102"/>
            <a:ext cx="45719" cy="8229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080CCEA-5CA0-5074-75A7-A2D0442A5C2B}"/>
              </a:ext>
            </a:extLst>
          </p:cNvPr>
          <p:cNvSpPr/>
          <p:nvPr/>
        </p:nvSpPr>
        <p:spPr>
          <a:xfrm>
            <a:off x="2441671" y="5369582"/>
            <a:ext cx="45719" cy="8229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98A897-86F2-DC25-FF57-152B15C38765}"/>
              </a:ext>
            </a:extLst>
          </p:cNvPr>
          <p:cNvSpPr txBox="1"/>
          <p:nvPr/>
        </p:nvSpPr>
        <p:spPr>
          <a:xfrm>
            <a:off x="2540264" y="5203526"/>
            <a:ext cx="41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x1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98D9973-BE10-004D-D558-2F913A1A1E76}"/>
              </a:ext>
            </a:extLst>
          </p:cNvPr>
          <p:cNvSpPr txBox="1"/>
          <p:nvPr/>
        </p:nvSpPr>
        <p:spPr>
          <a:xfrm>
            <a:off x="2540264" y="4483584"/>
            <a:ext cx="41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x2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02CC51-EB55-0150-000D-67606875B5A2}"/>
              </a:ext>
            </a:extLst>
          </p:cNvPr>
          <p:cNvSpPr txBox="1"/>
          <p:nvPr/>
        </p:nvSpPr>
        <p:spPr>
          <a:xfrm>
            <a:off x="2540264" y="3775060"/>
            <a:ext cx="41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x3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4E1B75-93C9-325A-B93F-7A9CDEA6220D}"/>
              </a:ext>
            </a:extLst>
          </p:cNvPr>
          <p:cNvSpPr txBox="1"/>
          <p:nvPr/>
        </p:nvSpPr>
        <p:spPr>
          <a:xfrm>
            <a:off x="2540264" y="3066536"/>
            <a:ext cx="41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x4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F132C9F-9EC6-E3FB-2554-9599E1917A4B}"/>
              </a:ext>
            </a:extLst>
          </p:cNvPr>
          <p:cNvSpPr txBox="1"/>
          <p:nvPr/>
        </p:nvSpPr>
        <p:spPr>
          <a:xfrm>
            <a:off x="2519754" y="1667166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L+1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35E4179-721D-FB3D-463C-57B429BEEF82}"/>
              </a:ext>
            </a:extLst>
          </p:cNvPr>
          <p:cNvCxnSpPr>
            <a:cxnSpLocks/>
          </p:cNvCxnSpPr>
          <p:nvPr/>
        </p:nvCxnSpPr>
        <p:spPr>
          <a:xfrm flipH="1" flipV="1">
            <a:off x="2458779" y="1815405"/>
            <a:ext cx="1181" cy="704374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234E137A-C0C2-F060-AD4C-B2251C67F761}"/>
              </a:ext>
            </a:extLst>
          </p:cNvPr>
          <p:cNvSpPr/>
          <p:nvPr/>
        </p:nvSpPr>
        <p:spPr>
          <a:xfrm>
            <a:off x="2444138" y="1789264"/>
            <a:ext cx="45719" cy="8229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CE9C14-D17B-332F-08D0-EE384464E085}"/>
              </a:ext>
            </a:extLst>
          </p:cNvPr>
          <p:cNvSpPr txBox="1"/>
          <p:nvPr/>
        </p:nvSpPr>
        <p:spPr>
          <a:xfrm>
            <a:off x="3424829" y="1304685"/>
            <a:ext cx="12958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ghost point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72B5584-4343-1988-F4F8-FF14476662E4}"/>
              </a:ext>
            </a:extLst>
          </p:cNvPr>
          <p:cNvCxnSpPr>
            <a:cxnSpLocks/>
          </p:cNvCxnSpPr>
          <p:nvPr/>
        </p:nvCxnSpPr>
        <p:spPr>
          <a:xfrm flipH="1">
            <a:off x="2858957" y="1493514"/>
            <a:ext cx="546945" cy="1805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6AB8137-964A-2DCB-B6B9-44A5EF8AC930}"/>
              </a:ext>
            </a:extLst>
          </p:cNvPr>
          <p:cNvGrpSpPr/>
          <p:nvPr/>
        </p:nvGrpSpPr>
        <p:grpSpPr>
          <a:xfrm rot="16200000">
            <a:off x="-573961" y="3929593"/>
            <a:ext cx="3833581" cy="901569"/>
            <a:chOff x="2251028" y="2459736"/>
            <a:chExt cx="6941739" cy="280416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60D0C86-945B-8027-EA9E-9E3BE15221CE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2522617" y="2459736"/>
              <a:ext cx="667015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EF44B3B-A3A4-1282-B603-1C2E9CBF775C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2522617" y="2740152"/>
              <a:ext cx="667015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A25EB82-C429-DA30-5ECA-E441A777E93D}"/>
                </a:ext>
              </a:extLst>
            </p:cNvPr>
            <p:cNvSpPr/>
            <p:nvPr/>
          </p:nvSpPr>
          <p:spPr>
            <a:xfrm rot="10800000">
              <a:off x="2251028" y="2459736"/>
              <a:ext cx="271589" cy="28041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1B2D35D5-FA9A-5036-FEF5-FA9CDFDAC16F}"/>
              </a:ext>
            </a:extLst>
          </p:cNvPr>
          <p:cNvSpPr txBox="1"/>
          <p:nvPr/>
        </p:nvSpPr>
        <p:spPr>
          <a:xfrm>
            <a:off x="1042105" y="5777851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H2S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2D7D1C4-569D-FB6F-7D44-8E8E76075D00}"/>
              </a:ext>
            </a:extLst>
          </p:cNvPr>
          <p:cNvSpPr txBox="1"/>
          <p:nvPr/>
        </p:nvSpPr>
        <p:spPr>
          <a:xfrm>
            <a:off x="1098118" y="2463587"/>
            <a:ext cx="4619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200" dirty="0"/>
              <a:t>H2S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D82E00A1-88A6-D341-D92F-F562CE7C29A0}"/>
                  </a:ext>
                </a:extLst>
              </p14:cNvPr>
              <p14:cNvContentPartPr/>
              <p14:nvPr/>
            </p14:nvContentPartPr>
            <p14:xfrm>
              <a:off x="1011353" y="5966862"/>
              <a:ext cx="36360" cy="18504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D82E00A1-88A6-D341-D92F-F562CE7C29A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02263" y="5957862"/>
                <a:ext cx="54176" cy="20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EB98D2E0-6546-8CF8-BD37-232F3464F7F8}"/>
                  </a:ext>
                </a:extLst>
              </p14:cNvPr>
              <p14:cNvContentPartPr/>
              <p14:nvPr/>
            </p14:nvContentPartPr>
            <p14:xfrm>
              <a:off x="1358393" y="6052182"/>
              <a:ext cx="23040" cy="8424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EB98D2E0-6546-8CF8-BD37-232F3464F7F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49393" y="6043182"/>
                <a:ext cx="40680" cy="10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E808C9A2-03BA-7772-C804-D41CC06583DE}"/>
                  </a:ext>
                </a:extLst>
              </p14:cNvPr>
              <p14:cNvContentPartPr/>
              <p14:nvPr/>
            </p14:nvContentPartPr>
            <p14:xfrm>
              <a:off x="1598873" y="6003582"/>
              <a:ext cx="55800" cy="12708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E808C9A2-03BA-7772-C804-D41CC06583D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589931" y="5994582"/>
                <a:ext cx="73327" cy="144720"/>
              </a:xfrm>
              <a:prstGeom prst="rect">
                <a:avLst/>
              </a:prstGeom>
            </p:spPr>
          </p:pic>
        </mc:Fallback>
      </mc:AlternateContent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00F86CB-056F-4A45-0FD0-278908B34695}"/>
              </a:ext>
            </a:extLst>
          </p:cNvPr>
          <p:cNvCxnSpPr/>
          <p:nvPr/>
        </p:nvCxnSpPr>
        <p:spPr>
          <a:xfrm>
            <a:off x="2073212" y="2461227"/>
            <a:ext cx="0" cy="3688315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96E1F0C1-FE9C-3F3D-0C7C-097DC12399DC}"/>
              </a:ext>
            </a:extLst>
          </p:cNvPr>
          <p:cNvSpPr txBox="1"/>
          <p:nvPr/>
        </p:nvSpPr>
        <p:spPr>
          <a:xfrm>
            <a:off x="2184584" y="4048314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x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5B37E46-EB6F-D9D0-3795-A232567C83A0}"/>
              </a:ext>
            </a:extLst>
          </p:cNvPr>
          <p:cNvSpPr txBox="1"/>
          <p:nvPr/>
        </p:nvSpPr>
        <p:spPr>
          <a:xfrm>
            <a:off x="2174164" y="594421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1876555-A253-1EA2-ACE9-2C40ED44841B}"/>
              </a:ext>
            </a:extLst>
          </p:cNvPr>
          <p:cNvSpPr txBox="1"/>
          <p:nvPr/>
        </p:nvSpPr>
        <p:spPr>
          <a:xfrm>
            <a:off x="2152674" y="234473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DCE1830-1807-FDF0-1F6B-7EBD3470C46E}"/>
              </a:ext>
            </a:extLst>
          </p:cNvPr>
          <p:cNvSpPr txBox="1"/>
          <p:nvPr/>
        </p:nvSpPr>
        <p:spPr>
          <a:xfrm>
            <a:off x="3504763" y="2261295"/>
            <a:ext cx="1146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b="1" dirty="0"/>
              <a:t>Robin BC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4817320-4040-E228-2D66-500C34F4FAD3}"/>
              </a:ext>
            </a:extLst>
          </p:cNvPr>
          <p:cNvCxnSpPr>
            <a:cxnSpLocks/>
          </p:cNvCxnSpPr>
          <p:nvPr/>
        </p:nvCxnSpPr>
        <p:spPr>
          <a:xfrm flipH="1">
            <a:off x="2950954" y="2484240"/>
            <a:ext cx="55380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DF0752D-38D5-E607-4E56-C835678A5986}"/>
                  </a:ext>
                </a:extLst>
              </p:cNvPr>
              <p:cNvSpPr txBox="1"/>
              <p:nvPr/>
            </p:nvSpPr>
            <p:spPr>
              <a:xfrm>
                <a:off x="3638743" y="3671581"/>
                <a:ext cx="1223475" cy="5557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𝐷</m:t>
                      </m:r>
                      <m:f>
                        <m:f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DF0752D-38D5-E607-4E56-C835678A59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8743" y="3671581"/>
                <a:ext cx="1223475" cy="55579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>
            <a:extLst>
              <a:ext uri="{FF2B5EF4-FFF2-40B4-BE49-F238E27FC236}">
                <a16:creationId xmlns:a16="http://schemas.microsoft.com/office/drawing/2014/main" id="{91AEC429-41A3-2FE7-086E-E34B0166CF60}"/>
              </a:ext>
            </a:extLst>
          </p:cNvPr>
          <p:cNvSpPr txBox="1"/>
          <p:nvPr/>
        </p:nvSpPr>
        <p:spPr>
          <a:xfrm>
            <a:off x="3504763" y="4412040"/>
            <a:ext cx="1491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Governing</a:t>
            </a:r>
            <a:r>
              <a:rPr lang="da-DK" dirty="0"/>
              <a:t> </a:t>
            </a:r>
            <a:r>
              <a:rPr lang="da-DK" dirty="0" err="1"/>
              <a:t>eq</a:t>
            </a:r>
            <a:endParaRPr lang="da-DK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ADBE965-5FDD-CBF2-6788-7969E73528EC}"/>
              </a:ext>
            </a:extLst>
          </p:cNvPr>
          <p:cNvSpPr txBox="1"/>
          <p:nvPr/>
        </p:nvSpPr>
        <p:spPr>
          <a:xfrm>
            <a:off x="719175" y="35775"/>
            <a:ext cx="1071312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A </a:t>
            </a:r>
            <a:r>
              <a:rPr lang="da-DK" dirty="0" err="1"/>
              <a:t>well</a:t>
            </a:r>
            <a:r>
              <a:rPr lang="da-DK" dirty="0"/>
              <a:t> with </a:t>
            </a:r>
            <a:r>
              <a:rPr lang="da-DK" dirty="0" err="1"/>
              <a:t>contaminated</a:t>
            </a:r>
            <a:r>
              <a:rPr lang="da-DK" dirty="0"/>
              <a:t> </a:t>
            </a:r>
            <a:r>
              <a:rPr lang="da-DK" dirty="0" err="1"/>
              <a:t>water</a:t>
            </a:r>
            <a:r>
              <a:rPr lang="da-DK" dirty="0"/>
              <a:t> at the </a:t>
            </a:r>
            <a:r>
              <a:rPr lang="da-DK" dirty="0" err="1"/>
              <a:t>bottom</a:t>
            </a:r>
            <a:r>
              <a:rPr lang="da-DK" dirty="0"/>
              <a:t> is </a:t>
            </a:r>
            <a:r>
              <a:rPr lang="da-DK" dirty="0" err="1"/>
              <a:t>emitting</a:t>
            </a:r>
            <a:r>
              <a:rPr lang="da-DK" dirty="0"/>
              <a:t> H</a:t>
            </a:r>
            <a:r>
              <a:rPr lang="da-DK" baseline="-25000" dirty="0"/>
              <a:t>2</a:t>
            </a:r>
            <a:r>
              <a:rPr lang="da-DK" dirty="0"/>
              <a:t>S. </a:t>
            </a:r>
            <a:r>
              <a:rPr lang="da-DK" dirty="0" err="1"/>
              <a:t>There</a:t>
            </a:r>
            <a:r>
              <a:rPr lang="da-DK" dirty="0"/>
              <a:t> is </a:t>
            </a:r>
            <a:r>
              <a:rPr lang="da-DK" dirty="0" err="1"/>
              <a:t>always</a:t>
            </a:r>
            <a:r>
              <a:rPr lang="da-DK" dirty="0"/>
              <a:t> 1000 ppm H</a:t>
            </a:r>
            <a:r>
              <a:rPr lang="da-DK" baseline="-25000" dirty="0"/>
              <a:t>2</a:t>
            </a:r>
            <a:r>
              <a:rPr lang="da-DK" dirty="0"/>
              <a:t>S at the </a:t>
            </a:r>
            <a:r>
              <a:rPr lang="da-DK" dirty="0" err="1"/>
              <a:t>bottom</a:t>
            </a:r>
            <a:r>
              <a:rPr lang="da-DK" dirty="0"/>
              <a:t>.</a:t>
            </a:r>
          </a:p>
          <a:p>
            <a:r>
              <a:rPr lang="da-DK" dirty="0"/>
              <a:t>The top of the </a:t>
            </a:r>
            <a:r>
              <a:rPr lang="da-DK" dirty="0" err="1"/>
              <a:t>well</a:t>
            </a:r>
            <a:r>
              <a:rPr lang="da-DK" dirty="0"/>
              <a:t> is open to the air with a mild </a:t>
            </a:r>
            <a:r>
              <a:rPr lang="da-DK" dirty="0" err="1"/>
              <a:t>wind</a:t>
            </a:r>
            <a:r>
              <a:rPr lang="da-DK" dirty="0"/>
              <a:t> over the </a:t>
            </a:r>
            <a:r>
              <a:rPr lang="da-DK" dirty="0" err="1"/>
              <a:t>well</a:t>
            </a:r>
            <a:r>
              <a:rPr lang="da-DK" dirty="0"/>
              <a:t>. H</a:t>
            </a:r>
            <a:r>
              <a:rPr lang="da-DK" baseline="-25000" dirty="0"/>
              <a:t>2</a:t>
            </a:r>
            <a:r>
              <a:rPr lang="da-DK" dirty="0"/>
              <a:t>S is transferred to the bulk air </a:t>
            </a:r>
            <a:r>
              <a:rPr lang="da-DK" dirty="0" err="1"/>
              <a:t>phase</a:t>
            </a:r>
            <a:r>
              <a:rPr lang="da-DK" dirty="0"/>
              <a:t> </a:t>
            </a:r>
          </a:p>
          <a:p>
            <a:r>
              <a:rPr lang="da-DK" dirty="0"/>
              <a:t>by </a:t>
            </a:r>
            <a:r>
              <a:rPr lang="da-DK" dirty="0" err="1"/>
              <a:t>convection</a:t>
            </a:r>
            <a:endParaRPr lang="da-DK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2716039-C336-AC95-C4C3-DCA2C771A079}"/>
              </a:ext>
            </a:extLst>
          </p:cNvPr>
          <p:cNvSpPr txBox="1"/>
          <p:nvPr/>
        </p:nvSpPr>
        <p:spPr>
          <a:xfrm>
            <a:off x="3730167" y="5981162"/>
            <a:ext cx="13805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Dirichlet</a:t>
            </a:r>
            <a:r>
              <a:rPr lang="da-DK" dirty="0"/>
              <a:t> BC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831C3EC-2059-4C53-51DC-39377146C342}"/>
              </a:ext>
            </a:extLst>
          </p:cNvPr>
          <p:cNvCxnSpPr/>
          <p:nvPr/>
        </p:nvCxnSpPr>
        <p:spPr>
          <a:xfrm flipH="1" flipV="1">
            <a:off x="3034146" y="6114282"/>
            <a:ext cx="423392" cy="183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86E8149F-3FF5-29CE-9A50-CD4D1F0F6C4C}"/>
                  </a:ext>
                </a:extLst>
              </p:cNvPr>
              <p:cNvSpPr txBox="1"/>
              <p:nvPr/>
            </p:nvSpPr>
            <p:spPr>
              <a:xfrm>
                <a:off x="5205040" y="2099520"/>
                <a:ext cx="3628621" cy="5311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𝐷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da-DK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</m:d>
                            </m:sub>
                          </m:sSub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d>
                            <m:d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d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𝑏𝑢𝑙𝑘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86E8149F-3FF5-29CE-9A50-CD4D1F0F6C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5040" y="2099520"/>
                <a:ext cx="3628621" cy="53110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2BDA9C2-8B23-1F27-94AC-6026FD60DABF}"/>
                  </a:ext>
                </a:extLst>
              </p:cNvPr>
              <p:cNvSpPr txBox="1"/>
              <p:nvPr/>
            </p:nvSpPr>
            <p:spPr>
              <a:xfrm>
                <a:off x="5711723" y="2932614"/>
                <a:ext cx="4038606" cy="5375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𝐷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𝑑𝐶</m:t>
                          </m:r>
                          <m:d>
                            <m:d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d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∙(</m:t>
                      </m:r>
                      <m:sSub>
                        <m:sSub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d>
                            <m:d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d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𝑏𝑢𝑙𝑘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2BDA9C2-8B23-1F27-94AC-6026FD60DA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1723" y="2932614"/>
                <a:ext cx="4038606" cy="53751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A7CA1B4-E61B-0339-074F-B05548C728C2}"/>
                  </a:ext>
                </a:extLst>
              </p:cNvPr>
              <p:cNvSpPr txBox="1"/>
              <p:nvPr/>
            </p:nvSpPr>
            <p:spPr>
              <a:xfrm>
                <a:off x="5890840" y="3875632"/>
                <a:ext cx="3455882" cy="4742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𝐷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∙(</m:t>
                      </m:r>
                      <m:sSub>
                        <m:sSub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𝑏𝑢𝑙𝑘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A7CA1B4-E61B-0339-074F-B05548C728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0840" y="3875632"/>
                <a:ext cx="3455882" cy="47429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33565998-F3EC-C39D-B9D2-8428CDC41B75}"/>
                  </a:ext>
                </a:extLst>
              </p:cNvPr>
              <p:cNvSpPr txBox="1"/>
              <p:nvPr/>
            </p:nvSpPr>
            <p:spPr>
              <a:xfrm>
                <a:off x="6075738" y="4695677"/>
                <a:ext cx="3466012" cy="5357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da-DK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𝑥𝑘</m:t>
                              </m:r>
                            </m:e>
                            <m:sub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da-DK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d>
                            <m:d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a-DK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da-DK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𝑏𝑢𝑙𝑘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den>
                      </m:f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33565998-F3EC-C39D-B9D2-8428CDC41B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5738" y="4695677"/>
                <a:ext cx="3466012" cy="53572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F76E3BA2-A4D3-BD7F-E029-2DD061E75C05}"/>
                  </a:ext>
                </a:extLst>
              </p:cNvPr>
              <p:cNvSpPr txBox="1"/>
              <p:nvPr/>
            </p:nvSpPr>
            <p:spPr>
              <a:xfrm>
                <a:off x="6340226" y="5507904"/>
                <a:ext cx="3677610" cy="5357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da-DK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𝑥𝑘</m:t>
                              </m:r>
                            </m:e>
                            <m:sub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da-DK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d>
                            <m:d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a-DK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da-DK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𝑏𝑢𝑙𝑘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F76E3BA2-A4D3-BD7F-E029-2DD061E75C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0226" y="5507904"/>
                <a:ext cx="3677610" cy="53572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3" name="Group 82">
            <a:extLst>
              <a:ext uri="{FF2B5EF4-FFF2-40B4-BE49-F238E27FC236}">
                <a16:creationId xmlns:a16="http://schemas.microsoft.com/office/drawing/2014/main" id="{24CC1232-12C4-BC65-4913-202DCAC54CD9}"/>
              </a:ext>
            </a:extLst>
          </p:cNvPr>
          <p:cNvGrpSpPr/>
          <p:nvPr/>
        </p:nvGrpSpPr>
        <p:grpSpPr>
          <a:xfrm>
            <a:off x="375920" y="1526200"/>
            <a:ext cx="1818720" cy="537480"/>
            <a:chOff x="375920" y="1526200"/>
            <a:chExt cx="1818720" cy="53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63E3433-ACDD-E854-6FF6-446FF65264F1}"/>
                    </a:ext>
                  </a:extLst>
                </p14:cNvPr>
                <p14:cNvContentPartPr/>
                <p14:nvPr/>
              </p14:nvContentPartPr>
              <p14:xfrm>
                <a:off x="375920" y="1553200"/>
                <a:ext cx="1270800" cy="4881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63E3433-ACDD-E854-6FF6-446FF65264F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66920" y="1544200"/>
                  <a:ext cx="1288440" cy="50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4C6C0324-0154-C7C6-B603-EE4A9B27BE1E}"/>
                    </a:ext>
                  </a:extLst>
                </p14:cNvPr>
                <p14:cNvContentPartPr/>
                <p14:nvPr/>
              </p14:nvContentPartPr>
              <p14:xfrm>
                <a:off x="1525760" y="1544200"/>
                <a:ext cx="18720" cy="3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4C6C0324-0154-C7C6-B603-EE4A9B27BE1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517120" y="1535200"/>
                  <a:ext cx="363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AB532007-68C9-3EC5-A921-AF2BD2AE2FD6}"/>
                    </a:ext>
                  </a:extLst>
                </p14:cNvPr>
                <p14:cNvContentPartPr/>
                <p14:nvPr/>
              </p14:nvContentPartPr>
              <p14:xfrm>
                <a:off x="1392920" y="1526200"/>
                <a:ext cx="110880" cy="385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AB532007-68C9-3EC5-A921-AF2BD2AE2FD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383920" y="1517200"/>
                  <a:ext cx="12852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E693C82E-C6EC-3C13-24E8-68719DF75D63}"/>
                    </a:ext>
                  </a:extLst>
                </p14:cNvPr>
                <p14:cNvContentPartPr/>
                <p14:nvPr/>
              </p14:nvContentPartPr>
              <p14:xfrm>
                <a:off x="1341800" y="1594960"/>
                <a:ext cx="19800" cy="338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E693C82E-C6EC-3C13-24E8-68719DF75D6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332800" y="1585960"/>
                  <a:ext cx="3744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DCF6B83-415B-CCBF-7E69-A91FE287389F}"/>
                    </a:ext>
                  </a:extLst>
                </p14:cNvPr>
                <p14:cNvContentPartPr/>
                <p14:nvPr/>
              </p14:nvContentPartPr>
              <p14:xfrm>
                <a:off x="1300760" y="1635640"/>
                <a:ext cx="30600" cy="540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1DCF6B83-415B-CCBF-7E69-A91FE287389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291760" y="1626640"/>
                  <a:ext cx="4824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2E56D1C-28AD-6B03-BF85-EC97E54B19AA}"/>
                    </a:ext>
                  </a:extLst>
                </p14:cNvPr>
                <p14:cNvContentPartPr/>
                <p14:nvPr/>
              </p14:nvContentPartPr>
              <p14:xfrm>
                <a:off x="1278800" y="1696480"/>
                <a:ext cx="705960" cy="3672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2E56D1C-28AD-6B03-BF85-EC97E54B19A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270160" y="1687840"/>
                  <a:ext cx="723600" cy="38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0F96E23D-AE4F-0A25-3A63-E4BE894B1519}"/>
                    </a:ext>
                  </a:extLst>
                </p14:cNvPr>
                <p14:cNvContentPartPr/>
                <p14:nvPr/>
              </p14:nvContentPartPr>
              <p14:xfrm>
                <a:off x="2001320" y="1944520"/>
                <a:ext cx="155520" cy="579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0F96E23D-AE4F-0A25-3A63-E4BE894B151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992680" y="1935520"/>
                  <a:ext cx="17316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75078D39-DC54-C414-15DE-D334D2AF7A32}"/>
                    </a:ext>
                  </a:extLst>
                </p14:cNvPr>
                <p14:cNvContentPartPr/>
                <p14:nvPr/>
              </p14:nvContentPartPr>
              <p14:xfrm>
                <a:off x="2168000" y="1916080"/>
                <a:ext cx="26640" cy="43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75078D39-DC54-C414-15DE-D334D2AF7A3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159360" y="1907080"/>
                  <a:ext cx="4428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9370937A-3193-784F-0AB1-38CDCC25CD5F}"/>
                    </a:ext>
                  </a:extLst>
                </p14:cNvPr>
                <p14:cNvContentPartPr/>
                <p14:nvPr/>
              </p14:nvContentPartPr>
              <p14:xfrm>
                <a:off x="2121560" y="1895560"/>
                <a:ext cx="2160" cy="43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9370937A-3193-784F-0AB1-38CDCC25CD5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112560" y="1886920"/>
                  <a:ext cx="1980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AA04AD04-FCE7-B7F7-B180-F9296C85A11E}"/>
                    </a:ext>
                  </a:extLst>
                </p14:cNvPr>
                <p14:cNvContentPartPr/>
                <p14:nvPr/>
              </p14:nvContentPartPr>
              <p14:xfrm>
                <a:off x="2113280" y="1889440"/>
                <a:ext cx="360" cy="3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AA04AD04-FCE7-B7F7-B180-F9296C85A11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104280" y="188080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C5536766-4043-BC3A-70DE-2ADDDC1B66CF}"/>
                    </a:ext>
                  </a:extLst>
                </p14:cNvPr>
                <p14:cNvContentPartPr/>
                <p14:nvPr/>
              </p14:nvContentPartPr>
              <p14:xfrm>
                <a:off x="2072600" y="1869280"/>
                <a:ext cx="94320" cy="1713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C5536766-4043-BC3A-70DE-2ADDDC1B66C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063600" y="1860280"/>
                  <a:ext cx="111960" cy="18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09DF9B37-B0A6-B022-EE4B-AF3D279AA9E6}"/>
              </a:ext>
            </a:extLst>
          </p:cNvPr>
          <p:cNvGrpSpPr/>
          <p:nvPr/>
        </p:nvGrpSpPr>
        <p:grpSpPr>
          <a:xfrm>
            <a:off x="1472840" y="2192920"/>
            <a:ext cx="117000" cy="377640"/>
            <a:chOff x="1472840" y="2192920"/>
            <a:chExt cx="117000" cy="37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3DCEE0C1-0DD4-3146-3BC6-06A7918B15D5}"/>
                    </a:ext>
                  </a:extLst>
                </p14:cNvPr>
                <p14:cNvContentPartPr/>
                <p14:nvPr/>
              </p14:nvContentPartPr>
              <p14:xfrm>
                <a:off x="1530080" y="2205520"/>
                <a:ext cx="25200" cy="3650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3DCEE0C1-0DD4-3146-3BC6-06A7918B15D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521080" y="2196880"/>
                  <a:ext cx="42840" cy="38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8D5DC4B-AA8B-1005-3903-0218BA5A0EAD}"/>
                    </a:ext>
                  </a:extLst>
                </p14:cNvPr>
                <p14:cNvContentPartPr/>
                <p14:nvPr/>
              </p14:nvContentPartPr>
              <p14:xfrm>
                <a:off x="1473200" y="2268520"/>
                <a:ext cx="10440" cy="482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8D5DC4B-AA8B-1005-3903-0218BA5A0EA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464200" y="2259520"/>
                  <a:ext cx="2808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05201661-7706-D378-8E6A-9D39A8349DC0}"/>
                    </a:ext>
                  </a:extLst>
                </p14:cNvPr>
                <p14:cNvContentPartPr/>
                <p14:nvPr/>
              </p14:nvContentPartPr>
              <p14:xfrm>
                <a:off x="1472840" y="2192920"/>
                <a:ext cx="117000" cy="853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05201661-7706-D378-8E6A-9D39A8349DC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464200" y="2183920"/>
                  <a:ext cx="134640" cy="10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1E6C66E3-D9D7-B835-6947-D6CC72435D1D}"/>
              </a:ext>
            </a:extLst>
          </p:cNvPr>
          <p:cNvGrpSpPr/>
          <p:nvPr/>
        </p:nvGrpSpPr>
        <p:grpSpPr>
          <a:xfrm>
            <a:off x="1036160" y="2204440"/>
            <a:ext cx="156240" cy="447480"/>
            <a:chOff x="1036160" y="2204440"/>
            <a:chExt cx="156240" cy="44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0ACA6BEE-3A9D-9A68-1643-E86BEE7BF519}"/>
                    </a:ext>
                  </a:extLst>
                </p14:cNvPr>
                <p14:cNvContentPartPr/>
                <p14:nvPr/>
              </p14:nvContentPartPr>
              <p14:xfrm>
                <a:off x="1107440" y="2236120"/>
                <a:ext cx="360" cy="4158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0ACA6BEE-3A9D-9A68-1643-E86BEE7BF51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98440" y="2227480"/>
                  <a:ext cx="18000" cy="43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6B580FE8-6C24-644B-49DA-8326D9E51EFB}"/>
                    </a:ext>
                  </a:extLst>
                </p14:cNvPr>
                <p14:cNvContentPartPr/>
                <p14:nvPr/>
              </p14:nvContentPartPr>
              <p14:xfrm>
                <a:off x="1107440" y="2214880"/>
                <a:ext cx="360" cy="3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6B580FE8-6C24-644B-49DA-8326D9E51EF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98440" y="220588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D2F121AF-6C93-F885-7F1C-3B9E9A9C6B30}"/>
                    </a:ext>
                  </a:extLst>
                </p14:cNvPr>
                <p14:cNvContentPartPr/>
                <p14:nvPr/>
              </p14:nvContentPartPr>
              <p14:xfrm>
                <a:off x="1036160" y="2275720"/>
                <a:ext cx="360" cy="3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D2F121AF-6C93-F885-7F1C-3B9E9A9C6B3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27160" y="226672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B865DC0A-BA7C-D05D-9858-9E526088C62F}"/>
                    </a:ext>
                  </a:extLst>
                </p14:cNvPr>
                <p14:cNvContentPartPr/>
                <p14:nvPr/>
              </p14:nvContentPartPr>
              <p14:xfrm>
                <a:off x="1056320" y="2204440"/>
                <a:ext cx="89640" cy="511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B865DC0A-BA7C-D05D-9858-9E526088C62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47680" y="2195800"/>
                  <a:ext cx="10728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7A995508-40F0-CC73-F6CC-0E45A788AD28}"/>
                    </a:ext>
                  </a:extLst>
                </p14:cNvPr>
                <p14:cNvContentPartPr/>
                <p14:nvPr/>
              </p14:nvContentPartPr>
              <p14:xfrm>
                <a:off x="1158200" y="2235040"/>
                <a:ext cx="34200" cy="403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7A995508-40F0-CC73-F6CC-0E45A788AD2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149200" y="2226040"/>
                  <a:ext cx="51840" cy="579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95" name="TextBox 94">
            <a:extLst>
              <a:ext uri="{FF2B5EF4-FFF2-40B4-BE49-F238E27FC236}">
                <a16:creationId xmlns:a16="http://schemas.microsoft.com/office/drawing/2014/main" id="{AC416B6C-E959-C782-EAA5-E422FC6342BA}"/>
              </a:ext>
            </a:extLst>
          </p:cNvPr>
          <p:cNvSpPr txBox="1"/>
          <p:nvPr/>
        </p:nvSpPr>
        <p:spPr>
          <a:xfrm>
            <a:off x="721975" y="1108448"/>
            <a:ext cx="1357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 err="1"/>
              <a:t>convection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593016696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90148E2-4C05-83BB-74DF-FC529D19D456}"/>
                  </a:ext>
                </a:extLst>
              </p:cNvPr>
              <p:cNvSpPr txBox="1"/>
              <p:nvPr/>
            </p:nvSpPr>
            <p:spPr>
              <a:xfrm>
                <a:off x="1633830" y="900256"/>
                <a:ext cx="1264770" cy="5726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𝐷</m:t>
                      </m:r>
                      <m:f>
                        <m:f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90148E2-4C05-83BB-74DF-FC529D19D4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3830" y="900256"/>
                <a:ext cx="1264770" cy="57265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8A85334-1071-2999-A6C2-0350DE01BEAF}"/>
                  </a:ext>
                </a:extLst>
              </p:cNvPr>
              <p:cNvSpPr txBox="1"/>
              <p:nvPr/>
            </p:nvSpPr>
            <p:spPr>
              <a:xfrm>
                <a:off x="1633830" y="2401475"/>
                <a:ext cx="2472856" cy="5266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𝐷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p>
                            <m:sSup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8A85334-1071-2999-A6C2-0350DE01BE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3830" y="2401475"/>
                <a:ext cx="2472856" cy="5266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9D3C562-C11D-ACF1-E26E-813732C67D8D}"/>
              </a:ext>
            </a:extLst>
          </p:cNvPr>
          <p:cNvCxnSpPr/>
          <p:nvPr/>
        </p:nvCxnSpPr>
        <p:spPr>
          <a:xfrm>
            <a:off x="2266215" y="1709928"/>
            <a:ext cx="0" cy="5394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648AA56-AA41-A623-7DC1-A3351BD71146}"/>
              </a:ext>
            </a:extLst>
          </p:cNvPr>
          <p:cNvSpPr txBox="1"/>
          <p:nvPr/>
        </p:nvSpPr>
        <p:spPr>
          <a:xfrm>
            <a:off x="2404824" y="1771452"/>
            <a:ext cx="33177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reformulate</a:t>
            </a:r>
            <a:r>
              <a:rPr lang="da-DK" dirty="0"/>
              <a:t> to </a:t>
            </a:r>
            <a:r>
              <a:rPr lang="da-DK" dirty="0" err="1"/>
              <a:t>discretized</a:t>
            </a:r>
            <a:r>
              <a:rPr lang="da-DK" dirty="0"/>
              <a:t> form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78520BD-6F7B-E229-DCAB-9CBF365C8180}"/>
              </a:ext>
            </a:extLst>
          </p:cNvPr>
          <p:cNvSpPr txBox="1"/>
          <p:nvPr/>
        </p:nvSpPr>
        <p:spPr>
          <a:xfrm>
            <a:off x="2404824" y="3171197"/>
            <a:ext cx="2207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At the top of the </a:t>
            </a:r>
            <a:r>
              <a:rPr lang="da-DK" dirty="0" err="1"/>
              <a:t>well</a:t>
            </a:r>
            <a:endParaRPr lang="da-DK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FA60EA8-3477-849A-4FF0-D2CD92F098DF}"/>
              </a:ext>
            </a:extLst>
          </p:cNvPr>
          <p:cNvCxnSpPr/>
          <p:nvPr/>
        </p:nvCxnSpPr>
        <p:spPr>
          <a:xfrm>
            <a:off x="2261670" y="3116393"/>
            <a:ext cx="0" cy="5394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C8E9500-3E8D-F261-7985-2434D4C869D8}"/>
              </a:ext>
            </a:extLst>
          </p:cNvPr>
          <p:cNvSpPr txBox="1"/>
          <p:nvPr/>
        </p:nvSpPr>
        <p:spPr>
          <a:xfrm>
            <a:off x="3011272" y="1030429"/>
            <a:ext cx="1491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Governing</a:t>
            </a:r>
            <a:r>
              <a:rPr lang="da-DK" dirty="0"/>
              <a:t> </a:t>
            </a:r>
            <a:r>
              <a:rPr lang="da-DK" dirty="0" err="1"/>
              <a:t>eq</a:t>
            </a:r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1AF9A57-A340-93F2-BA6E-3119703B1F33}"/>
                  </a:ext>
                </a:extLst>
              </p:cNvPr>
              <p:cNvSpPr txBox="1"/>
              <p:nvPr/>
            </p:nvSpPr>
            <p:spPr>
              <a:xfrm>
                <a:off x="1662172" y="3856720"/>
                <a:ext cx="3501087" cy="5275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𝐷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p>
                            <m:sSup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1AF9A57-A340-93F2-BA6E-3119703B1F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2172" y="3856720"/>
                <a:ext cx="3501087" cy="52758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089178D9-3903-D9BB-D485-6308D75E525E}"/>
              </a:ext>
            </a:extLst>
          </p:cNvPr>
          <p:cNvSpPr txBox="1"/>
          <p:nvPr/>
        </p:nvSpPr>
        <p:spPr>
          <a:xfrm>
            <a:off x="2404824" y="4700491"/>
            <a:ext cx="1212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Substitute</a:t>
            </a:r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A265317-A41B-6DC6-2DE7-5401D6E9843C}"/>
                  </a:ext>
                </a:extLst>
              </p:cNvPr>
              <p:cNvSpPr txBox="1"/>
              <p:nvPr/>
            </p:nvSpPr>
            <p:spPr>
              <a:xfrm>
                <a:off x="1662171" y="5386014"/>
                <a:ext cx="9351150" cy="71865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𝐷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(−</m:t>
                          </m:r>
                          <m:f>
                            <m:f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da-DK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da-DK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∆</m:t>
                                  </m:r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𝑥𝑘</m:t>
                                  </m:r>
                                </m:e>
                                <m:sub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da-DK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d>
                                <m:dPr>
                                  <m:ctrlPr>
                                    <a:rPr lang="da-DK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da-DK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a-DK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da-DK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sub>
                                  </m:sSub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da-DK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a-DK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da-DK" i="1">
                                          <a:latin typeface="Cambria Math" panose="02040503050406030204" pitchFamily="18" charset="0"/>
                                        </a:rPr>
                                        <m:t>𝑏𝑢𝑙𝑘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den>
                          </m:f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p>
                            <m:sSup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da-DK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da-DK" i="1">
                          <a:latin typeface="Cambria Math" panose="02040503050406030204" pitchFamily="18" charset="0"/>
                        </a:rPr>
                        <m:t>𝐷</m:t>
                      </m:r>
                      <m:f>
                        <m:f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num>
                        <m:den>
                          <m:r>
                            <a:rPr lang="da-DK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p>
                            <m:sSup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−2</m:t>
                      </m:r>
                      <m:sSub>
                        <m:sSub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𝑏𝑢𝑙𝑘</m:t>
                              </m:r>
                            </m:sub>
                          </m:sSub>
                        </m:num>
                        <m:den>
                          <m:r>
                            <a:rPr lang="da-DK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A265317-A41B-6DC6-2DE7-5401D6E984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2171" y="5386014"/>
                <a:ext cx="9351150" cy="71865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F31E60E-904A-1486-C08A-14A91E2AE806}"/>
                  </a:ext>
                </a:extLst>
              </p:cNvPr>
              <p:cNvSpPr txBox="1"/>
              <p:nvPr/>
            </p:nvSpPr>
            <p:spPr>
              <a:xfrm>
                <a:off x="3883787" y="4570942"/>
                <a:ext cx="3677610" cy="5357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da-DK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𝑥𝑘</m:t>
                              </m:r>
                            </m:e>
                            <m:sub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da-DK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d>
                            <m:d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a-DK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da-DK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𝑏𝑢𝑙𝑘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F31E60E-904A-1486-C08A-14A91E2AE8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3787" y="4570942"/>
                <a:ext cx="3677610" cy="53572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2466586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DEF5963-C2C1-3201-C769-3E5DE6100852}"/>
                  </a:ext>
                </a:extLst>
              </p:cNvPr>
              <p:cNvSpPr txBox="1"/>
              <p:nvPr/>
            </p:nvSpPr>
            <p:spPr>
              <a:xfrm>
                <a:off x="3657594" y="1969756"/>
                <a:ext cx="4038606" cy="5375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𝐷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𝑑𝐶</m:t>
                          </m:r>
                          <m:d>
                            <m:d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d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∙(</m:t>
                      </m:r>
                      <m:sSub>
                        <m:sSub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d>
                            <m:d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d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𝑏𝑢𝑙𝑘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DEF5963-C2C1-3201-C769-3E5DE61008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594" y="1969756"/>
                <a:ext cx="4038606" cy="53751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F8B5BF68-A51D-E42D-98F0-C4CD9F14115E}"/>
              </a:ext>
            </a:extLst>
          </p:cNvPr>
          <p:cNvSpPr txBox="1"/>
          <p:nvPr/>
        </p:nvSpPr>
        <p:spPr>
          <a:xfrm>
            <a:off x="1413095" y="469381"/>
            <a:ext cx="97715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800" dirty="0"/>
              <a:t>If </a:t>
            </a:r>
            <a:r>
              <a:rPr lang="da-DK" sz="2800" dirty="0" err="1"/>
              <a:t>convection</a:t>
            </a:r>
            <a:r>
              <a:rPr lang="da-DK" sz="2800" dirty="0"/>
              <a:t> is </a:t>
            </a:r>
            <a:r>
              <a:rPr lang="da-DK" sz="2800" dirty="0" err="1"/>
              <a:t>very</a:t>
            </a:r>
            <a:r>
              <a:rPr lang="da-DK" sz="2800" dirty="0"/>
              <a:t> fast Robin BC </a:t>
            </a:r>
            <a:r>
              <a:rPr lang="da-DK" sz="2800" dirty="0" err="1"/>
              <a:t>approxes</a:t>
            </a:r>
            <a:r>
              <a:rPr lang="da-DK" sz="2800" dirty="0"/>
              <a:t> a </a:t>
            </a:r>
            <a:r>
              <a:rPr lang="da-DK" sz="2800" dirty="0" err="1"/>
              <a:t>Diriclet</a:t>
            </a:r>
            <a:r>
              <a:rPr lang="da-DK" sz="2800" dirty="0"/>
              <a:t> BC!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00BA38-5023-B2DE-704E-91104D628F6D}"/>
              </a:ext>
            </a:extLst>
          </p:cNvPr>
          <p:cNvSpPr txBox="1"/>
          <p:nvPr/>
        </p:nvSpPr>
        <p:spPr>
          <a:xfrm>
            <a:off x="4495800" y="1383956"/>
            <a:ext cx="320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Robin BC </a:t>
            </a:r>
            <a:r>
              <a:rPr lang="da-DK" dirty="0" err="1"/>
              <a:t>formulation</a:t>
            </a:r>
            <a:endParaRPr lang="da-DK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A42CDAD-3C6A-D037-5BD2-2AD281D655E7}"/>
                  </a:ext>
                </a:extLst>
              </p:cNvPr>
              <p:cNvSpPr txBox="1"/>
              <p:nvPr/>
            </p:nvSpPr>
            <p:spPr>
              <a:xfrm>
                <a:off x="3657594" y="3160240"/>
                <a:ext cx="3793026" cy="5843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num>
                        <m:den>
                          <m:sSub>
                            <m:sSub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𝑑𝐶</m:t>
                          </m:r>
                          <m:d>
                            <m:d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d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d>
                            <m:d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d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𝑏𝑢𝑙𝑘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A42CDAD-3C6A-D037-5BD2-2AD281D655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594" y="3160240"/>
                <a:ext cx="3793026" cy="58432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87649EC-F5BC-6702-379F-C5DAA838D051}"/>
                  </a:ext>
                </a:extLst>
              </p:cNvPr>
              <p:cNvSpPr txBox="1"/>
              <p:nvPr/>
            </p:nvSpPr>
            <p:spPr>
              <a:xfrm>
                <a:off x="8279026" y="3299254"/>
                <a:ext cx="249606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→ </m:t>
                      </m:r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∞, </m:t>
                      </m:r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𝐿𝐻𝑆</m:t>
                      </m:r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→0</m:t>
                      </m:r>
                    </m:oMath>
                  </m:oMathPara>
                </a14:m>
                <a:endParaRPr lang="da-DK" dirty="0"/>
              </a:p>
              <a:p>
                <a:endParaRPr lang="da-DK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87649EC-F5BC-6702-379F-C5DAA838D0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9026" y="3299254"/>
                <a:ext cx="2496065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9B85836-F34D-EE7D-CE5B-F4B362492FBA}"/>
                  </a:ext>
                </a:extLst>
              </p:cNvPr>
              <p:cNvSpPr txBox="1"/>
              <p:nvPr/>
            </p:nvSpPr>
            <p:spPr>
              <a:xfrm>
                <a:off x="8279026" y="4155989"/>
                <a:ext cx="2496065" cy="96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d>
                            <m:d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d>
                        </m:sub>
                      </m:sSub>
                      <m:r>
                        <a:rPr lang="da-DK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𝑏𝑢𝑙𝑘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→0</m:t>
                      </m:r>
                    </m:oMath>
                  </m:oMathPara>
                </a14:m>
                <a:endParaRPr lang="da-DK" b="0" dirty="0"/>
              </a:p>
              <a:p>
                <a:pPr/>
                <a:endParaRPr lang="da-DK" b="0" dirty="0"/>
              </a:p>
              <a:p>
                <a:pPr algn="ctr"/>
                <a:r>
                  <a:rPr lang="da-DK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d>
                          <m:dPr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</m:d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da-DK" i="1">
                            <a:latin typeface="Cambria Math" panose="02040503050406030204" pitchFamily="18" charset="0"/>
                          </a:rPr>
                          <m:t>𝑏𝑢𝑙𝑘</m:t>
                        </m:r>
                      </m:sub>
                    </m:sSub>
                  </m:oMath>
                </a14:m>
                <a:endParaRPr lang="da-DK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9B85836-F34D-EE7D-CE5B-F4B362492F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9026" y="4155989"/>
                <a:ext cx="2496065" cy="96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9D96F5F-2156-7FF7-3EAB-33D910FCBA7C}"/>
              </a:ext>
            </a:extLst>
          </p:cNvPr>
          <p:cNvCxnSpPr>
            <a:cxnSpLocks/>
          </p:cNvCxnSpPr>
          <p:nvPr/>
        </p:nvCxnSpPr>
        <p:spPr>
          <a:xfrm flipV="1">
            <a:off x="9613557" y="5239265"/>
            <a:ext cx="0" cy="7414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C38CE07-69BC-C969-2DBA-76F986B56116}"/>
              </a:ext>
            </a:extLst>
          </p:cNvPr>
          <p:cNvSpPr txBox="1"/>
          <p:nvPr/>
        </p:nvSpPr>
        <p:spPr>
          <a:xfrm>
            <a:off x="8540372" y="5980670"/>
            <a:ext cx="2414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This is the </a:t>
            </a:r>
            <a:r>
              <a:rPr lang="da-DK" dirty="0" err="1"/>
              <a:t>Dirichlet</a:t>
            </a:r>
            <a:r>
              <a:rPr lang="da-DK" dirty="0"/>
              <a:t> BC</a:t>
            </a:r>
          </a:p>
        </p:txBody>
      </p:sp>
    </p:spTree>
    <p:extLst>
      <p:ext uri="{BB962C8B-B14F-4D97-AF65-F5344CB8AC3E}">
        <p14:creationId xmlns:p14="http://schemas.microsoft.com/office/powerpoint/2010/main" val="386011781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DA45F-769F-F0FB-86C1-4952D46B9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 err="1"/>
              <a:t>ill-posed</a:t>
            </a:r>
            <a:r>
              <a:rPr lang="da-DK" dirty="0"/>
              <a:t> problems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FA23F0-DD8D-75FF-78D8-F0425C281630}"/>
              </a:ext>
            </a:extLst>
          </p:cNvPr>
          <p:cNvSpPr txBox="1"/>
          <p:nvPr/>
        </p:nvSpPr>
        <p:spPr>
          <a:xfrm>
            <a:off x="838200" y="1380925"/>
            <a:ext cx="78427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da-DK" b="1" dirty="0"/>
              <a:t>A solution </a:t>
            </a:r>
            <a:r>
              <a:rPr lang="da-DK" b="1" dirty="0" err="1"/>
              <a:t>does</a:t>
            </a:r>
            <a:r>
              <a:rPr lang="da-DK" b="1" dirty="0"/>
              <a:t> not </a:t>
            </a:r>
            <a:r>
              <a:rPr lang="da-DK" b="1" dirty="0" err="1"/>
              <a:t>exists</a:t>
            </a:r>
            <a:r>
              <a:rPr lang="da-DK" b="1" dirty="0"/>
              <a:t> (</a:t>
            </a:r>
            <a:r>
              <a:rPr lang="da-DK" b="1" dirty="0" err="1"/>
              <a:t>contradicting</a:t>
            </a:r>
            <a:r>
              <a:rPr lang="da-DK" b="1" dirty="0"/>
              <a:t> </a:t>
            </a:r>
            <a:r>
              <a:rPr lang="da-DK" b="1" dirty="0" err="1"/>
              <a:t>boundary</a:t>
            </a:r>
            <a:r>
              <a:rPr lang="da-DK" b="1" dirty="0"/>
              <a:t> or </a:t>
            </a:r>
            <a:r>
              <a:rPr lang="da-DK" b="1" dirty="0" err="1"/>
              <a:t>intial</a:t>
            </a:r>
            <a:r>
              <a:rPr lang="da-DK" b="1" dirty="0"/>
              <a:t> </a:t>
            </a:r>
            <a:r>
              <a:rPr lang="da-DK" b="1" dirty="0" err="1"/>
              <a:t>conditions</a:t>
            </a:r>
            <a:r>
              <a:rPr lang="da-DK" b="1" dirty="0"/>
              <a:t>)</a:t>
            </a:r>
          </a:p>
          <a:p>
            <a:pPr marL="342900" indent="-342900">
              <a:buAutoNum type="arabicPeriod"/>
            </a:pPr>
            <a:r>
              <a:rPr lang="da-DK" dirty="0"/>
              <a:t>Non-</a:t>
            </a:r>
            <a:r>
              <a:rPr lang="da-DK" dirty="0" err="1"/>
              <a:t>unique</a:t>
            </a:r>
            <a:r>
              <a:rPr lang="da-DK" dirty="0"/>
              <a:t> solution</a:t>
            </a:r>
          </a:p>
          <a:p>
            <a:pPr marL="342900" indent="-342900">
              <a:buAutoNum type="arabicPeriod"/>
            </a:pPr>
            <a:r>
              <a:rPr lang="da-DK" dirty="0" err="1"/>
              <a:t>Unstable</a:t>
            </a:r>
            <a:r>
              <a:rPr lang="da-DK" dirty="0"/>
              <a:t> solution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477B59-03B7-0F59-D121-98E3426DB7DA}"/>
              </a:ext>
            </a:extLst>
          </p:cNvPr>
          <p:cNvSpPr/>
          <p:nvPr/>
        </p:nvSpPr>
        <p:spPr>
          <a:xfrm>
            <a:off x="6231835" y="2909284"/>
            <a:ext cx="4283766" cy="30016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FE0234-6AAF-02EF-78A3-21B437B40433}"/>
              </a:ext>
            </a:extLst>
          </p:cNvPr>
          <p:cNvSpPr txBox="1"/>
          <p:nvPr/>
        </p:nvSpPr>
        <p:spPr>
          <a:xfrm>
            <a:off x="5915081" y="1823104"/>
            <a:ext cx="925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Time (t)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4649F5-614E-E4CA-55FE-FCD6E43ED69E}"/>
              </a:ext>
            </a:extLst>
          </p:cNvPr>
          <p:cNvSpPr txBox="1"/>
          <p:nvPr/>
        </p:nvSpPr>
        <p:spPr>
          <a:xfrm>
            <a:off x="11096828" y="5721071"/>
            <a:ext cx="1095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Space (x)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B7011A-1638-DDE7-3BB1-694F59FD5023}"/>
              </a:ext>
            </a:extLst>
          </p:cNvPr>
          <p:cNvSpPr txBox="1"/>
          <p:nvPr/>
        </p:nvSpPr>
        <p:spPr>
          <a:xfrm>
            <a:off x="7733163" y="6308209"/>
            <a:ext cx="1479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C(t=0, x) = 10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EDA05E1-C65A-604A-9934-A934DB680E38}"/>
              </a:ext>
            </a:extLst>
          </p:cNvPr>
          <p:cNvSpPr txBox="1"/>
          <p:nvPr/>
        </p:nvSpPr>
        <p:spPr>
          <a:xfrm>
            <a:off x="4034844" y="3960962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C(t, x = 0) = 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AFD2CF7-7100-8508-E19E-93F26730A88C}"/>
                  </a:ext>
                </a:extLst>
              </p:cNvPr>
              <p:cNvSpPr txBox="1"/>
              <p:nvPr/>
            </p:nvSpPr>
            <p:spPr>
              <a:xfrm>
                <a:off x="1156751" y="4547917"/>
                <a:ext cx="1223476" cy="5557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𝐷</m:t>
                      </m:r>
                      <m:f>
                        <m:f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AFD2CF7-7100-8508-E19E-93F26730A8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6751" y="4547917"/>
                <a:ext cx="1223476" cy="55579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935FF1CC-E6DA-06A4-A340-CE665EECB32F}"/>
              </a:ext>
            </a:extLst>
          </p:cNvPr>
          <p:cNvSpPr txBox="1"/>
          <p:nvPr/>
        </p:nvSpPr>
        <p:spPr>
          <a:xfrm>
            <a:off x="1451112" y="3960962"/>
            <a:ext cx="15340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Governing</a:t>
            </a:r>
            <a:r>
              <a:rPr lang="da-DK" dirty="0"/>
              <a:t> EQ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99F986D-7EEA-40FC-B679-40DD3DD634D1}"/>
              </a:ext>
            </a:extLst>
          </p:cNvPr>
          <p:cNvCxnSpPr>
            <a:cxnSpLocks/>
          </p:cNvCxnSpPr>
          <p:nvPr/>
        </p:nvCxnSpPr>
        <p:spPr>
          <a:xfrm flipV="1">
            <a:off x="6231835" y="2511976"/>
            <a:ext cx="0" cy="397308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9BBBA47-9DE0-71A9-1060-81D09456BD7E}"/>
              </a:ext>
            </a:extLst>
          </p:cNvPr>
          <p:cNvCxnSpPr>
            <a:cxnSpLocks/>
          </p:cNvCxnSpPr>
          <p:nvPr/>
        </p:nvCxnSpPr>
        <p:spPr>
          <a:xfrm>
            <a:off x="10515601" y="5905737"/>
            <a:ext cx="420129" cy="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75C6E9B-F783-00B7-513C-F0B879166B2A}"/>
              </a:ext>
            </a:extLst>
          </p:cNvPr>
          <p:cNvSpPr txBox="1"/>
          <p:nvPr/>
        </p:nvSpPr>
        <p:spPr>
          <a:xfrm>
            <a:off x="10379676" y="5943595"/>
            <a:ext cx="296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3290C6F-C1C6-6842-C90F-7530D6BCED0A}"/>
              </a:ext>
            </a:extLst>
          </p:cNvPr>
          <p:cNvSpPr txBox="1"/>
          <p:nvPr/>
        </p:nvSpPr>
        <p:spPr>
          <a:xfrm>
            <a:off x="5558794" y="2703782"/>
            <a:ext cx="7125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 err="1"/>
              <a:t>t</a:t>
            </a:r>
            <a:r>
              <a:rPr lang="da-DK" baseline="-25000" dirty="0" err="1"/>
              <a:t>end</a:t>
            </a:r>
            <a:endParaRPr lang="da-DK" baseline="-25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3128460-7A02-C891-239A-37A2330393EA}"/>
              </a:ext>
            </a:extLst>
          </p:cNvPr>
          <p:cNvSpPr txBox="1"/>
          <p:nvPr/>
        </p:nvSpPr>
        <p:spPr>
          <a:xfrm>
            <a:off x="5795320" y="5918881"/>
            <a:ext cx="587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0,0</a:t>
            </a:r>
          </a:p>
        </p:txBody>
      </p:sp>
    </p:spTree>
    <p:extLst>
      <p:ext uri="{BB962C8B-B14F-4D97-AF65-F5344CB8AC3E}">
        <p14:creationId xmlns:p14="http://schemas.microsoft.com/office/powerpoint/2010/main" val="805020636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FA165CB-1C03-14B1-66EF-E37586FD2298}"/>
              </a:ext>
            </a:extLst>
          </p:cNvPr>
          <p:cNvSpPr txBox="1"/>
          <p:nvPr/>
        </p:nvSpPr>
        <p:spPr>
          <a:xfrm>
            <a:off x="7116938" y="4808667"/>
            <a:ext cx="2233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C(t=0, x = 1:N-1) = 10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CF6EAE-5501-5A2E-5B55-A888B6D6B633}"/>
              </a:ext>
            </a:extLst>
          </p:cNvPr>
          <p:cNvSpPr txBox="1"/>
          <p:nvPr/>
        </p:nvSpPr>
        <p:spPr>
          <a:xfrm>
            <a:off x="4393611" y="2787107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C(t, x = 0) = 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73AD357-8B04-2E31-8BED-0FE8A920683E}"/>
                  </a:ext>
                </a:extLst>
              </p:cNvPr>
              <p:cNvSpPr txBox="1"/>
              <p:nvPr/>
            </p:nvSpPr>
            <p:spPr>
              <a:xfrm>
                <a:off x="828760" y="3156439"/>
                <a:ext cx="1223476" cy="5557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𝐷</m:t>
                      </m:r>
                      <m:f>
                        <m:f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73AD357-8B04-2E31-8BED-0FE8A92068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760" y="3156439"/>
                <a:ext cx="1223476" cy="55579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81E448CC-2B61-E7E3-03E8-C85122130E69}"/>
              </a:ext>
            </a:extLst>
          </p:cNvPr>
          <p:cNvSpPr txBox="1"/>
          <p:nvPr/>
        </p:nvSpPr>
        <p:spPr>
          <a:xfrm>
            <a:off x="1123121" y="2569484"/>
            <a:ext cx="15340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Governing</a:t>
            </a:r>
            <a:r>
              <a:rPr lang="da-DK" dirty="0"/>
              <a:t> EQ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E2D7CC-238E-CC6E-9103-DFFA760D9F84}"/>
              </a:ext>
            </a:extLst>
          </p:cNvPr>
          <p:cNvSpPr txBox="1"/>
          <p:nvPr/>
        </p:nvSpPr>
        <p:spPr>
          <a:xfrm>
            <a:off x="10294669" y="2614243"/>
            <a:ext cx="15263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dC</a:t>
            </a:r>
            <a:r>
              <a:rPr lang="da-DK" dirty="0"/>
              <a:t>(t, x=N) = 0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64EF76A-4BA4-0131-2E21-117929E01B39}"/>
              </a:ext>
            </a:extLst>
          </p:cNvPr>
          <p:cNvGrpSpPr/>
          <p:nvPr/>
        </p:nvGrpSpPr>
        <p:grpSpPr>
          <a:xfrm>
            <a:off x="5337862" y="593821"/>
            <a:ext cx="6633206" cy="4489823"/>
            <a:chOff x="5337862" y="593821"/>
            <a:chExt cx="6633206" cy="4489823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EF98BA25-A8CA-E068-223C-F30BDE3AAB2F}"/>
                </a:ext>
              </a:extLst>
            </p:cNvPr>
            <p:cNvSpPr/>
            <p:nvPr/>
          </p:nvSpPr>
          <p:spPr>
            <a:xfrm>
              <a:off x="6010903" y="1680001"/>
              <a:ext cx="4283766" cy="300161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6F6F0D5-4B58-09C5-E51A-9EFA3BF86B4A}"/>
                </a:ext>
              </a:extLst>
            </p:cNvPr>
            <p:cNvSpPr txBox="1"/>
            <p:nvPr/>
          </p:nvSpPr>
          <p:spPr>
            <a:xfrm>
              <a:off x="5694149" y="593821"/>
              <a:ext cx="9252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dirty="0"/>
                <a:t>Time (t)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497D042-F46A-236D-F59E-BE7327997E1E}"/>
                </a:ext>
              </a:extLst>
            </p:cNvPr>
            <p:cNvSpPr txBox="1"/>
            <p:nvPr/>
          </p:nvSpPr>
          <p:spPr>
            <a:xfrm>
              <a:off x="10875896" y="4491788"/>
              <a:ext cx="10951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dirty="0"/>
                <a:t>Space (x)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AB8228DF-A8A0-304D-9C59-A7F7FF3B37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10903" y="1282693"/>
              <a:ext cx="0" cy="397308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0ECDF05D-E308-192B-4F62-45C9A82424F6}"/>
                </a:ext>
              </a:extLst>
            </p:cNvPr>
            <p:cNvCxnSpPr>
              <a:cxnSpLocks/>
            </p:cNvCxnSpPr>
            <p:nvPr/>
          </p:nvCxnSpPr>
          <p:spPr>
            <a:xfrm>
              <a:off x="10294669" y="4688811"/>
              <a:ext cx="420129" cy="0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12945C3-649D-4364-8A36-43814309DFF9}"/>
                </a:ext>
              </a:extLst>
            </p:cNvPr>
            <p:cNvSpPr txBox="1"/>
            <p:nvPr/>
          </p:nvSpPr>
          <p:spPr>
            <a:xfrm>
              <a:off x="10158744" y="4714312"/>
              <a:ext cx="2965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dirty="0"/>
                <a:t>L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7809D61-1CF2-8D7B-9D81-302BEC88393C}"/>
                </a:ext>
              </a:extLst>
            </p:cNvPr>
            <p:cNvSpPr txBox="1"/>
            <p:nvPr/>
          </p:nvSpPr>
          <p:spPr>
            <a:xfrm>
              <a:off x="5337862" y="1474499"/>
              <a:ext cx="7125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dirty="0" err="1"/>
                <a:t>t</a:t>
              </a:r>
              <a:r>
                <a:rPr lang="da-DK" baseline="-25000" dirty="0" err="1"/>
                <a:t>end</a:t>
              </a:r>
              <a:endParaRPr lang="da-DK" baseline="-25000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29EDD91-F1B3-73B6-64A5-D673F67AD7AF}"/>
                </a:ext>
              </a:extLst>
            </p:cNvPr>
            <p:cNvSpPr txBox="1"/>
            <p:nvPr/>
          </p:nvSpPr>
          <p:spPr>
            <a:xfrm>
              <a:off x="5574388" y="4689598"/>
              <a:ext cx="5872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dirty="0"/>
                <a:t>0,0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34239593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F0879F9-797F-C6F8-4E6E-DDA27F11F3F9}"/>
                  </a:ext>
                </a:extLst>
              </p:cNvPr>
              <p:cNvSpPr txBox="1"/>
              <p:nvPr/>
            </p:nvSpPr>
            <p:spPr>
              <a:xfrm>
                <a:off x="1519315" y="2983297"/>
                <a:ext cx="1243674" cy="5266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𝑣</m:t>
                      </m:r>
                      <m:f>
                        <m:f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F0879F9-797F-C6F8-4E6E-DDA27F11F3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9315" y="2983297"/>
                <a:ext cx="1243674" cy="52668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87AE4C48-461C-9388-4F25-ADCFFD3017DF}"/>
              </a:ext>
            </a:extLst>
          </p:cNvPr>
          <p:cNvSpPr txBox="1"/>
          <p:nvPr/>
        </p:nvSpPr>
        <p:spPr>
          <a:xfrm>
            <a:off x="8443291" y="3325314"/>
            <a:ext cx="1396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>
                <a:solidFill>
                  <a:srgbClr val="FF0000"/>
                </a:solidFill>
              </a:rPr>
              <a:t>C(t, x=N) = 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13C542-7733-77C3-8F73-7ADA47B742B9}"/>
              </a:ext>
            </a:extLst>
          </p:cNvPr>
          <p:cNvSpPr txBox="1"/>
          <p:nvPr/>
        </p:nvSpPr>
        <p:spPr>
          <a:xfrm>
            <a:off x="5568871" y="5045407"/>
            <a:ext cx="1479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C(t=0, x) = 10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0D058C-49CD-BBF4-1FA3-F5A99A4202DF}"/>
              </a:ext>
            </a:extLst>
          </p:cNvPr>
          <p:cNvSpPr/>
          <p:nvPr/>
        </p:nvSpPr>
        <p:spPr>
          <a:xfrm>
            <a:off x="4159525" y="1824505"/>
            <a:ext cx="4283766" cy="30016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CE43CE-934F-7253-A907-73ABC16332CB}"/>
              </a:ext>
            </a:extLst>
          </p:cNvPr>
          <p:cNvSpPr txBox="1"/>
          <p:nvPr/>
        </p:nvSpPr>
        <p:spPr>
          <a:xfrm>
            <a:off x="3842771" y="738325"/>
            <a:ext cx="925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Time (t)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9729A8-C5B3-BA4C-A901-66F3CFE57271}"/>
              </a:ext>
            </a:extLst>
          </p:cNvPr>
          <p:cNvSpPr txBox="1"/>
          <p:nvPr/>
        </p:nvSpPr>
        <p:spPr>
          <a:xfrm>
            <a:off x="9024518" y="4636292"/>
            <a:ext cx="1095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Space (x)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E536D14-B518-31BD-5C1F-088FB67235A5}"/>
              </a:ext>
            </a:extLst>
          </p:cNvPr>
          <p:cNvCxnSpPr>
            <a:cxnSpLocks/>
          </p:cNvCxnSpPr>
          <p:nvPr/>
        </p:nvCxnSpPr>
        <p:spPr>
          <a:xfrm flipV="1">
            <a:off x="4159525" y="1427197"/>
            <a:ext cx="0" cy="397308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C34DA75-ECC1-D3FC-6373-B496142EA426}"/>
              </a:ext>
            </a:extLst>
          </p:cNvPr>
          <p:cNvCxnSpPr>
            <a:cxnSpLocks/>
          </p:cNvCxnSpPr>
          <p:nvPr/>
        </p:nvCxnSpPr>
        <p:spPr>
          <a:xfrm>
            <a:off x="8443291" y="4833315"/>
            <a:ext cx="420129" cy="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28C5A00-06CE-9D39-5EA2-0FC67C7629B7}"/>
              </a:ext>
            </a:extLst>
          </p:cNvPr>
          <p:cNvSpPr txBox="1"/>
          <p:nvPr/>
        </p:nvSpPr>
        <p:spPr>
          <a:xfrm>
            <a:off x="8307366" y="4858816"/>
            <a:ext cx="296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F823A64-F862-A50B-8508-406AF042F103}"/>
              </a:ext>
            </a:extLst>
          </p:cNvPr>
          <p:cNvSpPr txBox="1"/>
          <p:nvPr/>
        </p:nvSpPr>
        <p:spPr>
          <a:xfrm>
            <a:off x="3486484" y="1619003"/>
            <a:ext cx="7125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 err="1"/>
              <a:t>t</a:t>
            </a:r>
            <a:r>
              <a:rPr lang="da-DK" baseline="-25000" dirty="0" err="1"/>
              <a:t>end</a:t>
            </a:r>
            <a:endParaRPr lang="da-DK" baseline="-25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A65728C-A2EA-7DE2-39BF-E174386D084A}"/>
              </a:ext>
            </a:extLst>
          </p:cNvPr>
          <p:cNvSpPr txBox="1"/>
          <p:nvPr/>
        </p:nvSpPr>
        <p:spPr>
          <a:xfrm>
            <a:off x="3723010" y="4834102"/>
            <a:ext cx="587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0,0</a:t>
            </a:r>
          </a:p>
        </p:txBody>
      </p:sp>
    </p:spTree>
    <p:extLst>
      <p:ext uri="{BB962C8B-B14F-4D97-AF65-F5344CB8AC3E}">
        <p14:creationId xmlns:p14="http://schemas.microsoft.com/office/powerpoint/2010/main" val="2339922449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5BAB4-D1E4-AFB0-354B-EEBE35357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Algorithms</a:t>
            </a:r>
            <a:r>
              <a:rPr lang="da-DK" dirty="0"/>
              <a:t> for </a:t>
            </a:r>
            <a:r>
              <a:rPr lang="da-DK" dirty="0" err="1"/>
              <a:t>solving</a:t>
            </a:r>
            <a:r>
              <a:rPr lang="da-DK" dirty="0"/>
              <a:t> </a:t>
            </a:r>
            <a:r>
              <a:rPr lang="da-DK" dirty="0" err="1"/>
              <a:t>text</a:t>
            </a:r>
            <a:r>
              <a:rPr lang="da-DK" dirty="0"/>
              <a:t>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6C9E72-503E-7841-70F6-157B98C743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da-DK" dirty="0"/>
              <a:t>Select PDE </a:t>
            </a:r>
            <a:r>
              <a:rPr lang="da-DK" dirty="0" err="1"/>
              <a:t>coordinate</a:t>
            </a:r>
            <a:r>
              <a:rPr lang="da-DK" dirty="0"/>
              <a:t> system </a:t>
            </a:r>
          </a:p>
          <a:p>
            <a:pPr marL="514350" indent="-514350">
              <a:buAutoNum type="arabicPeriod"/>
            </a:pPr>
            <a:r>
              <a:rPr lang="da-DK" dirty="0" err="1"/>
              <a:t>Eliminate</a:t>
            </a:r>
            <a:r>
              <a:rPr lang="da-DK" dirty="0"/>
              <a:t> </a:t>
            </a:r>
            <a:r>
              <a:rPr lang="da-DK" dirty="0" err="1"/>
              <a:t>uneccesary</a:t>
            </a:r>
            <a:r>
              <a:rPr lang="da-DK" dirty="0"/>
              <a:t> terms to </a:t>
            </a:r>
            <a:r>
              <a:rPr lang="da-DK" dirty="0" err="1"/>
              <a:t>get</a:t>
            </a:r>
            <a:r>
              <a:rPr lang="da-DK" dirty="0"/>
              <a:t> the </a:t>
            </a:r>
            <a:r>
              <a:rPr lang="da-DK" dirty="0" err="1"/>
              <a:t>governing</a:t>
            </a:r>
            <a:r>
              <a:rPr lang="da-DK" dirty="0"/>
              <a:t> </a:t>
            </a:r>
            <a:r>
              <a:rPr lang="da-DK" dirty="0" err="1"/>
              <a:t>equation</a:t>
            </a:r>
            <a:endParaRPr lang="da-DK" dirty="0"/>
          </a:p>
          <a:p>
            <a:pPr marL="514350" indent="-514350">
              <a:buAutoNum type="arabicPeriod"/>
            </a:pPr>
            <a:r>
              <a:rPr lang="da-DK" dirty="0" err="1"/>
              <a:t>Reformulate</a:t>
            </a:r>
            <a:r>
              <a:rPr lang="da-DK" dirty="0"/>
              <a:t> to </a:t>
            </a:r>
            <a:r>
              <a:rPr lang="da-DK" dirty="0" err="1"/>
              <a:t>discretized</a:t>
            </a:r>
            <a:r>
              <a:rPr lang="da-DK" dirty="0"/>
              <a:t> form (for </a:t>
            </a:r>
            <a:r>
              <a:rPr lang="da-DK" dirty="0" err="1"/>
              <a:t>method</a:t>
            </a:r>
            <a:r>
              <a:rPr lang="da-DK" dirty="0"/>
              <a:t> of lines)</a:t>
            </a:r>
          </a:p>
          <a:p>
            <a:pPr marL="514350" indent="-514350">
              <a:buAutoNum type="arabicPeriod"/>
            </a:pPr>
            <a:r>
              <a:rPr lang="da-DK" dirty="0"/>
              <a:t>Method of lines </a:t>
            </a:r>
            <a:r>
              <a:rPr lang="da-DK" dirty="0" err="1"/>
              <a:t>discretization</a:t>
            </a:r>
            <a:endParaRPr lang="da-DK" dirty="0"/>
          </a:p>
          <a:p>
            <a:pPr marL="514350" indent="-514350">
              <a:buAutoNum type="arabicPeriod"/>
            </a:pPr>
            <a:r>
              <a:rPr lang="da-DK" dirty="0" err="1"/>
              <a:t>Figure</a:t>
            </a:r>
            <a:r>
              <a:rPr lang="da-DK" dirty="0"/>
              <a:t> out </a:t>
            </a:r>
            <a:r>
              <a:rPr lang="da-DK" dirty="0" err="1"/>
              <a:t>what</a:t>
            </a:r>
            <a:r>
              <a:rPr lang="da-DK" dirty="0"/>
              <a:t> the </a:t>
            </a:r>
            <a:r>
              <a:rPr lang="da-DK" dirty="0" err="1"/>
              <a:t>BC’s</a:t>
            </a:r>
            <a:r>
              <a:rPr lang="da-DK" dirty="0"/>
              <a:t> and IC’s </a:t>
            </a:r>
            <a:r>
              <a:rPr lang="da-DK" dirty="0" err="1"/>
              <a:t>are</a:t>
            </a:r>
            <a:r>
              <a:rPr lang="da-DK" dirty="0"/>
              <a:t> </a:t>
            </a:r>
          </a:p>
          <a:p>
            <a:pPr marL="514350" indent="-514350">
              <a:buAutoNum type="arabicPeriod"/>
            </a:pPr>
            <a:r>
              <a:rPr lang="da-DK" dirty="0" err="1"/>
              <a:t>Adjust</a:t>
            </a:r>
            <a:r>
              <a:rPr lang="da-DK" dirty="0"/>
              <a:t> </a:t>
            </a:r>
            <a:r>
              <a:rPr lang="da-DK" dirty="0" err="1"/>
              <a:t>discretization</a:t>
            </a:r>
            <a:r>
              <a:rPr lang="da-DK" dirty="0"/>
              <a:t> at </a:t>
            </a:r>
            <a:r>
              <a:rPr lang="da-DK" dirty="0" err="1"/>
              <a:t>both</a:t>
            </a:r>
            <a:r>
              <a:rPr lang="da-DK" dirty="0"/>
              <a:t> </a:t>
            </a:r>
            <a:r>
              <a:rPr lang="da-DK" dirty="0" err="1"/>
              <a:t>ends</a:t>
            </a:r>
            <a:r>
              <a:rPr lang="da-DK" dirty="0"/>
              <a:t>!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(</a:t>
            </a:r>
            <a:r>
              <a:rPr lang="da-DK" dirty="0" err="1"/>
              <a:t>next</a:t>
            </a:r>
            <a:r>
              <a:rPr lang="da-DK" dirty="0"/>
              <a:t> time </a:t>
            </a:r>
            <a:r>
              <a:rPr lang="da-DK" dirty="0" err="1"/>
              <a:t>we</a:t>
            </a:r>
            <a:r>
              <a:rPr lang="da-DK" dirty="0"/>
              <a:t> </a:t>
            </a:r>
            <a:r>
              <a:rPr lang="da-DK" dirty="0" err="1"/>
              <a:t>implement</a:t>
            </a:r>
            <a:r>
              <a:rPr lang="da-DK" dirty="0"/>
              <a:t> in Python)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386208568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6.0.27"/>
  <p:tag name="AS_OS" val="Unix 6.5.0.1014"/>
  <p:tag name="AS_RELEASE_DATE" val="2023.08.14"/>
  <p:tag name="AS_TITLE" val="Aspose.Slides for .NET Standard 2.0"/>
  <p:tag name="AS_VERSION" val="23.8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Aptos Display" panose="0211000402020202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Aptos" panose="0211000402020202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93944B3AF7C09F43A46F7977D4911CF3" ma:contentTypeVersion="16" ma:contentTypeDescription="Opret et nyt dokument." ma:contentTypeScope="" ma:versionID="e963d14dbb28f9313e58b0914ba4696c">
  <xsd:schema xmlns:xsd="http://www.w3.org/2001/XMLSchema" xmlns:xs="http://www.w3.org/2001/XMLSchema" xmlns:p="http://schemas.microsoft.com/office/2006/metadata/properties" xmlns:ns3="cbe042ce-f8ee-4398-a071-68f825dc8a29" xmlns:ns4="ab0d711d-f73e-48ea-864e-a033dce7f596" targetNamespace="http://schemas.microsoft.com/office/2006/metadata/properties" ma:root="true" ma:fieldsID="e2979a5b9d0924525aac5c2a1cd33bd7" ns3:_="" ns4:_="">
    <xsd:import namespace="cbe042ce-f8ee-4398-a071-68f825dc8a29"/>
    <xsd:import namespace="ab0d711d-f73e-48ea-864e-a033dce7f59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3:MediaServiceDateTaken" minOccurs="0"/>
                <xsd:element ref="ns3:MediaServiceLocation" minOccurs="0"/>
                <xsd:element ref="ns3:MediaServiceObjectDetectorVersions" minOccurs="0"/>
                <xsd:element ref="ns3:MediaServiceSystemTags" minOccurs="0"/>
                <xsd:element ref="ns3:MediaLengthInSecond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be042ce-f8ee-4398-a071-68f825dc8a2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0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0d711d-f73e-48ea-864e-a033dce7f596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lt med detaljer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Hashværdi for deling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TemplafyTemplateConfiguration><![CDATA[{"elementsMetadata":[],"transformationConfigurations":[],"templateName":"blankpresentation","templateDescription":"","enableDocumentContentUpdater":false,"version":"2.0"}]]></TemplafyTemplateConfiguration>
</file>

<file path=customXml/item3.xml><?xml version="1.0" encoding="utf-8"?>
<TemplafyFormConfiguration><![CDATA[{"formFields":[],"formDataEntries":[]}]]></TemplafyFormConfiguration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be042ce-f8ee-4398-a071-68f825dc8a29" xsi:nil="true"/>
  </documentManagement>
</p:properties>
</file>

<file path=customXml/item5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6.xml><?xml version="1.0" encoding="utf-8"?>
<TemplafySlideFormConfiguration><![CDATA[{"formFields":[],"formDataEntries":[]}]]></TemplafySlideFormConfiguration>
</file>

<file path=customXml/item7.xml><?xml version="1.0" encoding="utf-8"?>
<TemplafySlideTemplateConfiguration><![CDATA[{"slideVersion":1,"isValidatorEnabled":false,"isLocked":false,"elementsMetadata":[],"slideId":"1054884848216047618","enableDocumentContentUpdater":false,"version":"2.0"}]]></TemplafySlideTemplateConfiguration>
</file>

<file path=customXml/itemProps1.xml><?xml version="1.0" encoding="utf-8"?>
<ds:datastoreItem xmlns:ds="http://schemas.openxmlformats.org/officeDocument/2006/customXml" ds:itemID="{D5EA5A6D-4903-4D27-A672-1F127D68AA2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be042ce-f8ee-4398-a071-68f825dc8a29"/>
    <ds:schemaRef ds:uri="ab0d711d-f73e-48ea-864e-a033dce7f59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86C9AF7-FC43-4772-BF6D-26FE95C56D62}">
  <ds:schemaRefs/>
</ds:datastoreItem>
</file>

<file path=customXml/itemProps3.xml><?xml version="1.0" encoding="utf-8"?>
<ds:datastoreItem xmlns:ds="http://schemas.openxmlformats.org/officeDocument/2006/customXml" ds:itemID="{C5938109-F486-41EA-929F-D7DF65C5D6B1}">
  <ds:schemaRefs/>
</ds:datastoreItem>
</file>

<file path=customXml/itemProps4.xml><?xml version="1.0" encoding="utf-8"?>
<ds:datastoreItem xmlns:ds="http://schemas.openxmlformats.org/officeDocument/2006/customXml" ds:itemID="{97033D87-7D33-4806-AFC8-D1319F0D3E5A}">
  <ds:schemaRefs>
    <ds:schemaRef ds:uri="http://purl.org/dc/elements/1.1/"/>
    <ds:schemaRef ds:uri="http://schemas.openxmlformats.org/package/2006/metadata/core-properties"/>
    <ds:schemaRef ds:uri="http://purl.org/dc/terms/"/>
    <ds:schemaRef ds:uri="ab0d711d-f73e-48ea-864e-a033dce7f596"/>
    <ds:schemaRef ds:uri="http://schemas.microsoft.com/office/2006/documentManagement/types"/>
    <ds:schemaRef ds:uri="http://www.w3.org/XML/1998/namespace"/>
    <ds:schemaRef ds:uri="cbe042ce-f8ee-4398-a071-68f825dc8a29"/>
    <ds:schemaRef ds:uri="http://schemas.microsoft.com/office/infopath/2007/PartnerControls"/>
    <ds:schemaRef ds:uri="http://schemas.microsoft.com/office/2006/metadata/properties"/>
    <ds:schemaRef ds:uri="http://purl.org/dc/dcmitype/"/>
  </ds:schemaRefs>
</ds:datastoreItem>
</file>

<file path=customXml/itemProps5.xml><?xml version="1.0" encoding="utf-8"?>
<ds:datastoreItem xmlns:ds="http://schemas.openxmlformats.org/officeDocument/2006/customXml" ds:itemID="{3F0FC9BF-3E26-4FAE-BDEC-AB311AEE9D13}">
  <ds:schemaRefs>
    <ds:schemaRef ds:uri="http://schemas.microsoft.com/sharepoint/v3/contenttype/forms"/>
  </ds:schemaRefs>
</ds:datastoreItem>
</file>

<file path=customXml/itemProps6.xml><?xml version="1.0" encoding="utf-8"?>
<ds:datastoreItem xmlns:ds="http://schemas.openxmlformats.org/officeDocument/2006/customXml" ds:itemID="{C60B9EDF-596D-4F67-B5E3-411D55B8E8FC}">
  <ds:schemaRefs/>
</ds:datastoreItem>
</file>

<file path=customXml/itemProps7.xml><?xml version="1.0" encoding="utf-8"?>
<ds:datastoreItem xmlns:ds="http://schemas.openxmlformats.org/officeDocument/2006/customXml" ds:itemID="{B69ABF3A-B169-44F9-86AC-4E29FB2A2600}">
  <ds:schemaRefs/>
</ds:datastoreItem>
</file>

<file path=docMetadata/LabelInfo.xml><?xml version="1.0" encoding="utf-8"?>
<clbl:labelList xmlns:clbl="http://schemas.microsoft.com/office/2020/mipLabelMetadata">
  <clbl:label id="{61fd1d36-fecb-47ca-b7d7-d0df0370a198}" enabled="0" method="" siteId="{61fd1d36-fecb-47ca-b7d7-d0df0370a19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640</Words>
  <Application>Microsoft Office PowerPoint</Application>
  <PresentationFormat>Widescreen</PresentationFormat>
  <Paragraphs>138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Cambria Math</vt:lpstr>
      <vt:lpstr>Office Theme</vt:lpstr>
      <vt:lpstr>Boundary conditions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ill-posed problems</vt:lpstr>
      <vt:lpstr>PowerPoint Presentation</vt:lpstr>
      <vt:lpstr>PowerPoint Presentation</vt:lpstr>
      <vt:lpstr>Algorithms for solving text problems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2025-06-19T08:55:46Z</dcterms:created>
  <dcterms:modified xsi:type="dcterms:W3CDTF">2026-10-05T08:33:28Z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fyTimeStamp">
    <vt:lpwstr>2024-11-22T08:25:59</vt:lpwstr>
  </property>
  <property fmtid="{D5CDD505-2E9C-101B-9397-08002B2CF9AE}" pid="3" name="TemplafyTenantId">
    <vt:lpwstr>auoffice</vt:lpwstr>
  </property>
  <property fmtid="{D5CDD505-2E9C-101B-9397-08002B2CF9AE}" pid="4" name="TemplafyTemplateId">
    <vt:lpwstr>1054884838842826800</vt:lpwstr>
  </property>
  <property fmtid="{D5CDD505-2E9C-101B-9397-08002B2CF9AE}" pid="5" name="TemplafyUserProfileId">
    <vt:lpwstr>1208448259217163026</vt:lpwstr>
  </property>
  <property fmtid="{D5CDD505-2E9C-101B-9397-08002B2CF9AE}" pid="6" name="TemplafyLanguageCode">
    <vt:lpwstr>da-DK</vt:lpwstr>
  </property>
  <property fmtid="{D5CDD505-2E9C-101B-9397-08002B2CF9AE}" pid="7" name="TemplafyFromBlank">
    <vt:bool>true</vt:bool>
  </property>
  <property fmtid="{D5CDD505-2E9C-101B-9397-08002B2CF9AE}" pid="8" name="ContentTypeId">
    <vt:lpwstr>0x01010093944B3AF7C09F43A46F7977D4911CF3</vt:lpwstr>
  </property>
</Properties>
</file>