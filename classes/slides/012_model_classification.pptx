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3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7" r:id="rId11"/>
    <p:sldId id="265" r:id="rId12"/>
    <p:sldId id="264" r:id="rId13"/>
    <p:sldId id="266" r:id="rId14"/>
    <p:sldId id="268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A8449-23B7-4132-9523-D55387F977C4}" v="75" dt="2025-08-20T13:10:20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1DADBC62-7BFD-429F-AE47-C6B47A5272BB}"/>
    <pc:docChg chg="undo custSel addSld modSld">
      <pc:chgData name="Frederik Rask Dalby" userId="12c7c68b-47c4-4858-a883-dbd84be7356f" providerId="ADAL" clId="{1DADBC62-7BFD-429F-AE47-C6B47A5272BB}" dt="2025-06-04T09:51:47.282" v="7922" actId="20577"/>
      <pc:docMkLst>
        <pc:docMk/>
      </pc:docMkLst>
      <pc:sldChg chg="modSp new mod">
        <pc:chgData name="Frederik Rask Dalby" userId="12c7c68b-47c4-4858-a883-dbd84be7356f" providerId="ADAL" clId="{1DADBC62-7BFD-429F-AE47-C6B47A5272BB}" dt="2025-06-04T09:51:47.282" v="7922" actId="20577"/>
        <pc:sldMkLst>
          <pc:docMk/>
          <pc:sldMk cId="3711011098" sldId="256"/>
        </pc:sldMkLst>
      </pc:sldChg>
      <pc:sldChg chg="addSp delSp modSp new mod modAnim">
        <pc:chgData name="Frederik Rask Dalby" userId="12c7c68b-47c4-4858-a883-dbd84be7356f" providerId="ADAL" clId="{1DADBC62-7BFD-429F-AE47-C6B47A5272BB}" dt="2025-05-06T11:54:55.310" v="1330" actId="1076"/>
        <pc:sldMkLst>
          <pc:docMk/>
          <pc:sldMk cId="2126172265" sldId="257"/>
        </pc:sldMkLst>
      </pc:sldChg>
      <pc:sldChg chg="addSp delSp modSp new mod">
        <pc:chgData name="Frederik Rask Dalby" userId="12c7c68b-47c4-4858-a883-dbd84be7356f" providerId="ADAL" clId="{1DADBC62-7BFD-429F-AE47-C6B47A5272BB}" dt="2025-05-06T10:02:46.486" v="571" actId="9405"/>
        <pc:sldMkLst>
          <pc:docMk/>
          <pc:sldMk cId="3593674032" sldId="258"/>
        </pc:sldMkLst>
      </pc:sldChg>
      <pc:sldChg chg="addSp delSp modSp new mod modNotesTx">
        <pc:chgData name="Frederik Rask Dalby" userId="12c7c68b-47c4-4858-a883-dbd84be7356f" providerId="ADAL" clId="{1DADBC62-7BFD-429F-AE47-C6B47A5272BB}" dt="2025-05-19T11:16:30.243" v="3566" actId="1076"/>
        <pc:sldMkLst>
          <pc:docMk/>
          <pc:sldMk cId="904040462" sldId="259"/>
        </pc:sldMkLst>
      </pc:sldChg>
      <pc:sldChg chg="addSp delSp modSp new mod">
        <pc:chgData name="Frederik Rask Dalby" userId="12c7c68b-47c4-4858-a883-dbd84be7356f" providerId="ADAL" clId="{1DADBC62-7BFD-429F-AE47-C6B47A5272BB}" dt="2025-05-19T11:26:05.439" v="3781" actId="20577"/>
        <pc:sldMkLst>
          <pc:docMk/>
          <pc:sldMk cId="4120901044" sldId="260"/>
        </pc:sldMkLst>
      </pc:sldChg>
      <pc:sldChg chg="addSp delSp modSp new mod modNotesTx">
        <pc:chgData name="Frederik Rask Dalby" userId="12c7c68b-47c4-4858-a883-dbd84be7356f" providerId="ADAL" clId="{1DADBC62-7BFD-429F-AE47-C6B47A5272BB}" dt="2025-05-19T13:13:15.101" v="6171" actId="115"/>
        <pc:sldMkLst>
          <pc:docMk/>
          <pc:sldMk cId="3305131381" sldId="261"/>
        </pc:sldMkLst>
      </pc:sldChg>
      <pc:sldChg chg="addSp modSp new mod">
        <pc:chgData name="Frederik Rask Dalby" userId="12c7c68b-47c4-4858-a883-dbd84be7356f" providerId="ADAL" clId="{1DADBC62-7BFD-429F-AE47-C6B47A5272BB}" dt="2025-05-19T12:11:41.682" v="4619" actId="20577"/>
        <pc:sldMkLst>
          <pc:docMk/>
          <pc:sldMk cId="513088712" sldId="262"/>
        </pc:sldMkLst>
      </pc:sldChg>
      <pc:sldChg chg="addSp delSp modSp new mod modAnim">
        <pc:chgData name="Frederik Rask Dalby" userId="12c7c68b-47c4-4858-a883-dbd84be7356f" providerId="ADAL" clId="{1DADBC62-7BFD-429F-AE47-C6B47A5272BB}" dt="2025-05-21T08:40:59.035" v="7328" actId="20577"/>
        <pc:sldMkLst>
          <pc:docMk/>
          <pc:sldMk cId="2347415508" sldId="263"/>
        </pc:sldMkLst>
      </pc:sldChg>
      <pc:sldChg chg="addSp delSp modSp new mod">
        <pc:chgData name="Frederik Rask Dalby" userId="12c7c68b-47c4-4858-a883-dbd84be7356f" providerId="ADAL" clId="{1DADBC62-7BFD-429F-AE47-C6B47A5272BB}" dt="2025-05-19T13:00:26.417" v="6149" actId="1076"/>
        <pc:sldMkLst>
          <pc:docMk/>
          <pc:sldMk cId="3908344832" sldId="264"/>
        </pc:sldMkLst>
      </pc:sldChg>
      <pc:sldChg chg="addSp delSp modSp new mod">
        <pc:chgData name="Frederik Rask Dalby" userId="12c7c68b-47c4-4858-a883-dbd84be7356f" providerId="ADAL" clId="{1DADBC62-7BFD-429F-AE47-C6B47A5272BB}" dt="2025-05-21T08:36:11.577" v="7177" actId="122"/>
        <pc:sldMkLst>
          <pc:docMk/>
          <pc:sldMk cId="1669015787" sldId="265"/>
        </pc:sldMkLst>
      </pc:sldChg>
      <pc:sldChg chg="addSp delSp modSp new mod">
        <pc:chgData name="Frederik Rask Dalby" userId="12c7c68b-47c4-4858-a883-dbd84be7356f" providerId="ADAL" clId="{1DADBC62-7BFD-429F-AE47-C6B47A5272BB}" dt="2025-05-21T08:38:11.709" v="7220" actId="1076"/>
        <pc:sldMkLst>
          <pc:docMk/>
          <pc:sldMk cId="3941075771" sldId="266"/>
        </pc:sldMkLst>
      </pc:sldChg>
      <pc:sldChg chg="addSp modSp new mod">
        <pc:chgData name="Frederik Rask Dalby" userId="12c7c68b-47c4-4858-a883-dbd84be7356f" providerId="ADAL" clId="{1DADBC62-7BFD-429F-AE47-C6B47A5272BB}" dt="2025-05-21T08:50:13.693" v="7921" actId="1076"/>
        <pc:sldMkLst>
          <pc:docMk/>
          <pc:sldMk cId="2313889579" sldId="267"/>
        </pc:sldMkLst>
      </pc:sldChg>
    </pc:docChg>
  </pc:docChgLst>
  <pc:docChgLst>
    <pc:chgData name="Frederik Rask Dalby" userId="12c7c68b-47c4-4858-a883-dbd84be7356f" providerId="ADAL" clId="{A75A8449-23B7-4132-9523-D55387F977C4}"/>
    <pc:docChg chg="undo custSel addSld modSld">
      <pc:chgData name="Frederik Rask Dalby" userId="12c7c68b-47c4-4858-a883-dbd84be7356f" providerId="ADAL" clId="{A75A8449-23B7-4132-9523-D55387F977C4}" dt="2025-08-20T13:10:20.310" v="425"/>
      <pc:docMkLst>
        <pc:docMk/>
      </pc:docMkLst>
      <pc:sldChg chg="modAnim">
        <pc:chgData name="Frederik Rask Dalby" userId="12c7c68b-47c4-4858-a883-dbd84be7356f" providerId="ADAL" clId="{A75A8449-23B7-4132-9523-D55387F977C4}" dt="2025-08-20T12:33:42.014" v="256"/>
        <pc:sldMkLst>
          <pc:docMk/>
          <pc:sldMk cId="2126172265" sldId="257"/>
        </pc:sldMkLst>
      </pc:sldChg>
      <pc:sldChg chg="addSp delSp modSp mod modAnim">
        <pc:chgData name="Frederik Rask Dalby" userId="12c7c68b-47c4-4858-a883-dbd84be7356f" providerId="ADAL" clId="{A75A8449-23B7-4132-9523-D55387F977C4}" dt="2025-08-20T11:44:37.344" v="43"/>
        <pc:sldMkLst>
          <pc:docMk/>
          <pc:sldMk cId="904040462" sldId="259"/>
        </pc:sldMkLst>
        <pc:spChg chg="add mod">
          <ac:chgData name="Frederik Rask Dalby" userId="12c7c68b-47c4-4858-a883-dbd84be7356f" providerId="ADAL" clId="{A75A8449-23B7-4132-9523-D55387F977C4}" dt="2025-08-20T11:44:35.542" v="42" actId="164"/>
          <ac:spMkLst>
            <pc:docMk/>
            <pc:sldMk cId="904040462" sldId="259"/>
            <ac:spMk id="2" creationId="{0A420A93-6D5D-FD3A-ABB7-E9F6FB9F5048}"/>
          </ac:spMkLst>
        </pc:spChg>
        <pc:spChg chg="del mod">
          <ac:chgData name="Frederik Rask Dalby" userId="12c7c68b-47c4-4858-a883-dbd84be7356f" providerId="ADAL" clId="{A75A8449-23B7-4132-9523-D55387F977C4}" dt="2025-08-20T11:43:03.119" v="15" actId="478"/>
          <ac:spMkLst>
            <pc:docMk/>
            <pc:sldMk cId="904040462" sldId="259"/>
            <ac:spMk id="3" creationId="{62FF1EF6-D49A-8F80-0E36-35376426E384}"/>
          </ac:spMkLst>
        </pc:spChg>
        <pc:spChg chg="add mod">
          <ac:chgData name="Frederik Rask Dalby" userId="12c7c68b-47c4-4858-a883-dbd84be7356f" providerId="ADAL" clId="{A75A8449-23B7-4132-9523-D55387F977C4}" dt="2025-08-20T11:44:35.542" v="42" actId="164"/>
          <ac:spMkLst>
            <pc:docMk/>
            <pc:sldMk cId="904040462" sldId="259"/>
            <ac:spMk id="5" creationId="{4C6DE258-F911-D978-3690-1124535306E3}"/>
          </ac:spMkLst>
        </pc:spChg>
        <pc:spChg chg="mod">
          <ac:chgData name="Frederik Rask Dalby" userId="12c7c68b-47c4-4858-a883-dbd84be7356f" providerId="ADAL" clId="{A75A8449-23B7-4132-9523-D55387F977C4}" dt="2025-08-20T11:43:31.314" v="22" actId="1076"/>
          <ac:spMkLst>
            <pc:docMk/>
            <pc:sldMk cId="904040462" sldId="259"/>
            <ac:spMk id="31" creationId="{64CB5282-12BB-BA18-5CF2-1BACA9A03FD2}"/>
          </ac:spMkLst>
        </pc:spChg>
        <pc:spChg chg="mod">
          <ac:chgData name="Frederik Rask Dalby" userId="12c7c68b-47c4-4858-a883-dbd84be7356f" providerId="ADAL" clId="{A75A8449-23B7-4132-9523-D55387F977C4}" dt="2025-08-20T11:43:29.426" v="21" actId="1076"/>
          <ac:spMkLst>
            <pc:docMk/>
            <pc:sldMk cId="904040462" sldId="259"/>
            <ac:spMk id="37" creationId="{F03CBBAE-DD5A-72CB-128A-5D7C237BBD80}"/>
          </ac:spMkLst>
        </pc:spChg>
        <pc:grpChg chg="add mod">
          <ac:chgData name="Frederik Rask Dalby" userId="12c7c68b-47c4-4858-a883-dbd84be7356f" providerId="ADAL" clId="{A75A8449-23B7-4132-9523-D55387F977C4}" dt="2025-08-20T11:44:35.542" v="42" actId="164"/>
          <ac:grpSpMkLst>
            <pc:docMk/>
            <pc:sldMk cId="904040462" sldId="259"/>
            <ac:grpSpMk id="8" creationId="{BD2D8B91-8F24-E60E-2B98-C06FE7DA0953}"/>
          </ac:grpSpMkLst>
        </pc:grpChg>
        <pc:cxnChg chg="add mod">
          <ac:chgData name="Frederik Rask Dalby" userId="12c7c68b-47c4-4858-a883-dbd84be7356f" providerId="ADAL" clId="{A75A8449-23B7-4132-9523-D55387F977C4}" dt="2025-08-20T11:44:35.542" v="42" actId="164"/>
          <ac:cxnSpMkLst>
            <pc:docMk/>
            <pc:sldMk cId="904040462" sldId="259"/>
            <ac:cxnSpMk id="7" creationId="{F70FC931-A37A-4126-C07D-352E5AC872B0}"/>
          </ac:cxnSpMkLst>
        </pc:cxnChg>
      </pc:sldChg>
      <pc:sldChg chg="modSp modAnim">
        <pc:chgData name="Frederik Rask Dalby" userId="12c7c68b-47c4-4858-a883-dbd84be7356f" providerId="ADAL" clId="{A75A8449-23B7-4132-9523-D55387F977C4}" dt="2025-08-20T12:35:26.673" v="258"/>
        <pc:sldMkLst>
          <pc:docMk/>
          <pc:sldMk cId="4120901044" sldId="260"/>
        </pc:sldMkLst>
        <pc:spChg chg="mod">
          <ac:chgData name="Frederik Rask Dalby" userId="12c7c68b-47c4-4858-a883-dbd84be7356f" providerId="ADAL" clId="{A75A8449-23B7-4132-9523-D55387F977C4}" dt="2025-08-20T11:46:13.986" v="48" actId="20577"/>
          <ac:spMkLst>
            <pc:docMk/>
            <pc:sldMk cId="4120901044" sldId="260"/>
            <ac:spMk id="3" creationId="{01BFC20B-1E6D-FCE8-510F-22CB4CCC8923}"/>
          </ac:spMkLst>
        </pc:spChg>
      </pc:sldChg>
      <pc:sldChg chg="modAnim">
        <pc:chgData name="Frederik Rask Dalby" userId="12c7c68b-47c4-4858-a883-dbd84be7356f" providerId="ADAL" clId="{A75A8449-23B7-4132-9523-D55387F977C4}" dt="2025-08-20T12:36:55.265" v="260"/>
        <pc:sldMkLst>
          <pc:docMk/>
          <pc:sldMk cId="3305131381" sldId="261"/>
        </pc:sldMkLst>
      </pc:sldChg>
      <pc:sldChg chg="addSp delSp modSp mod modAnim">
        <pc:chgData name="Frederik Rask Dalby" userId="12c7c68b-47c4-4858-a883-dbd84be7356f" providerId="ADAL" clId="{A75A8449-23B7-4132-9523-D55387F977C4}" dt="2025-08-20T12:31:47.114" v="243"/>
        <pc:sldMkLst>
          <pc:docMk/>
          <pc:sldMk cId="513088712" sldId="262"/>
        </pc:sldMkLst>
        <pc:spChg chg="add del mod">
          <ac:chgData name="Frederik Rask Dalby" userId="12c7c68b-47c4-4858-a883-dbd84be7356f" providerId="ADAL" clId="{A75A8449-23B7-4132-9523-D55387F977C4}" dt="2025-08-20T12:29:52.474" v="54" actId="478"/>
          <ac:spMkLst>
            <pc:docMk/>
            <pc:sldMk cId="513088712" sldId="262"/>
            <ac:spMk id="4" creationId="{2E5DFEBB-8CA6-C639-B6A3-1BB8FFA2C5DF}"/>
          </ac:spMkLst>
        </pc:spChg>
        <pc:spChg chg="add mod">
          <ac:chgData name="Frederik Rask Dalby" userId="12c7c68b-47c4-4858-a883-dbd84be7356f" providerId="ADAL" clId="{A75A8449-23B7-4132-9523-D55387F977C4}" dt="2025-08-20T12:31:34.634" v="242" actId="403"/>
          <ac:spMkLst>
            <pc:docMk/>
            <pc:sldMk cId="513088712" sldId="262"/>
            <ac:spMk id="6" creationId="{16ED9F65-8E45-6035-D267-1BED134CE30A}"/>
          </ac:spMkLst>
        </pc:spChg>
        <pc:picChg chg="mod">
          <ac:chgData name="Frederik Rask Dalby" userId="12c7c68b-47c4-4858-a883-dbd84be7356f" providerId="ADAL" clId="{A75A8449-23B7-4132-9523-D55387F977C4}" dt="2025-08-20T12:31:26.596" v="238" actId="1076"/>
          <ac:picMkLst>
            <pc:docMk/>
            <pc:sldMk cId="513088712" sldId="262"/>
            <ac:picMk id="15" creationId="{F00C771E-38DB-B0B5-8B9D-35816075B05F}"/>
          </ac:picMkLst>
        </pc:picChg>
      </pc:sldChg>
      <pc:sldChg chg="addSp delSp modSp mod modAnim">
        <pc:chgData name="Frederik Rask Dalby" userId="12c7c68b-47c4-4858-a883-dbd84be7356f" providerId="ADAL" clId="{A75A8449-23B7-4132-9523-D55387F977C4}" dt="2025-08-20T12:44:47.287" v="366" actId="208"/>
        <pc:sldMkLst>
          <pc:docMk/>
          <pc:sldMk cId="2347415508" sldId="263"/>
        </pc:sldMkLst>
        <pc:spChg chg="mod">
          <ac:chgData name="Frederik Rask Dalby" userId="12c7c68b-47c4-4858-a883-dbd84be7356f" providerId="ADAL" clId="{A75A8449-23B7-4132-9523-D55387F977C4}" dt="2025-08-20T12:44:27.909" v="363" actId="20577"/>
          <ac:spMkLst>
            <pc:docMk/>
            <pc:sldMk cId="2347415508" sldId="263"/>
            <ac:spMk id="3" creationId="{04B07399-757B-ECF1-BACF-AA7C8A2C2142}"/>
          </ac:spMkLst>
        </pc:spChg>
        <pc:spChg chg="mod">
          <ac:chgData name="Frederik Rask Dalby" userId="12c7c68b-47c4-4858-a883-dbd84be7356f" providerId="ADAL" clId="{A75A8449-23B7-4132-9523-D55387F977C4}" dt="2025-08-20T12:41:11.997" v="295" actId="164"/>
          <ac:spMkLst>
            <pc:docMk/>
            <pc:sldMk cId="2347415508" sldId="263"/>
            <ac:spMk id="4" creationId="{2F4EC4BC-58CC-F745-E98A-C789C0B4A4E6}"/>
          </ac:spMkLst>
        </pc:spChg>
        <pc:spChg chg="add mod">
          <ac:chgData name="Frederik Rask Dalby" userId="12c7c68b-47c4-4858-a883-dbd84be7356f" providerId="ADAL" clId="{A75A8449-23B7-4132-9523-D55387F977C4}" dt="2025-08-20T12:44:47.287" v="366" actId="208"/>
          <ac:spMkLst>
            <pc:docMk/>
            <pc:sldMk cId="2347415508" sldId="263"/>
            <ac:spMk id="10" creationId="{745D9C9D-F39D-CE27-0D93-B97C2CACD8C4}"/>
          </ac:spMkLst>
        </pc:spChg>
        <pc:spChg chg="mod">
          <ac:chgData name="Frederik Rask Dalby" userId="12c7c68b-47c4-4858-a883-dbd84be7356f" providerId="ADAL" clId="{A75A8449-23B7-4132-9523-D55387F977C4}" dt="2025-08-20T12:41:11.997" v="295" actId="164"/>
          <ac:spMkLst>
            <pc:docMk/>
            <pc:sldMk cId="2347415508" sldId="263"/>
            <ac:spMk id="20" creationId="{863FCC17-76A7-4C1D-A905-866D8F64F5B7}"/>
          </ac:spMkLst>
        </pc:spChg>
        <pc:spChg chg="mod topLvl">
          <ac:chgData name="Frederik Rask Dalby" userId="12c7c68b-47c4-4858-a883-dbd84be7356f" providerId="ADAL" clId="{A75A8449-23B7-4132-9523-D55387F977C4}" dt="2025-08-20T12:44:15.058" v="355" actId="6549"/>
          <ac:spMkLst>
            <pc:docMk/>
            <pc:sldMk cId="2347415508" sldId="263"/>
            <ac:spMk id="21" creationId="{C93DE228-90B2-1D18-4886-20983DED3997}"/>
          </ac:spMkLst>
        </pc:spChg>
        <pc:spChg chg="mod topLvl">
          <ac:chgData name="Frederik Rask Dalby" userId="12c7c68b-47c4-4858-a883-dbd84be7356f" providerId="ADAL" clId="{A75A8449-23B7-4132-9523-D55387F977C4}" dt="2025-08-20T12:44:15.058" v="355" actId="6549"/>
          <ac:spMkLst>
            <pc:docMk/>
            <pc:sldMk cId="2347415508" sldId="263"/>
            <ac:spMk id="27" creationId="{B5162270-8437-115F-7FF6-8BE3ECA6F1ED}"/>
          </ac:spMkLst>
        </pc:spChg>
        <pc:spChg chg="mod">
          <ac:chgData name="Frederik Rask Dalby" userId="12c7c68b-47c4-4858-a883-dbd84be7356f" providerId="ADAL" clId="{A75A8449-23B7-4132-9523-D55387F977C4}" dt="2025-08-20T12:41:11.997" v="295" actId="164"/>
          <ac:spMkLst>
            <pc:docMk/>
            <pc:sldMk cId="2347415508" sldId="263"/>
            <ac:spMk id="29" creationId="{1C4C91E8-1164-636E-30A9-B84F1876F5AE}"/>
          </ac:spMkLst>
        </pc:spChg>
        <pc:grpChg chg="add del mod">
          <ac:chgData name="Frederik Rask Dalby" userId="12c7c68b-47c4-4858-a883-dbd84be7356f" providerId="ADAL" clId="{A75A8449-23B7-4132-9523-D55387F977C4}" dt="2025-08-20T12:39:29.244" v="273" actId="165"/>
          <ac:grpSpMkLst>
            <pc:docMk/>
            <pc:sldMk cId="2347415508" sldId="263"/>
            <ac:grpSpMk id="5" creationId="{567252D9-6520-3843-3069-AB737CE813CC}"/>
          </ac:grpSpMkLst>
        </pc:grpChg>
        <pc:grpChg chg="add del mod">
          <ac:chgData name="Frederik Rask Dalby" userId="12c7c68b-47c4-4858-a883-dbd84be7356f" providerId="ADAL" clId="{A75A8449-23B7-4132-9523-D55387F977C4}" dt="2025-08-20T12:44:16.948" v="356" actId="478"/>
          <ac:grpSpMkLst>
            <pc:docMk/>
            <pc:sldMk cId="2347415508" sldId="263"/>
            <ac:grpSpMk id="7" creationId="{47285730-FC37-14AA-FD76-009C7E2CDECC}"/>
          </ac:grpSpMkLst>
        </pc:grpChg>
        <pc:grpChg chg="add del mod">
          <ac:chgData name="Frederik Rask Dalby" userId="12c7c68b-47c4-4858-a883-dbd84be7356f" providerId="ADAL" clId="{A75A8449-23B7-4132-9523-D55387F977C4}" dt="2025-08-20T12:44:12.612" v="354" actId="478"/>
          <ac:grpSpMkLst>
            <pc:docMk/>
            <pc:sldMk cId="2347415508" sldId="263"/>
            <ac:grpSpMk id="9" creationId="{DDDBDAC2-BFFE-AD1A-F0F5-C631EB6CF4DE}"/>
          </ac:grpSpMkLst>
        </pc:grpChg>
        <pc:grpChg chg="del mod">
          <ac:chgData name="Frederik Rask Dalby" userId="12c7c68b-47c4-4858-a883-dbd84be7356f" providerId="ADAL" clId="{A75A8449-23B7-4132-9523-D55387F977C4}" dt="2025-08-20T12:44:19.027" v="357" actId="478"/>
          <ac:grpSpMkLst>
            <pc:docMk/>
            <pc:sldMk cId="2347415508" sldId="263"/>
            <ac:grpSpMk id="25" creationId="{520DE1EA-5F6F-104A-9168-61F8B742A321}"/>
          </ac:grpSpMkLst>
        </pc:grpChg>
        <pc:grpChg chg="del mod">
          <ac:chgData name="Frederik Rask Dalby" userId="12c7c68b-47c4-4858-a883-dbd84be7356f" providerId="ADAL" clId="{A75A8449-23B7-4132-9523-D55387F977C4}" dt="2025-08-20T12:39:07.070" v="267" actId="165"/>
          <ac:grpSpMkLst>
            <pc:docMk/>
            <pc:sldMk cId="2347415508" sldId="263"/>
            <ac:grpSpMk id="28" creationId="{A291D713-29D7-5BD0-8319-2A3A770C1375}"/>
          </ac:grpSpMkLst>
        </pc:grpChg>
        <pc:picChg chg="mod">
          <ac:chgData name="Frederik Rask Dalby" userId="12c7c68b-47c4-4858-a883-dbd84be7356f" providerId="ADAL" clId="{A75A8449-23B7-4132-9523-D55387F977C4}" dt="2025-08-20T12:41:11.997" v="295" actId="164"/>
          <ac:picMkLst>
            <pc:docMk/>
            <pc:sldMk cId="2347415508" sldId="263"/>
            <ac:picMk id="6" creationId="{D81293C3-B97E-85CA-890D-FE4646C22174}"/>
          </ac:picMkLst>
        </pc:picChg>
      </pc:sldChg>
      <pc:sldChg chg="modAnim">
        <pc:chgData name="Frederik Rask Dalby" userId="12c7c68b-47c4-4858-a883-dbd84be7356f" providerId="ADAL" clId="{A75A8449-23B7-4132-9523-D55387F977C4}" dt="2025-08-20T12:48:13.246" v="369"/>
        <pc:sldMkLst>
          <pc:docMk/>
          <pc:sldMk cId="3908344832" sldId="264"/>
        </pc:sldMkLst>
      </pc:sldChg>
      <pc:sldChg chg="addSp modSp mod modAnim">
        <pc:chgData name="Frederik Rask Dalby" userId="12c7c68b-47c4-4858-a883-dbd84be7356f" providerId="ADAL" clId="{A75A8449-23B7-4132-9523-D55387F977C4}" dt="2025-08-20T13:10:20.310" v="425"/>
        <pc:sldMkLst>
          <pc:docMk/>
          <pc:sldMk cId="1669015787" sldId="265"/>
        </pc:sldMkLst>
        <pc:spChg chg="add mod">
          <ac:chgData name="Frederik Rask Dalby" userId="12c7c68b-47c4-4858-a883-dbd84be7356f" providerId="ADAL" clId="{A75A8449-23B7-4132-9523-D55387F977C4}" dt="2025-08-20T13:09:56.232" v="422" actId="164"/>
          <ac:spMkLst>
            <pc:docMk/>
            <pc:sldMk cId="1669015787" sldId="265"/>
            <ac:spMk id="7" creationId="{23C8D04B-F7C1-5F93-3E36-ABD46DDAEC0D}"/>
          </ac:spMkLst>
        </pc:spChg>
        <pc:spChg chg="add mod">
          <ac:chgData name="Frederik Rask Dalby" userId="12c7c68b-47c4-4858-a883-dbd84be7356f" providerId="ADAL" clId="{A75A8449-23B7-4132-9523-D55387F977C4}" dt="2025-08-20T13:09:56.232" v="422" actId="164"/>
          <ac:spMkLst>
            <pc:docMk/>
            <pc:sldMk cId="1669015787" sldId="265"/>
            <ac:spMk id="9" creationId="{A30ECBF0-B42B-5CA6-86CA-30B8458B4191}"/>
          </ac:spMkLst>
        </pc:spChg>
        <pc:spChg chg="add mod">
          <ac:chgData name="Frederik Rask Dalby" userId="12c7c68b-47c4-4858-a883-dbd84be7356f" providerId="ADAL" clId="{A75A8449-23B7-4132-9523-D55387F977C4}" dt="2025-08-20T13:09:56.232" v="422" actId="164"/>
          <ac:spMkLst>
            <pc:docMk/>
            <pc:sldMk cId="1669015787" sldId="265"/>
            <ac:spMk id="10" creationId="{CF759587-C9E2-1DEF-A273-F5D90BACACA8}"/>
          </ac:spMkLst>
        </pc:spChg>
        <pc:spChg chg="mod">
          <ac:chgData name="Frederik Rask Dalby" userId="12c7c68b-47c4-4858-a883-dbd84be7356f" providerId="ADAL" clId="{A75A8449-23B7-4132-9523-D55387F977C4}" dt="2025-08-20T13:10:08.960" v="423" actId="164"/>
          <ac:spMkLst>
            <pc:docMk/>
            <pc:sldMk cId="1669015787" sldId="265"/>
            <ac:spMk id="11" creationId="{447ED1DC-9BCC-6A0A-9CE7-89B08088EE6F}"/>
          </ac:spMkLst>
        </pc:spChg>
        <pc:grpChg chg="add mod">
          <ac:chgData name="Frederik Rask Dalby" userId="12c7c68b-47c4-4858-a883-dbd84be7356f" providerId="ADAL" clId="{A75A8449-23B7-4132-9523-D55387F977C4}" dt="2025-08-20T13:09:56.232" v="422" actId="164"/>
          <ac:grpSpMkLst>
            <pc:docMk/>
            <pc:sldMk cId="1669015787" sldId="265"/>
            <ac:grpSpMk id="12" creationId="{0AC5E5AD-DE1E-AE76-5674-E58EE0E5ED52}"/>
          </ac:grpSpMkLst>
        </pc:grpChg>
        <pc:grpChg chg="add mod">
          <ac:chgData name="Frederik Rask Dalby" userId="12c7c68b-47c4-4858-a883-dbd84be7356f" providerId="ADAL" clId="{A75A8449-23B7-4132-9523-D55387F977C4}" dt="2025-08-20T13:10:08.960" v="423" actId="164"/>
          <ac:grpSpMkLst>
            <pc:docMk/>
            <pc:sldMk cId="1669015787" sldId="265"/>
            <ac:grpSpMk id="14" creationId="{BD4A891E-5F09-7FB3-3BEB-63CCD77C9DE9}"/>
          </ac:grpSpMkLst>
        </pc:grpChg>
        <pc:grpChg chg="mod">
          <ac:chgData name="Frederik Rask Dalby" userId="12c7c68b-47c4-4858-a883-dbd84be7356f" providerId="ADAL" clId="{A75A8449-23B7-4132-9523-D55387F977C4}" dt="2025-08-20T13:10:08.960" v="423" actId="164"/>
          <ac:grpSpMkLst>
            <pc:docMk/>
            <pc:sldMk cId="1669015787" sldId="265"/>
            <ac:grpSpMk id="20" creationId="{CF51B2E0-13CE-709F-E65D-9C61053A1377}"/>
          </ac:grpSpMkLst>
        </pc:grpChg>
        <pc:picChg chg="mod">
          <ac:chgData name="Frederik Rask Dalby" userId="12c7c68b-47c4-4858-a883-dbd84be7356f" providerId="ADAL" clId="{A75A8449-23B7-4132-9523-D55387F977C4}" dt="2025-08-20T13:09:56.232" v="422" actId="164"/>
          <ac:picMkLst>
            <pc:docMk/>
            <pc:sldMk cId="1669015787" sldId="265"/>
            <ac:picMk id="5" creationId="{5AFF7748-11B3-8FDD-813C-80A176DE21F3}"/>
          </ac:picMkLst>
        </pc:picChg>
        <pc:cxnChg chg="add mod">
          <ac:chgData name="Frederik Rask Dalby" userId="12c7c68b-47c4-4858-a883-dbd84be7356f" providerId="ADAL" clId="{A75A8449-23B7-4132-9523-D55387F977C4}" dt="2025-08-20T13:09:56.232" v="422" actId="164"/>
          <ac:cxnSpMkLst>
            <pc:docMk/>
            <pc:sldMk cId="1669015787" sldId="265"/>
            <ac:cxnSpMk id="4" creationId="{044F5836-43BC-B6F8-1063-901C2EDE3120}"/>
          </ac:cxnSpMkLst>
        </pc:cxnChg>
        <pc:cxnChg chg="mod">
          <ac:chgData name="Frederik Rask Dalby" userId="12c7c68b-47c4-4858-a883-dbd84be7356f" providerId="ADAL" clId="{A75A8449-23B7-4132-9523-D55387F977C4}" dt="2025-08-20T13:10:08.960" v="423" actId="164"/>
          <ac:cxnSpMkLst>
            <pc:docMk/>
            <pc:sldMk cId="1669015787" sldId="265"/>
            <ac:cxnSpMk id="8" creationId="{71692821-57E3-12F9-BD79-C0B5D6E3CCEF}"/>
          </ac:cxnSpMkLst>
        </pc:cxnChg>
      </pc:sldChg>
      <pc:sldChg chg="modAnim">
        <pc:chgData name="Frederik Rask Dalby" userId="12c7c68b-47c4-4858-a883-dbd84be7356f" providerId="ADAL" clId="{A75A8449-23B7-4132-9523-D55387F977C4}" dt="2025-08-20T12:49:57.343" v="372"/>
        <pc:sldMkLst>
          <pc:docMk/>
          <pc:sldMk cId="3941075771" sldId="266"/>
        </pc:sldMkLst>
      </pc:sldChg>
      <pc:sldChg chg="addSp delSp modSp new mod">
        <pc:chgData name="Frederik Rask Dalby" userId="12c7c68b-47c4-4858-a883-dbd84be7356f" providerId="ADAL" clId="{A75A8449-23B7-4132-9523-D55387F977C4}" dt="2025-08-20T12:51:26.401" v="373" actId="22"/>
        <pc:sldMkLst>
          <pc:docMk/>
          <pc:sldMk cId="2748233568" sldId="268"/>
        </pc:sldMkLst>
        <pc:spChg chg="mod">
          <ac:chgData name="Frederik Rask Dalby" userId="12c7c68b-47c4-4858-a883-dbd84be7356f" providerId="ADAL" clId="{A75A8449-23B7-4132-9523-D55387F977C4}" dt="2025-08-12T13:08:56.123" v="12" actId="20577"/>
          <ac:spMkLst>
            <pc:docMk/>
            <pc:sldMk cId="2748233568" sldId="268"/>
            <ac:spMk id="2" creationId="{C0C149B4-72F7-8CAC-3B50-0500675B756B}"/>
          </ac:spMkLst>
        </pc:spChg>
        <pc:picChg chg="add">
          <ac:chgData name="Frederik Rask Dalby" userId="12c7c68b-47c4-4858-a883-dbd84be7356f" providerId="ADAL" clId="{A75A8449-23B7-4132-9523-D55387F977C4}" dt="2025-08-20T12:51:26.401" v="373" actId="22"/>
          <ac:picMkLst>
            <pc:docMk/>
            <pc:sldMk cId="2748233568" sldId="268"/>
            <ac:picMk id="4" creationId="{B033F64C-E494-E5CD-DFDF-612D5A6E49E8}"/>
          </ac:picMkLst>
        </pc:picChg>
      </pc:sldChg>
      <pc:sldChg chg="addSp delSp modSp new mod modAnim">
        <pc:chgData name="Frederik Rask Dalby" userId="12c7c68b-47c4-4858-a883-dbd84be7356f" providerId="ADAL" clId="{A75A8449-23B7-4132-9523-D55387F977C4}" dt="2025-08-20T13:07:10.834" v="374"/>
        <pc:sldMkLst>
          <pc:docMk/>
          <pc:sldMk cId="326724469" sldId="269"/>
        </pc:sldMkLst>
        <pc:spChg chg="del">
          <ac:chgData name="Frederik Rask Dalby" userId="12c7c68b-47c4-4858-a883-dbd84be7356f" providerId="ADAL" clId="{A75A8449-23B7-4132-9523-D55387F977C4}" dt="2025-08-20T12:42:15.117" v="301" actId="478"/>
          <ac:spMkLst>
            <pc:docMk/>
            <pc:sldMk cId="326724469" sldId="269"/>
            <ac:spMk id="2" creationId="{868889BC-37DB-2EC1-B32E-61509963F27B}"/>
          </ac:spMkLst>
        </pc:spChg>
        <pc:spChg chg="del">
          <ac:chgData name="Frederik Rask Dalby" userId="12c7c68b-47c4-4858-a883-dbd84be7356f" providerId="ADAL" clId="{A75A8449-23B7-4132-9523-D55387F977C4}" dt="2025-08-20T12:42:16.077" v="302" actId="478"/>
          <ac:spMkLst>
            <pc:docMk/>
            <pc:sldMk cId="326724469" sldId="269"/>
            <ac:spMk id="3" creationId="{9B8C764C-E4FB-7527-A95A-ABC2D0AD0EB5}"/>
          </ac:spMkLst>
        </pc:spChg>
        <pc:spChg chg="mod">
          <ac:chgData name="Frederik Rask Dalby" userId="12c7c68b-47c4-4858-a883-dbd84be7356f" providerId="ADAL" clId="{A75A8449-23B7-4132-9523-D55387F977C4}" dt="2025-08-20T12:42:17.097" v="303"/>
          <ac:spMkLst>
            <pc:docMk/>
            <pc:sldMk cId="326724469" sldId="269"/>
            <ac:spMk id="5" creationId="{07490DE5-8D3C-433F-19E4-69C5F8CF845F}"/>
          </ac:spMkLst>
        </pc:spChg>
        <pc:spChg chg="mod">
          <ac:chgData name="Frederik Rask Dalby" userId="12c7c68b-47c4-4858-a883-dbd84be7356f" providerId="ADAL" clId="{A75A8449-23B7-4132-9523-D55387F977C4}" dt="2025-08-20T12:42:17.097" v="303"/>
          <ac:spMkLst>
            <pc:docMk/>
            <pc:sldMk cId="326724469" sldId="269"/>
            <ac:spMk id="7" creationId="{A1E17607-4448-8069-B846-83FD0A2F92ED}"/>
          </ac:spMkLst>
        </pc:spChg>
        <pc:spChg chg="mod">
          <ac:chgData name="Frederik Rask Dalby" userId="12c7c68b-47c4-4858-a883-dbd84be7356f" providerId="ADAL" clId="{A75A8449-23B7-4132-9523-D55387F977C4}" dt="2025-08-20T12:42:24.004" v="305" actId="1076"/>
          <ac:spMkLst>
            <pc:docMk/>
            <pc:sldMk cId="326724469" sldId="269"/>
            <ac:spMk id="8" creationId="{C61887E3-2C56-7998-7367-168E2CC7AB2E}"/>
          </ac:spMkLst>
        </pc:spChg>
        <pc:spChg chg="add mod">
          <ac:chgData name="Frederik Rask Dalby" userId="12c7c68b-47c4-4858-a883-dbd84be7356f" providerId="ADAL" clId="{A75A8449-23B7-4132-9523-D55387F977C4}" dt="2025-08-20T12:42:42.749" v="322" actId="1076"/>
          <ac:spMkLst>
            <pc:docMk/>
            <pc:sldMk cId="326724469" sldId="269"/>
            <ac:spMk id="9" creationId="{EFBDD4F2-1A8B-2ED0-9FCD-585B98579AAD}"/>
          </ac:spMkLst>
        </pc:spChg>
        <pc:spChg chg="mod">
          <ac:chgData name="Frederik Rask Dalby" userId="12c7c68b-47c4-4858-a883-dbd84be7356f" providerId="ADAL" clId="{A75A8449-23B7-4132-9523-D55387F977C4}" dt="2025-08-20T12:43:55.142" v="352" actId="164"/>
          <ac:spMkLst>
            <pc:docMk/>
            <pc:sldMk cId="326724469" sldId="269"/>
            <ac:spMk id="12" creationId="{0F451A14-68AB-5802-7AF7-37C7EB5ABFA8}"/>
          </ac:spMkLst>
        </pc:spChg>
        <pc:spChg chg="add mod">
          <ac:chgData name="Frederik Rask Dalby" userId="12c7c68b-47c4-4858-a883-dbd84be7356f" providerId="ADAL" clId="{A75A8449-23B7-4132-9523-D55387F977C4}" dt="2025-08-20T12:43:55.142" v="352" actId="164"/>
          <ac:spMkLst>
            <pc:docMk/>
            <pc:sldMk cId="326724469" sldId="269"/>
            <ac:spMk id="17" creationId="{4896CDC2-96B5-CFE5-50BB-F8D18E8C711A}"/>
          </ac:spMkLst>
        </pc:spChg>
        <pc:spChg chg="add mod">
          <ac:chgData name="Frederik Rask Dalby" userId="12c7c68b-47c4-4858-a883-dbd84be7356f" providerId="ADAL" clId="{A75A8449-23B7-4132-9523-D55387F977C4}" dt="2025-08-20T12:43:55.142" v="352" actId="164"/>
          <ac:spMkLst>
            <pc:docMk/>
            <pc:sldMk cId="326724469" sldId="269"/>
            <ac:spMk id="18" creationId="{EEFDDD8C-CCCE-FBEE-35BC-3CCB51A4CA21}"/>
          </ac:spMkLst>
        </pc:spChg>
        <pc:grpChg chg="add mod">
          <ac:chgData name="Frederik Rask Dalby" userId="12c7c68b-47c4-4858-a883-dbd84be7356f" providerId="ADAL" clId="{A75A8449-23B7-4132-9523-D55387F977C4}" dt="2025-08-20T12:42:20.879" v="304" actId="1076"/>
          <ac:grpSpMkLst>
            <pc:docMk/>
            <pc:sldMk cId="326724469" sldId="269"/>
            <ac:grpSpMk id="4" creationId="{EF85837B-3262-4AE9-29F2-F31EF559C1E7}"/>
          </ac:grpSpMkLst>
        </pc:grpChg>
        <pc:grpChg chg="add mod ord">
          <ac:chgData name="Frederik Rask Dalby" userId="12c7c68b-47c4-4858-a883-dbd84be7356f" providerId="ADAL" clId="{A75A8449-23B7-4132-9523-D55387F977C4}" dt="2025-08-20T12:43:55.142" v="352" actId="164"/>
          <ac:grpSpMkLst>
            <pc:docMk/>
            <pc:sldMk cId="326724469" sldId="269"/>
            <ac:grpSpMk id="10" creationId="{74746297-7BCF-DF56-972A-48EEA50EE063}"/>
          </ac:grpSpMkLst>
        </pc:grpChg>
        <pc:grpChg chg="mod">
          <ac:chgData name="Frederik Rask Dalby" userId="12c7c68b-47c4-4858-a883-dbd84be7356f" providerId="ADAL" clId="{A75A8449-23B7-4132-9523-D55387F977C4}" dt="2025-08-20T12:43:55.142" v="352" actId="164"/>
          <ac:grpSpMkLst>
            <pc:docMk/>
            <pc:sldMk cId="326724469" sldId="269"/>
            <ac:grpSpMk id="11" creationId="{E4404DEF-253A-3D85-979C-61A11C627C47}"/>
          </ac:grpSpMkLst>
        </pc:grpChg>
        <pc:grpChg chg="add mod">
          <ac:chgData name="Frederik Rask Dalby" userId="12c7c68b-47c4-4858-a883-dbd84be7356f" providerId="ADAL" clId="{A75A8449-23B7-4132-9523-D55387F977C4}" dt="2025-08-20T12:44:03.390" v="353" actId="164"/>
          <ac:grpSpMkLst>
            <pc:docMk/>
            <pc:sldMk cId="326724469" sldId="269"/>
            <ac:grpSpMk id="16" creationId="{2101574D-821C-4A3C-75CE-A2136DF7B45C}"/>
          </ac:grpSpMkLst>
        </pc:grpChg>
        <pc:grpChg chg="add mod">
          <ac:chgData name="Frederik Rask Dalby" userId="12c7c68b-47c4-4858-a883-dbd84be7356f" providerId="ADAL" clId="{A75A8449-23B7-4132-9523-D55387F977C4}" dt="2025-08-20T12:44:03.390" v="353" actId="164"/>
          <ac:grpSpMkLst>
            <pc:docMk/>
            <pc:sldMk cId="326724469" sldId="269"/>
            <ac:grpSpMk id="19" creationId="{62FE1F7E-6436-4B1E-F01B-8E3E22F84E89}"/>
          </ac:grpSpMkLst>
        </pc:grpChg>
        <pc:grpChg chg="add mod">
          <ac:chgData name="Frederik Rask Dalby" userId="12c7c68b-47c4-4858-a883-dbd84be7356f" providerId="ADAL" clId="{A75A8449-23B7-4132-9523-D55387F977C4}" dt="2025-08-20T12:43:55.142" v="352" actId="164"/>
          <ac:grpSpMkLst>
            <pc:docMk/>
            <pc:sldMk cId="326724469" sldId="269"/>
            <ac:grpSpMk id="20" creationId="{3EDD1BAB-7FFF-092C-C712-F80201BEEED2}"/>
          </ac:grpSpMkLst>
        </pc:grpChg>
        <pc:grpChg chg="add mod">
          <ac:chgData name="Frederik Rask Dalby" userId="12c7c68b-47c4-4858-a883-dbd84be7356f" providerId="ADAL" clId="{A75A8449-23B7-4132-9523-D55387F977C4}" dt="2025-08-20T12:44:03.390" v="353" actId="164"/>
          <ac:grpSpMkLst>
            <pc:docMk/>
            <pc:sldMk cId="326724469" sldId="269"/>
            <ac:grpSpMk id="21" creationId="{11063DC3-A408-A659-AFD0-C3C1E25C20D3}"/>
          </ac:grpSpMkLst>
        </pc:grpChg>
        <pc:picChg chg="mod">
          <ac:chgData name="Frederik Rask Dalby" userId="12c7c68b-47c4-4858-a883-dbd84be7356f" providerId="ADAL" clId="{A75A8449-23B7-4132-9523-D55387F977C4}" dt="2025-08-20T12:42:17.097" v="303"/>
          <ac:picMkLst>
            <pc:docMk/>
            <pc:sldMk cId="326724469" sldId="269"/>
            <ac:picMk id="6" creationId="{81B3505C-0CC8-58CD-1DE0-B4A690BFD091}"/>
          </ac:picMkLst>
        </pc:picChg>
        <pc:picChg chg="add mod">
          <ac:chgData name="Frederik Rask Dalby" userId="12c7c68b-47c4-4858-a883-dbd84be7356f" providerId="ADAL" clId="{A75A8449-23B7-4132-9523-D55387F977C4}" dt="2025-08-20T12:43:55.142" v="352" actId="164"/>
          <ac:picMkLst>
            <pc:docMk/>
            <pc:sldMk cId="326724469" sldId="269"/>
            <ac:picMk id="15" creationId="{FAFCD363-E242-1077-DEF3-EB30B5791704}"/>
          </ac:picMkLst>
        </pc:picChg>
        <pc:cxnChg chg="mod">
          <ac:chgData name="Frederik Rask Dalby" userId="12c7c68b-47c4-4858-a883-dbd84be7356f" providerId="ADAL" clId="{A75A8449-23B7-4132-9523-D55387F977C4}" dt="2025-08-20T12:43:55.142" v="352" actId="164"/>
          <ac:cxnSpMkLst>
            <pc:docMk/>
            <pc:sldMk cId="326724469" sldId="269"/>
            <ac:cxnSpMk id="13" creationId="{B50CCB96-2C79-02C7-4651-0BE2A0821707}"/>
          </ac:cxnSpMkLst>
        </pc:cxnChg>
        <pc:cxnChg chg="mod">
          <ac:chgData name="Frederik Rask Dalby" userId="12c7c68b-47c4-4858-a883-dbd84be7356f" providerId="ADAL" clId="{A75A8449-23B7-4132-9523-D55387F977C4}" dt="2025-08-20T12:43:00.736" v="324"/>
          <ac:cxnSpMkLst>
            <pc:docMk/>
            <pc:sldMk cId="326724469" sldId="269"/>
            <ac:cxnSpMk id="14" creationId="{D9D4085F-4912-D4A6-3CEA-B10350FFC3AC}"/>
          </ac:cxnSpMkLst>
        </pc:cxnChg>
      </pc:sldChg>
    </pc:docChg>
  </pc:docChgLst>
  <pc:docChgLst>
    <pc:chgData name="Frederik Rask Dalby" userId="12c7c68b-47c4-4858-a883-dbd84be7356f" providerId="ADAL" clId="{760A76A2-6B73-4DE8-8762-9FA93DDAF693}"/>
    <pc:docChg chg="modSld">
      <pc:chgData name="Frederik Rask Dalby" userId="12c7c68b-47c4-4858-a883-dbd84be7356f" providerId="ADAL" clId="{760A76A2-6B73-4DE8-8762-9FA93DDAF693}" dt="2025-08-05T07:00:17.639" v="0" actId="1076"/>
      <pc:docMkLst>
        <pc:docMk/>
      </pc:docMkLst>
      <pc:sldChg chg="modSp mod">
        <pc:chgData name="Frederik Rask Dalby" userId="12c7c68b-47c4-4858-a883-dbd84be7356f" providerId="ADAL" clId="{760A76A2-6B73-4DE8-8762-9FA93DDAF693}" dt="2025-08-05T07:00:17.639" v="0" actId="1076"/>
        <pc:sldMkLst>
          <pc:docMk/>
          <pc:sldMk cId="904040462" sldId="2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3761,'4'0'19372,"5"6"-18017,-11 67-1106,1-24 99,1-1 0,8 54 1,-6-89-355,-2-11-7,0 1 0,0-1-1,0 0 1,0 0 0,0 0-1,1 0 1,-1 0 0,1 0-1,0 0 1,-1 0 0,1 0-1,0 0 1,0 0 0,0 0-1,1-1 1,-1 1-1,0 0 1,0-1 0,1 1-1,-1-1 1,1 1 0,0-1-1,-1 0 1,1 1 0,0-1-1,0 0 1,0 0 0,0 0-1,0-1 1,3 2 0,60 25-7717,-46-21 2932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6001,'0'0'9405,"3"13"-9200,7 270 320,-10-264-1634,1-29 1097,0 0-1,0 1 1,1 0-1,0-1 1,0 1-1,1 0 1,1 0-1,8-17 1,47-65-195,-44 70 139,-13 17 138,0 1 6,0-1 0,0 0 0,1 1 0,-1-1 0,1 1 0,0 0 0,0 0 0,0 0 0,0 0 0,1 0 0,-1 1 0,1 0 0,-1-1 0,1 1 0,0 0 0,0 1 0,6-3 0,-9 29 719,4 72 42,-4-86-810,1-1-1,0 0 1,0 1 0,1-1 0,1 0-1,0 0 1,5 10 0,-8-19-64,0 1 0,0-1 0,0 0 0,1 1 0,-1-1 0,0 0 0,0 0 0,1 0 0,-1 0 0,1 0 1,-1-1-1,1 1 0,-1 0 0,1-1 0,0 1 0,-1-1 0,1 1 0,-1-1 0,1 0 0,0 0 0,0 0 0,-1 0 0,1 0 0,0 0 0,-1 0 1,1 0-1,0-1 0,-1 1 0,1 0 0,0-1 0,-1 0 0,1 1 0,1-2 0,3-1-156,1 0 0,-1-1-1,1 0 1,-1 0 0,0 0 0,6-7-1,92-89-54,-100 96 252,0 0 0,0 0 0,1 0 0,-1 1 0,1 0 0,0 0 0,0 0 0,0 1 0,1 0-1,6-2 1,16-1 2356,-26 7-2260,0 0 0,0 0 0,-1 0 0,1 1 0,-1-1 0,1 0 0,-1 1 0,0-1-1,0 1 1,0-1 0,0 1 0,0-1 0,-1 1 0,1 0 0,-1 3 0,2-1 94,7 33 571,-6-19-451,2 0 0,0 0 0,1-1 0,1 1 0,0-2 0,20 34 0,-25-49-421,0 0 0,-1-1 0,1 1-1,0-1 1,1 1 0,-1-1 0,0 0 0,0 0 0,0 0 0,1 0-1,-1 0 1,0 0 0,1-1 0,-1 1 0,1-1 0,2 0-1,0 1-565,-1-1-1,1 0 0,0 0 0,-1-1 0,1 0 1,0 1-1,7-4 0,13-11-4066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7474,'0'0'9810,"0"19"-9256,0 161 1522,0 58-241,6-131-2083,-6-106 69,1-2 35,0 0 160,0 0-1,0 1 1,0-1 0,0 0 0,0 0 0,0 0 0,0 0 0,0 0 0,-1 0-1,1-1 1,0 1 0,-1 0 0,1 0 0,-1 0 0,1-1 0,-1 1 0,0 0-1,1-1 1,-1 1 0,0 0 0,0-1 0,0 1 0,0 0 0,0-1 0,0-1-1,-1-8 176,0 28 153,1 431-51,0-447-322,0-12-1014,1-23 1028,-2 1 0,-2 0 0,0-1 0,-10-36 0,1 22 42,3-1 0,-5-84 0,10-101 88,4 166-105,1 64 10,-1 0 1,1 0-1,0 0 1,0 0-1,0 0 1,0 0-1,1 0 1,0 0-1,0 1 1,0-1-1,0 1 1,0-1-1,1 1 1,0 0-1,-1 0 1,1 0-1,0 0 1,1 1-1,-1-1 1,0 1-1,1-1 1,-1 1-1,1 1 1,6-4-1,1 0 44,0 1 0,1 1-1,-1-1 1,1 2-1,-1 0 1,1 0 0,18 0-1,-9 2-47,-3-1-202,0 2 1,-1 0 0,26 4 0,-39-4 174,1 0 0,-1 0 1,0 1-1,1-1 0,-1 1 1,0 0-1,0 0 0,0 0 1,0 1-1,-1 0 0,1-1 1,-1 1-1,1 1 0,-1-1 1,0 0-1,0 1 0,0-1 1,3 7-1,-5-6-23,1 1 0,-1-1 0,-1 0 0,1 1 0,0-1 0,-1 1 0,0-1 0,0 0 0,-1 8 0,1-10 10,0 1 0,-1 0 0,1 0-1,0-1 1,-1 1 0,0 0 0,0-1 0,0 1 0,0-1 0,0 1 0,0-1 0,-1 1 0,1-1 0,-1 0 0,-3 4-1,-8 1-7,0-1 0,-1 0-1,1 0 1,-1-2-1,-1 0 1,1 0-1,0-2 1,-17 2-1,-122 2-2268,140-6 1691,-36 0-5759,35 0 1450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344 221 4961,'0'0'5516,"-30"8"-4913,-96 28 162,112-33-494,1 1 1,-1 1-1,1 0 0,0 0 0,1 2 1,-1 0-1,1 0 0,1 1 0,-1 0 1,1 1-1,1 0 0,-12 14 0,20-20-161,0 0-1,0 1 0,0-1 0,1 1 1,-1-1-1,1 1 0,0 0 0,-1 4 1,1-6-42,1 0 0,-1 0 0,1 0 0,0 0 0,0 0 0,0 0 0,0 0 1,0 0-1,0-1 0,0 1 0,1 0 0,-1 0 0,1 0 0,-1 0 1,1 0-1,0-1 0,-1 1 0,3 3 0,3-1 5,0 1-1,0-2 1,0 1 0,1-1-1,-1 0 1,1 0-1,0 0 1,0-1 0,0 0-1,0-1 1,13 2-1,85 2-979,-95-5 652,-8 0 208,0 0 0,0 0 0,0 0-1,1 0 1,-1 0 0,0 0 0,0-1 0,0 1-1,0-1 1,0 0 0,0 1 0,0-1-1,0 0 1,0 0 0,0 0 0,0 0-1,0-1 1,-1 1 0,1 0 0,0-1-1,-1 0 1,0 1 0,1-1 0,1-2 0,-2 1-71,0-1 0,0 1 0,0-1 0,0 0 1,-1 0-1,0 1 0,1-1 0,-1 0 0,0 0 1,-1 1-1,1-1 0,-1 0 0,-1-5 0,1 7-9,0-1 0,0 1-1,-1 0 1,1 0-1,-1-1 1,1 1-1,-1 0 1,0 0-1,1 0 1,-1 1-1,0-1 1,-1 0-1,1 1 1,0-1-1,0 1 1,-3-1 0,-48-22-701,31 14 640,16 8 178,-14-11 39,20 12 11,0 1 1,-1 0-1,1-1 0,0 1 0,-1-1 1,1 1-1,0 0 0,0-1 1,-1 1-1,1-1 0,0 1 0,0-1 1,0 1-1,0-1 0,0 1 0,-1-1 1,1 1-1,0-1 0,0 1 1,0-1-1,0 1 0,0-1 0,1 1 1,-1-1-1,0 1 0,0-1 0,0 1 1,0-1-1,0 1 0,1-1 1,-1 1-1,0-1 0,0 1 0,1 0 1,-1-1-1,0 1 0,1-1 0,-1 1 1,1 0-1,-1-1 0,0 1 1,1 0-1,-1 0 0,1-1 0,-1 1 1,1 0-1,-1 0 0,1 0 0,-1-1 1,1 1-1,0 0 0,27-9 459,-26 8-529,103-36 352,-79 26-287,1 2 1,-1 0-1,1 2 1,39-6-1,-14 7 48,37-3 877,-89 35-637,0 168-254,0-193-82,0 0 1,0 0-1,0-1 1,0 1-1,0 0 0,0 0 1,0 0-1,0 0 1,0 0-1,-1 0 0,1-1 1,0 1-1,-1 0 1,1 0-1,0 0 0,-1-1 1,1 1-1,-1 0 1,1 0-1,-1-1 0,0 1 1,1-1-1,-1 1 1,0 0-1,1-1 0,-1 1 1,0-1-1,0 1 1,1-1-1,-1 0 0,0 1 1,0-1-1,0 0 1,0 0-1,0 1 0,1-1 1,-1 0-1,0 0 1,0 0-1,-2 0 0,2 0 5,0-1 0,-1 1-1,1-1 1,-1 1 0,1-1-1,-1 1 1,1-1 0,0 0-1,-1 1 1,1-1 0,0 0-1,0 0 1,0 0-1,-1 0 1,1 0 0,0 0-1,0 0 1,1-1 0,-1 1-1,0 0 1,0-1 0,0 1-1,1 0 1,-1-3 0,-9-55 338,10 56-309,0 0 0,0 1 1,0-1-1,0 0 0,0 1 1,0-1-1,1 0 1,-1 1-1,1-1 0,0 0 1,0 1-1,0-1 0,0 1 1,0 0-1,0-1 1,1 1-1,-1 0 0,1 0 1,0 0-1,2-3 0,14-4 52,0 1-1,1 1 0,0 1 1,0 1-1,0 0 0,1 2 0,31-3 1,-18 2-58,49-12 0,-80 15-33,-1 1 0,1-1 0,0 0 0,0 0 1,0-1-1,0 1 0,-1 0 0,1-1 1,-1 1-1,1-1 0,-1 1 0,0-1 1,1 1-1,-1-1 0,0 0 0,0 0 0,0 0 1,0 0-1,0 0 0,-1 0 0,1 0 1,-1 0-1,1 0 0,-1-3 0,3-62-101,-3 27 117,5-33-449,-5 72 435,0 26 1571,0 14-890,-1-16-501,0 0 0,2 0 0,1 0 0,1-1 0,6 24 0,1-14-126,-2 1-1,-1 1 1,-1-1 0,1 51 0,-2-65-625,5-19-2211,-9-2 2445,1 1-1,0-1 1,-1 1 0,1-1-1,-1 0 1,0 0 0,1 0 0,-1 0-1,0 0 1,0 0 0,0 0 0,1-3-1,4-17-3078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1392,'0'0'22533,"71"-9"-21509,-26 3-720,6 3-304,0 3-528,7 0-2224,-13 0-5042,6 0-6353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21 608,'0'0'8186,"-25"-3"-7655,-83-12 242,102 14-592,1 0-1,0 1 0,-1-1 1,1 1-1,-1 0 1,1 1-1,-1-1 0,1 1 1,0 0-1,-1 1 1,1-1-1,0 1 0,0 0 1,0 0-1,0 0 1,0 1-1,1 0 0,-1 0 1,1 0-1,0 1 1,0-1-1,0 1 0,0 0 1,0 0-1,1 0 1,-4 6-1,2-1 306,1 1 0,0 0 0,0 1-1,1-1 1,0 1 0,1-1 0,0 1 0,1 0 0,0 0 0,1 12 0,0-21-429,1 0 1,-1 1 0,1-1 0,-1 0-1,1 0 1,0 0 0,0 0-1,0 0 1,0 0 0,0 0 0,0 0-1,0 0 1,1-1 0,-1 1-1,1 0 1,-1-1 0,1 1 0,-1-1-1,1 1 1,0-1 0,0 0-1,0 0 1,0 0 0,0 0-1,0 0 1,0 0 0,0-1 0,0 1-1,1-1 1,-1 1 0,3-1-1,10 3 23,1-1-1,-1-1 0,23-1 0,-24-1-229,-7 1 94,0-1 0,0-1 0,0 0 1,0 0-1,0 0 0,0-1 0,0 0 0,-1 0 0,0 0 0,1-1 0,-1 0 0,0 0 0,-1-1 0,1 0 0,5-7 0,-4 5-320,0 0-1,0-1 1,-1 0 0,0 0 0,-1 0 0,0-1 0,0 0 0,-1 0 0,0-1-1,4-14 1,-7 17-543,10-31-567,1 31 2042,5 20 765,-13-6-1228,1 0 1,-1 0-1,0 0 0,-1 0 0,0 0 0,0 1 0,0-1 1,-1 1-1,0 0 0,-1 0 0,1 0 0,-2 0 0,1 10 1,-1-17-103,0 0 0,0 0 0,0 0 0,0 0 0,0-1 0,0 1 1,0 0-1,0 0 0,0 0 0,0 0 0,1-1 0,-1 1 0,0 0 1,1 0-1,-1 0 0,1-1 0,-1 1 0,1 0 0,-1-1 0,1 1 1,-1 0-1,1-1 0,-1 1 0,1-1 0,0 1 0,0-1 0,-1 1 1,1-1-1,0 1 0,0-1 0,-1 0 0,1 1 0,0-1 0,0 0 1,0 0-1,0 1 0,-1-1 0,1 0 0,0 0 0,0 0 0,0 0 1,0 0-1,0-1 0,-1 1 0,1 0 0,0 0 0,0 0 0,0-1 1,-1 1-1,1 0 0,0-1 0,0 1 0,-1-1 0,1 1 0,0-1 1,1 0-1,4-3-112,-1 1 1,1 0 0,-1-1 0,1 0-1,-1-1 1,5-5 0,5-8 142,19-23-102,-32 39 148,0 0-1,0 0 1,0 1-1,0-1 1,0 0-1,1 1 0,-1 0 1,1-1-1,-1 1 1,1 0-1,0 1 0,-1-1 1,1 0-1,0 1 1,3-1-1,-4 4-48,-1 0 0,1 0 0,-1 0 0,0 0 0,1 1 0,-1-1 0,-1 0 0,1 1 0,-1-1 0,1 1 0,-1-1 0,0 6 0,1 1 44,2 20-17,-2-14 269,1 0 1,1 0 0,1 0-1,6 21 1,-9-36-298,-1-1 1,0 1 0,0 0-1,1-1 1,-1 1 0,1-1-1,-1 1 1,0-1 0,1 1-1,-1-1 1,1 1-1,-1-1 1,1 1 0,0-1-1,-1 0 1,1 1 0,-1-1-1,1 0 1,0 0 0,-1 1-1,1-1 1,0 0-1,-1 0 1,1 0 0,0 0-1,-1 0 1,1 0 0,0 0-1,-1 0 1,1 0 0,0 0-1,-1 0 1,1 0-1,0 0 1,-1-1 0,1 1-1,0 0 1,-1 0 0,1-1-1,-1 1 1,1 0-1,-1-1 1,1 1 0,0-1-1,-1 1 1,0-1 0,1 1-1,-1-1 1,1 1 0,-1-1-1,1 0 1,27-33 199,-25 30-229,8-11 16,-2 2 6,0 0 0,1 1 0,0 0 0,1 0 0,0 1 0,1 0 0,19-12 0,-25 21-76,1 0-1,0 0 1,0 1-1,0 0 1,1 0-1,-1 1 1,0 0-1,12 2 1,3-2-31,-20 1 98,0 0 1,0 0-1,0 0 1,-1 0-1,1 1 0,0-1 1,-1 0-1,1 1 1,0 0-1,-1-1 0,0 1 1,1 0-1,-1-1 1,0 1-1,0 0 0,0 0 1,0 0-1,0 0 1,1 4-1,17 48-7,-17-48 7,-1-2-32,0-1 0,1 1 0,-1 0 0,1 0 0,-1-1 0,1 1 0,0-1 0,5 6 0,8 0-2326,9-7-3497,-11-2-2359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3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23 576,'0'0'7866,"-7"-19"-5004,4 19-2448,-1 0 1,0 1-1,1-1 1,-1 0-1,0 1 1,1 0 0,-1 0-1,1 0 1,-1 0-1,1 1 1,0 0-1,0-1 1,-1 1-1,-3 3 1,0 2 116,1 0 0,-1 0-1,1 0 1,-7 12 0,13-19-529,-5 9 157,-1 1 1,1 0 0,1 0 0,0 0 0,0 0 0,1 0-1,0 1 1,1-1 0,0 1 0,1 0 0,0 0 0,2 21-1,-1-30-124,1 0 0,0 0 1,0 0-1,0 0 0,0 0 0,0 0 0,1 0 0,-1 0 0,0-1 0,1 1 0,0 0 0,-1-1 0,1 0 0,0 1 0,0-1 0,-1 0 0,1 0 0,0 0 0,0 0 0,0 0 0,1 0 0,-1 0 0,0-1 0,3 1 0,55 13 266,-23-10-598,0-1 0,65-4 0,-87 0-85,1-1-1,-1-1 1,1-1-1,-1 0 1,0 0-1,-1-2 1,1 0-1,-1 0 1,14-10-1,-12 7-369,-1-2 0,0 1 0,-1-1 0,13-14-1,-23 21 512,-1-1-1,1 0 1,-1 0-1,0 0 1,0 0-1,0 0 0,-1 0 1,1-1-1,-1 0 1,-1 1-1,1-1 1,-1 0-1,0 0 1,0 0-1,-1-10 0,0 14 133,0-1 0,0 1-1,0-1 1,-1 1 0,1-1 0,-1 1-1,0-1 1,1 1 0,-1 0-1,0 0 1,-1-1 0,1 1-1,0 0 1,0 0 0,-1 0 0,0 0-1,1 0 1,-1 0 0,0 1-1,0-1 1,0 1 0,0-1-1,0 1 1,0-1 0,0 1 0,0 0-1,-1 0 1,1 0 0,0 1-1,-5-2 1,-7-1 20,1 1 1,-1 1-1,0 0 0,-20 1 1,17 0 303,14 1-77,0-1 0,0 0 1,0 1-1,0 0 1,0 0-1,0 0 1,0 0-1,0 0 0,1 1 1,-1-1-1,0 1 1,1 0-1,-1-1 0,1 1 1,0 1-1,-1-1 1,1 0-1,0 0 1,0 1-1,0-1 0,1 1 1,-1 0-1,1-1 1,-1 1-1,1 0 1,0 0-1,0 0 0,0 0 1,1 0-1,-1 0 1,1 0-1,-1 0 0,1 5 1,-1-1 205,1-1 1,-1 1-1,1 0 0,1 0 1,-1 0-1,1 0 0,1 0 1,-1 0-1,1 0 0,0-1 1,1 1-1,-1-1 0,1 1 1,4 5-1,4 2 24,-1-2-1,2 1 1,0-2-1,0 1 1,1-2-1,17 12 1,-21-17-315,1 1 1,-1-2-1,1 0 1,0 0-1,0 0 1,0-1-1,1-1 0,-1 0 1,1 0-1,20 0 1,-15-2-294,5 0-692,1 0 0,-1-1 1,1-1-1,-1-1 0,21-6 0,-9-1-3437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4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2 270 2657,'0'0'16144,"0"-11"-11729,0-15-2988,-1-10-969,1-37 9,0 69-438,1 0 0,0 0 0,0 0 0,0 0 1,0 0-1,1 0 0,-1 0 0,1 0 0,0 1 0,0-1 1,1 0-1,-1 1 0,6-6 0,-2 3-13,0 0 0,0 0 0,1 1 0,0-1-1,0 2 1,1-1 0,-1 1 0,1 0 0,0 1 0,0 0 0,0 0-1,0 0 1,1 1 0,-1 1 0,1-1 0,-1 1 0,18 1 0,-19 0-23,0 0 1,0 0-1,-1 1 1,1 0 0,0 1-1,0 0 1,0 0-1,-1 0 1,1 1 0,-1 0-1,0 0 1,0 0-1,0 1 1,0 0 0,-1 0-1,1 1 1,-1-1-1,0 1 1,0 0 0,-1 0-1,0 1 1,0 0-1,0 0 1,3 6 0,-2 1-26,-1-1 0,0 0 0,-1 1 1,-1 0-1,0 0 0,-1 0 0,0 0 0,-1 0 1,-2 21-1,2 4-19,-2-33 50,0-1 0,0 0-1,-1 0 1,1 0-1,-1 0 1,1 0-1,-1 0 1,-1-1 0,1 1-1,0-1 1,-1 0-1,0 0 1,-4 3-1,-24 25 68,27-26-99,0 0 1,0-1 0,-1 1-1,1-1 1,-1 0-1,0 0 1,0-1-1,0 0 1,-13 5 0,-20 11 38,36-17 11,1 0 0,-1 1 0,1-1 0,0 0 0,0 1-1,0 0 1,1-1 0,-1 1 0,0 0 0,1 0-1,0 0 1,0 0 0,0 0 0,-1 6 0,-5 47-59,7 84 5,0-79-3804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46:4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60 2609,'0'0'8799,"19"6"-59,-19-5-8753,0 1 0,0-1 0,0 0-1,0 0 1,0 0 0,0 0 0,0 0 0,0 0-1,0 1 1,-1-1 0,1 0 0,0 0 0,-1 0-1,1 0 1,-1 0 0,1 0 0,-1 0-1,0 0 1,1 0 0,-1-1 0,0 1 0,0 0-1,1 0 1,-3 1 0,-25 0-511,9-3 589,18 1-104,0 0-1,0 0 1,-1-1 0,1 1 0,0 0-1,0-1 1,0 1 0,0 0 0,0-1-1,0 1 1,0-1 0,0 0 0,0 1-1,0-1 1,0 0 0,0 0 0,1 1 0,-1-1-1,0 0 1,0 0 0,1 0 0,-1 0-1,1 0 1,-1 0 0,1 0 0,-1 0-1,1 0 1,-1 0 0,1 0 0,0-1-1,0 1 1,-1-2 0,1-46-590,0 32 875,5 17-189,-5 0-62,1 0 0,-1 0 1,0-1-1,1 1 1,-1 0-1,1 0 1,-1 0-1,0 0 1,1 0-1,-1 0 0,1 0 1,-1 0-1,1 0 1,-1 0-1,0 0 1,1 0-1,-1 0 1,1 0-1,-1 0 0,0 0 1,1 0-1,-1 1 1,1-1-1,-1 0 1,0 0-1,1 0 1,-1 1-1,0-1 0,1 0 1,-1 0-1,0 1 1,0-1-1,1 0 1,-1 1-1,0-1 1,0 0-1,1 1 0,-1-1 1,0 1-1,0-1 1,0 0-1,0 1 1,1 0-1,-1 18-94,-2 20 505,2-38-475,-1 0-1,1 0 0,-1 0 0,1 1 0,-1-2 1,0 1-1,0 0 0,1 0 0,-1 0 0,0 0 0,0 0 1,0-1-1,0 1 0,0 0 0,0-1 0,0 1 1,0 0-1,0-1 0,0 0 0,0 1 0,0-1 1,0 0-1,-1 1 0,1-1 0,0 0 0,0 0 0,0 0 1,-1 0-1,0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2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1 771 320,'2'-3'14392,"10"-9"-3900,-6 7-10592,39-3 1646,-1 2 0,78 0 0,18-2-519,-98 4-967,-1-3-1,-1-1 1,1-1 0,-2-3-1,49-20 1,-24 12 68,-52 17-157,0 0 0,-1 0 0,1-1 1,19-10-1,-17 6 72,1 2 0,0 0 0,1 0 0,0 2 0,18-4 0,-30 7-48,8-1 106,0 1 1,0 0-1,0 0 1,17 3-1,-16-2-58,-1 1 0,0-1 0,0-1 1,18-3-1,87-15 25,-91 17-100,0-1-1,1-2 1,-2 0 0,1-2 0,39-16-1,61-32 79,-96 43 52,1 1 1,1 2 0,43-8-1,-19 5-121,109-19 190,-127 26-193,96-21 20,56-6-164,-62 6 173,-44 6-55,-68 15 10,1 0 0,0 1 0,0 1 0,28-2 0,-23 4 37,0-2 0,41-11 0,-55 13-9,139-44-304,38-13-423,-49 25 447,-64 17 188,29-28-721,-95 44 800,-5 0-205,-3 38-12021,-10-15 4774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1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3265,'20'0'28140,"-15"0"-26649,-1 0-3658,62 0 3186,102 13 0,-75 3-1019,77 11 0,-104-15 0,-51-8 0,1-1 0,-1 0 0,24 0 0,292 3 0,-251-6 0,-68 0 0,18 0 0,-1 0 0,1 2 0,45 9 0,-58-9 0,1 0 0,0-1 0,0-1 0,26-2 0,9-1 0,34 10 0,-71-6 0,1 2 0,-1 0 0,0 1 0,30 11 0,6 1 0,-13-3 0,-28-9 0,-1-1 0,0 0 0,1 0 0,-1-1 0,21 2 0,-15-3 0,-1 1 0,1 0 0,27 9 0,-28-7 0,1 0 0,-1-1 0,30 2 0,51 5 0,-79-6 0,1 0 0,-1 1 0,24 10 0,28 8 0,194 26 0,-141-7 0,-75-32 0,0-2 0,0-1 0,82 0 0,-29-7-111,-99 0-523,0 2-1283,-1-2 1821,0 1 0,0-1 1,0 0-1,0 0 1,-1 1-1,1-1 0,0 0 1,0 0-1,0 1 1,0-1-1,0 0 0,0 0 1,0 1-1,-1-1 0,1 0 1,0 0-1,0 0 1,0 1-1,-1-1 0,1 0 1,0 0-1,0 0 0,-1 0 1,1 0-1,0 1 1,0-1-1,-1 0 0,1 0 1,0 0-1,0 0 0,-1 0 1,1 0-1,0 0 1,0 0-1,-1 0 0,1 0 1,0 0-1,-1 0 1,1 0-1,-1 0 0,-93 21-10514,34-8 1629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5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2913,'2'0'24485,"4"0"-20834,27 0-1950,1216 0-1684,-674 7-17,-390-5 0,203-5 0,-287-5 0,68-3 0,121 5-1903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9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3025,'0'0'29093,"23"0"-28444,64 4-649,152 28 0,48 4 0,5-9 0,-132-10 0,-86-11 0,-32-4 0,1 2 0,69 16 0,-3 3 0,-66-16 0,47 15 0,-4 0 0,-59-16 0,0 1 0,-1 1 0,31 13 0,-37-13 0,0-1 0,0-2 0,36 7 0,-3-2 0,-3 0 0,-37-9 0,0 1 0,0 1 0,0 0 0,0 1 0,-1 0 0,23 12 0,-13-6 0,0-1 0,1-1 0,0-1 0,0-1 0,0 0 0,47 3 0,9 3 0,276 70 0,-308-71 0,1-3 0,49 3 0,-46-7 0,65 15 0,104 15 0,-130-23 0,60 5 0,65 10 0,-83-9 0,8 1 0,-23-6 0,-61-8 0,147 10 0,-186-15 0,-1 2 0,0 0 0,1 1 0,20 5 0,8 2 0,81 5 0,-14-2 0,-70-8 0,76-2 0,-75-2 0,-41-1 0,5 1 0,-3 21 0,-4-19-181,0 0 1,-1 0-1,1 0 0,-1-1 1,1 1-1,-1 0 1,0 0-1,0 0 0,0-1 1,0 1-1,0 0 0,0-1 1,0 1-1,-1-1 1,1 0-1,0 1 0,-1-1 1,-2 2-1,-36 21-7087,26-17 4365,-26 15-6851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43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0 400,'0'0'30391,"16"0"-29818,263 22 436,-107-5-615,219 27-394,-46-4 0,-182-22 0,84 6 0,362 15 0,1-33 0,-551-6 0,-11 2 0,77 15 0,-9-1 0,52-7 0,-106-9 0,-1 4 0,0 2 0,100 23 0,-132-23 0,1-1 0,-1-1 0,60-1 0,14 2 0,425 7 0,-329-14 0,396 2-19,-595 0-3,0 0-1,0 0 0,0 0 0,-1 0 1,1 1-1,0-1 0,0 0 1,0 0-1,0 0 0,0 1 0,0-1 1,-1 0-1,1 0 0,0 1 1,0-1-1,0 0 0,0 0 0,0 1 1,0-1-1,0 0 0,0 0 1,0 0-1,0 1 0,0-1 0,0 0 1,0 0-1,0 1 0,0-1 1,0 0-1,1 0 0,-1 1 0,0-1 1,0 0-1,0 0 0,0 0 0,0 1 1,0-1-1,1 0 0,-1 0 1,0 0-1,0 0 0,0 1 0,1-1 1,-1 0-1,0 0 0,0 0 1,0 0-1,1 0 0,-1 0 0,0 0 1,0 0-1,1 1 0,9 9-304,-5-6 283,10 4-2,-14-8-21,1 1 378,3 10-8197,-5 35-1313,0-20 3155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46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1712,'0'0'13126,"7"-2"-12374,18-5 8598,-17 6-8076,33-2 568,47 2 0,-51 2-1672,0-1 1,37-6-1,8-3 575,130 2 1,14 0 121,268-2-867,-292 12 0,-116-3 0,440 13 0,-70 8 0,38-12 0,-308-10 0,369-3 0,-251 1 0,-101-10 0,-62 10 0,-143 3-1758,-7 1-4286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3441,'0'0'7420,"-34"1"3878,34 295-9471,7-152-1875,-8-137 62,1-1 0,0 1 0,0-1 0,0 0 0,1 1 0,0-1 0,0 1 0,1-1 0,-1 0 0,2 0 0,-1 0-1,0 0 1,1 0 0,0-1 0,1 1 0,-1-1 0,1 0 0,0 0 0,0 0 0,1 0 0,-1-1 0,11 8 0,-8-6 22,1 0 0,0-1 0,0 0 1,1-1-1,-1 0 0,1 0 1,0 0-1,0-1 0,0-1 0,12 2 1,9 0-170,0-2 1,30-1 0,-54-1 39,-3 0-88,0 0-1,0-1 1,0 0 0,1 1-1,-1-1 1,0 0 0,0-1 0,0 1-1,0 0 1,0-1 0,-1 0-1,5-3 1,27-28-6120,-25 19 681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3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2336,'0'0'20434,"5"-6"-18508,3-2-1536,1 0 0,0 0 0,1 1 1,-1 0-1,2 0 0,-1 1 0,1 1 0,-1 0 0,1 0 1,1 1-1,-1 0 0,14-2 0,10-2-1193,1 1 0,0 2-1,40-1 1,29 6-7991,-58 0 667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29 3713,'0'0'8967,"-1"13"-8028,0-3-739,-3 27 414,1 1 0,3 0 0,0 0 0,8 44 0,-7-77-614,-1-4-9,0-1 0,0 1 0,0-1 0,0 1 0,0-1 0,0 1 0,0-1 0,0 1 0,1-1 0,-1 1 0,0-1 0,0 1 0,0-1 0,1 0 0,-1 1 0,0-1 0,1 1 0,-1-1 0,0 0 0,1 1 0,-1-1 0,1 0 0,-1 1 0,0-1 0,1 0 0,-1 0 0,1 1 0,-1-1 0,1 0 0,-1 0 0,1 0 0,-1 0 0,1 1 0,-1-1 0,1 0 0,-1 0 0,1 0 0,-1 0 0,1 0 0,-1-39-237,1 29 288,-2 0-1,0 1 0,0-1 0,0 0 0,-1 1 1,-1-1-1,0 1 0,-5-11 0,6 10 151,-1 1 1,2 0-1,-1-1 0,1 0 0,1 1 0,-1-1 0,3-13 1,-2-2 896,1 22-975,0 1 0,0 0 0,0-1 0,1 1 0,-1 0 0,0 0 0,1 0 0,0 0 0,-1 0 0,1 0 0,0 0 0,0 1 0,0-1 0,0 1 0,0-1 0,0 1 0,0 0 0,1 0 0,-1 0 0,1 0 0,-1 0 0,0 0 0,1 1 0,-1-1 0,5 0 0,69-10 606,14 11-2422,-79 1 226,0 0-1,0 1 0,-1 0 0,1 1 0,18 6 1,7 8-9695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14 4177,'0'0'6892,"-26"5"-5542,-82 21-19,102-25-1173,1 1 0,-1-1 0,1 1 0,0 1 1,0-1-1,0 1 0,0 0 0,0 0 1,1 1-1,-1-1 0,1 1 0,0 0 0,0 0 1,0 0-1,1 1 0,0-1 0,-1 1 0,2 0 1,-1 0-1,-2 5 0,2-4-13,-1 6 82,-1 0 1,2 0-1,0 0 0,0 1 0,1 0 1,1-1-1,0 1 0,1 0 0,1 14 1,-1-11-28,0-15-175,0 1 0,0-1 0,0 0 1,0 1-1,1-1 0,-1 0 1,1 1-1,-1-1 0,0 0 1,1 0-1,0 1 0,-1-1 0,1 0 1,0 0-1,0 0 0,0 0 1,0 0-1,-1 0 0,1 0 0,1 0 1,-1 0-1,0 0 0,0-1 1,0 1-1,2 0 0,1 1-18,0-1-1,0 1 0,0-1 1,0 0-1,0-1 0,1 1 1,-1-1-1,7 0 0,-3 0-57,1-1-1,-1 0 1,1 0-1,-1-1 0,0 0 1,1 0-1,-1-1 1,12-5-1,-11 1-26,1 0-1,-1 0 0,0-1 0,0 0 1,-1 0-1,0-1 0,-1 0 0,9-14 1,-1-4-2565,22-54 0,-35 76 2257,-2 5 391,1-1-1,-1 1 0,0-1 1,0 1-1,0-1 1,1 1-1,-1-1 1,0 1-1,1-1 0,-1 1 1,1-1-1,-1 1 1,0-1-1,1 1 0,-1 0 1,1-1-1,-1 1 1,1 0-1,-1-1 1,1 1-1,0 0 0,-1 0 1,1 0-1,-1-1 1,1 1-1,-1 0 0,1 0 1,0 0-1,-1 0 1,1 0-1,-1 0 1,1 0-1,0 0 0,-1 0 1,1 1-1,-1-1 1,1 0-1,0 0 0,-1 0 1,1 1-1,-1-1 1,1 0-1,-1 1 0,1-1 1,-1 0-1,1 1 1,-1-1-1,0 0 1,1 1-1,-1-1 0,1 2 1,21 25 683,-20-25-654,12 21 164,0 1-1,-1 0 1,-1 1-1,8 26 0,-20-50-236,1 0-1,0 0 0,0-1 0,0 1 1,-1 0-1,1 0 0,0 0 0,0-1 1,0 1-1,0-1 0,0 1 0,1-1 1,-1 1-1,0-1 0,0 1 0,0-1 1,0 0-1,0 0 0,1 0 0,-1 1 1,0-1-1,0 0 0,0 0 0,0-1 1,1 1-1,-1 0 0,0 0 0,0-1 1,0 1-1,0 0 0,0-1 0,3-1 1,35-18-863,-20 2 874,-2-1 1,0-1 0,-2-1 0,0 0-1,15-30 1,-22 38 54,-7 11 1,0 1-1,1-1 1,-1 1-1,1-1 0,0 1 1,-1-1-1,1 1 1,0 0-1,0 0 1,0 0-1,-1 0 0,1 0 1,0 0-1,1 1 1,-1-1-1,0 0 0,0 1 1,0 0-1,0 0 1,0-1-1,0 1 0,1 0 1,-1 1-1,0-1 1,0 0-1,0 1 0,0-1 1,4 2-1,-2-1-10,0 0 0,0 1-1,0-1 1,0 1 0,-1 0 0,1 0 0,0 1-1,-1-1 1,1 1 0,-1-1 0,0 1-1,0 0 1,4 6 0,25 57 490,-26-51-361,0-1 0,1 1 0,10 13 0,-17-28-152,0 0 0,0-1 1,0 1-1,0 0 0,0 0 0,0 0 1,0 0-1,0-1 0,-1 1 0,1 0 1,0 0-1,1 0 0,-1-1 0,0 1 1,0 0-1,0 0 0,0 0 0,0-1 1,0 1-1,0 0 0,0 0 0,0 0 1,0 0-1,0-1 0,0 1 0,1 0 1,-1 0-1,0 0 0,0 0 0,0 0 1,0-1-1,0 1 0,1 0 0,-1 0 0,0 0 1,0 0-1,0 0 0,0 0 0,1 0 1,-1 0-1,0 0 0,0 0 0,0 0 1,1 0-1,-1 0 0,0 0 0,0 0 1,0 0-1,1 0 0,-1 0 0,0 0 1,0 0-1,0 0 0,0 0 0,1 0 1,-1 0-1,0 0 0,0 0 0,0 0 1,0 0-1,1 1 0,-1-1 0,0 0 1,1-20-166,-1 19 206,-1-36 59,0 21-40,0 1 0,2-1 0,-1 1 1,2-1-1,0 1 0,1 0 0,0 0 0,9-23 0,-11 35-36,1 1 0,-1 1 1,0-1-1,1 0 0,-1 0 0,1 0 0,0 1 0,0-1 0,0 1 0,-1-1 0,1 1 0,0 0 0,1 0 1,-1 0-1,0 0 0,0 0 0,0 0 0,1 1 0,-1-1 0,4 0 0,53-1 851,-39 3-459,-18-1-389,1 1-1,-1 0 1,1 0-1,-1-1 1,1 1-1,-1 1 1,0-1-1,1 0 0,-1 0 1,0 1-1,0 0 1,0-1-1,0 1 1,0 0-1,0 0 1,-1 0-1,1 0 1,0 0-1,-1 0 1,0 1-1,0-1 0,1 0 1,-1 1-1,-1-1 1,1 1-1,0-1 1,0 4-1,4 12 26,-1-1-1,2 32 1,-5-42-30,1 9 56,0-1 0,1 0 0,1 1 0,0-2 0,1 1 0,7 14 1,-11-26-160,1 0 0,-1 0 0,1-1 0,0 1 0,0 0 0,0-1 1,0 0-1,1 1 0,-1-1 0,1 0 0,-1 0 0,1 0 1,0-1-1,-1 1 0,4 1 0,-3-2-220,0-1-1,0 0 1,0 1-1,0-1 1,0 0-1,0 0 1,0 0 0,0-1-1,0 1 1,0-1-1,-1 0 1,1 0-1,0 0 1,0 0-1,-1 0 1,1 0 0,0-1-1,-1 1 1,5-4-1,19-14-4517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0 5425,'0'0'7036,"-31"7"-5966,-100 24-329,125-30-643,-1 0 1,1 1-1,0-1 0,0 1 0,0 1 0,0-1 0,0 1 0,0 0 0,0 1 0,1-1 0,0 1 0,0 0 0,-8 8 0,2-1 84,9-9-83,-1 0-1,1 1 0,-1-1 0,1 1 0,0-1 1,0 1-1,1 0 0,-1 0 0,0 0 0,1 0 0,0 0 1,0 0-1,0 0 0,0 1 0,-1 5 0,25-5 574,-18-4-583,70 2 606,-50-4-604,0 2 0,-1 1 0,1 1-1,-1 1 1,1 2 0,-1 0-1,39 14 1,-61-18-104,0 0 0,0 1-1,0-1 1,0 1 0,-1 0-1,1-1 1,0 1 0,-1 0-1,1 0 1,-1 0 0,0 0-1,1 0 1,-1 1 0,0-1 0,0 0-1,-1 0 1,1 1 0,0-1-1,-1 1 1,1-1 0,-1 3-1,1 4 35,-1 0 0,0 0-1,0 0 1,-3 15 0,1-20-7,1-1 1,-1 0 0,0 1-1,0-1 1,0 0-1,0 0 1,-1 0 0,1 0-1,-1-1 1,1 1-1,-1-1 1,0 1 0,0-1-1,0 0 1,-1 0-1,-4 2 1,-59 24-183,57-25-166,0-1 0,0 0 0,0-1 0,-17 1 0,26-9-5995,1-5 1002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2689,'0'0'12618,"0"27"-11892,0 174 503,0-200-1247,0 0 1,0 0-1,0 0 0,1 0 0,-1 0 0,0 0 0,0 0 0,1 0 1,-1 0-1,0 0 0,1 0 0,-1 0 0,1 0 0,-1 0 0,1-1 1,-1 1-1,1 0 0,0 0 0,-1-1 0,1 1 0,0 0 0,0-1 1,-1 1-1,1-1 0,0 1 0,0-1 0,0 1 0,0-1 0,0 0 0,2 1 1,20 2-5300,-11-3 967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5025,'0'0'11667,"-14"22"-11667,14-12-144,34 0-1681,0-1-3072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14 361 3265,'0'0'12874,"-2"6"-11905,-7 18 226,7-18 66,18-6-828,0-1 0,-1-1 0,1 0-1,16-5 1,-26 5-517,0 1-1,0-1 1,0-1-1,-1 1 1,1-1-1,-1 0 1,0 0-1,0 0 1,0-1 0,0 0-1,0 0 1,-1 0-1,6-7 1,-7 6-666,-1 0 1,0-1 0,0 1-1,0-1 1,-1 1-1,0-1 1,0 0 0,0 0-1,-1 1 1,1-1-1,-2-9 1,1 11-282,-2 3 962,0 1 1,0 0-1,1 0 0,-1 0 0,0 0 0,0 0 1,0 0-1,1 1 0,-1-1 0,0 1 0,1-1 0,-1 1 1,0 0-1,-1 0 0,-2 4 260,1 1 1,0-1-1,1 1 0,-1-1 1,1 1-1,0 0 0,0 0 1,1 1-1,0-1 0,0 0 1,1 1-1,-2 6 0,2-1 354,-1-1-1,2 1 0,-1-1 1,2 1-1,-1 0 0,5 16 0,-4-22-419,1-1 0,1 1 0,-1-1 0,1 0-1,0 0 1,0 0 0,1-1 0,-1 1 0,1-1-1,0 1 1,0-1 0,1-1 0,-1 1 0,1-1-1,0 1 1,0-1 0,0 0 0,0-1 0,11 4 0,-2 0-98,0-2 0,1 1 1,-1-2-1,1 0 1,0-1-1,25 1 1,-34-4-93,-1 0 0,1 0 0,-1 0 1,0-1-1,0 0 0,0 0 0,0 0 0,0-1 1,0 1-1,-1-1 0,1 0 0,-1-1 0,0 1 0,1-1 1,-2 0-1,1 0 0,6-8 0,1-2-439,-1-1 0,-1 0 1,0 0-1,9-23 0,-9 8-1023,-8 25 1315,0 1 0,0 0 0,0-1 0,1 1 0,0 0-1,4-8 1,-5 10 222,1 1-1,-1 0 0,1-1 0,-1 1 1,1 0-1,-1 0 0,1 0 1,0 0-1,0 0 0,-1 0 0,1 0 1,0 1-1,0-1 0,0 0 1,0 1-1,0 0 0,0-1 0,0 1 1,0 0-1,3 0 0,-2 1 53,0 0-1,1-1 1,-1 1 0,0 0-1,0 1 1,0-1 0,0 1-1,0-1 1,0 1-1,-1 0 1,1 0 0,0 0-1,-1 0 1,0 0-1,1 1 1,-1-1 0,0 1-1,0-1 1,0 1 0,-1 0-1,1 0 1,-1 0-1,2 4 1,7 15 129,-2-1 1,8 31-1,-5-17 111,11 50 187,-17-80-431,-4-5-64,0 0-1,1 0 1,-1 0-1,0 0 1,0-1-1,1 1 1,-1 0-1,0 0 1,1-1-1,-1 1 1,0-1-1,0 1 1,0-1-1,0 1 1,1-1-1,-1 0 1,0 0-1,0 1 1,0-1-1,0 0 1,-1 0-1,1 0 1,0 0-1,1-2 1,21-29 199,-21 30-154,34-68 72,-28 51-147,1 1 1,14-22 0,1 22 75,-24 17-48,1 1-1,0-1 0,0 1 0,0-1 0,-1 1 0,1 0 1,0-1-1,0 1 0,0 0 0,0-1 0,0 1 0,0 0 1,0 0-1,0 0 0,0 0 0,0 0 0,0 0 1,-1 0-1,1 1 0,0-1 0,0 0 0,0 0 0,0 1 1,0-1-1,0 0 0,0 1 0,-1-1 0,1 1 0,0-1 1,0 1-1,-1 0 0,2 1 0,34 57-184,-31-48 255,0 0 0,2 0-1,-1 0 1,1-1-1,1 0 1,0 0 0,0-1-1,1 0 1,0 0-1,0-1 1,1 0 0,12 7-1,-19-14-69,1 1 0,0-1 0,0 0 0,0 0 0,-1 0-1,1 0 1,0-1 0,0 1 0,0-1 0,0 0 0,0 0 0,0-1 0,0 1-1,0-1 1,0 0 0,0 0 0,-1 0 0,1-1 0,0 1 0,-1-1-1,1 0 1,-1 0 0,1 0 0,-1 0 0,0-1 0,0 1 0,0-1 0,0 0-1,0 0 1,-1 0 0,4-6 0,0 1-28,-1 0 0,0 0 0,0-1 0,-1 0 0,0 0-1,-1 0 1,0 0 0,0 0 0,-1-1 0,0 0 0,1-18 0,-3-245-5731,-1 265 5721,0 0-1,0 0 1,-1 0-1,0 0 1,-1 0-1,1 1 0,-1-1 1,-5-8-1,6 12 44,0 0-1,-1 0 0,1 0 0,0 0 1,-1 1-1,0-1 0,0 1 0,0 0 1,-1-1-1,1 1 0,-1 1 0,1-1 1,-1 1-1,0-1 0,0 1 0,-5-2 0,8 4 74,0 0-1,0 1 0,0-1 0,1 0 1,-1 1-1,0-1 0,0 1 0,1-1 1,-1 1-1,0-1 0,1 1 1,-1-1-1,0 1 0,1-1 0,-1 1 1,1 0-1,-1 0 0,1-1 0,-1 1 1,1 0-1,-1 0 0,1-1 0,0 1 1,-1 0-1,1 0 0,0 0 0,0 0 1,0 0-1,0-1 0,0 1 0,0 0 1,0 0-1,0 0 0,0 0 0,0 0 1,0 0-1,1 1 0,1 44 1299,-2-44-1287,2 6 86,0 1 1,0-1-1,1 0 0,0 0 0,0 0 0,1 0 0,0-1 0,0 1 0,6 6 1,55 67 711,-33-43-413,33 52-56,-44-59-447,1 0 0,46 48 0,-64-77 318,-4-2-470,0 1-1,0-1 1,1 0-1,-1 0 1,0 0 0,0 0-1,1 0 1,-1 0-1,0 0 1,0 0 0,1 0-1,-1 0 1,0 0-1,0 0 1,1 0 0,-1 0-1,0 0 1,0 0-1,1 0 1,-1 0-1,0 0 1,0 0 0,1 0-1,-1 0 1,0-1-1,0 1 1,2-2-1894,0-7-1385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8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6001,'0'0'15764,"88"-25"-15460,-34 15-144,0-3-224,0 3 64,7-2-1841,-7 5-559,-14 1-3457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 1360,'0'0'12192,"-6"-1"-8745,-30 0-2421,19 4-745,2 1 1,0 0-1,0 1 0,-1 1 0,-22 11 0,-72 48-76,90-53-163,16-10-50,2-1 17,0 0 0,-2 1 0,2-1 0,0 0 0,0 1 0,0-1-1,0 1 1,0 0 0,0 0 0,0-1 0,1 1 0,-1 1 0,1-1 0,-1 0 0,1 0 0,0 0 0,0 1 0,0-2 0,0 1 0,0 1 0,-1 4 0,6-5-32,0-1-1,1 0 0,-1 0 0,0-1 1,0 1-1,0-1 0,7 0 0,-8 0 30,21 2 66,21-1-47,-2 3-1,58 11 1,-91-12-78,1-1 0,1 1 1,-2 1-1,0 0 0,0 0 0,0 0 1,-1 1-1,2 1 0,-2 0 0,0 1 1,-1-1-1,0 2 0,0-1 1,13 14-1,-19-15 94,1 0-1,0 0 1,-1 0 0,0 0 0,0 0 0,-1 0 0,0 1-1,0-2 1,0 11 0,-1-12-37,1-1 1,-1 1-1,0-1 0,0 1 1,-1-1-1,1 1 0,-1 0 1,0-1-1,0 1 0,0-1 1,0-1-1,0 2 1,-1-1-1,0 0 0,1 0 1,-1 0-1,0 0 0,-5 4 1,-4 1-57,-1 0 0,0-1 0,0-1 0,-1 0 1,0-1-1,-1 0 0,1-1 0,0 0 0,-2-1 1,1 0-1,-17 1 0,30-10-3537,4-14 1115,14-2-1225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8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1 864,'0'0'15716,"0"30"-14604,-1 19-811,7 128 1825,-4-83-1799,-3-42-2766,21-57-1866,-4-6 1272,3-4-258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9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4 161 2977,'-4'0'20561,"50"0"-19336,92-4 140,-121 3-1433,0-2-1,1 1 1,-1-3-1,0 1 1,31-15 0,-45 18-112,-1 0 1,1 0 0,-1-1-1,1 0 1,-1 1 0,0-1 0,1 0-1,-1 0 1,0 0 0,0 0-1,-1-1 1,2 1 0,-1 0 0,-1-1-1,1 1 1,-1 0 0,0-1 0,1-3-1,0-2-956,-1 0-1,0 0 1,0 1 0,-1-1-1,-1-9 1,1-2-938,-1 18 2038,0 0 1,1 1-1,-1-1 1,0 1-1,0-1 1,1 1-1,-1-1 1,0 1-1,0 0 0,0-1 1,0 1-1,0 0 1,0 0-1,0 0 1,0-1-1,-1 1 1,2 0-1,-1 0 1,0 0-1,0 1 0,0-1 1,0 0-1,0 0 1,0 0-1,-1 1 1,-29 7 55,25-3 174,1-1 1,-1 0-1,0 1 1,2-1-1,-1 1 1,1 1-1,0-1 1,0 1-1,0 0 1,1 0-1,0 0 1,0 0-1,0 1 1,1-1-1,0 0 1,-1 9-1,-1 10 848,1-1 0,2 1 0,1 29-1,1-22 112,-1-32-1124,0 2 1,0 0-1,1-1 1,-1 1-1,1-1 1,0 1 0,-1-1-1,1 1 1,0-1-1,0 1 1,0-1-1,0 0 1,0 0 0,0 1-1,0-1 1,0 0-1,1 0 1,-1 0-1,0 0 1,1 0 0,-1 0-1,1-1 1,-1 1-1,1 0 1,-1-1 0,1 1-1,0-1 1,-1 0-1,1 1 1,-1-1-1,4 0 1,66 3-847,-54-3-102,63-1-5194,-39-5 1301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1760,'0'0'11163,"-8"3"-10048,-9 3-585,1 2 0,0-1 0,-1 1 0,1 2 0,1 0 0,0 0 0,0 2 0,1-1 0,1 1 0,-22 27 0,31-32-326,1 0 0,0-2 0,0 2 0,1 1 0,0-1 1,0 0-1,1 1 0,0-1 0,0 0 0,1 0 0,0 10 0,0-17-200,1 0 0,-1 1 1,0-1-1,0 1 0,1-1 0,-1 0 1,0 1-1,1-1 0,-1 0 0,0 1 1,1-1-1,-1 0 0,0 0 1,1 0-1,-1 1 0,1-1 0,-1 0 1,0 0-1,1 0 0,-1 0 0,1 1 1,-1-1-1,1 0 0,-1 0 1,1 0-1,-1 0 0,0 0 0,1 0 1,-1 0-1,1-1 0,-1 1 0,1 0 1,-1 0-1,1 0 0,1 0-4,11-1-260,1 1 0,-1-2 1,-1 1-1,1-2 0,1 0 0,-2 0 0,0-1 0,0-1 1,18-7-1,-20 7-480,-1-1 1,0 0-1,-1-1 1,1 0 0,-1 0-1,1-1 1,7-10-1,-14 16 428,-1 0 0,0 0-1,-1 1 1,1-1 0,0 0-1,0 0 1,-1 0 0,1 0-1,-1 0 1,0 0 0,0 0 0,1 0-1,-1 0 1,-1-3 0,1 2-175,0 2 383,14 3 2267,24 37 244,-26-26-1843,1 0 0,1 0 0,1 0 0,23 14 0,-34-25-918,-1-1-1,1 0 0,-1 0 1,2 0-1,-1 0 0,-1 0 1,1-1-1,0 1 0,0-1 1,-1 0-1,1 0 0,4-1 1,8 0-2381,12 1-4579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220 172 2753,'0'0'8772,"-22"7"-8068,-74 26 24,90-31-525,0 0-1,0 0 1,1 1-1,-1 0 1,1 0-1,0 1 0,0-1 1,0 1-1,0 0 1,1 0-1,0 1 1,0-1-1,-1 1 1,1 0-1,1 0 0,0 0 1,-5 10-1,4-4 198,2 1 0,-1 0 0,2-2 0,-1 2 0,2 0 0,0 19 0,0-16-271,0-14-124,0 0 0,0 0 0,0 0 0,1 0 0,-1 0 0,0 0 0,0 0 0,1 0 0,-1 0 0,1 0 0,-1 0 0,1-1 0,-1 1 0,1 0 0,-1 0 0,1 0 0,0-1 0,-1 1 0,1 0 0,0-1 0,0 1 0,-1-1 1,1 1-1,0-1 0,0 1 0,1 0 0,34 3-502,-31-4 363,0 0 1,0-1-1,0 0 1,0 0-1,0 0 1,-1-1-1,1 0 1,1 0-1,-2 0 1,1 0-1,6-5 0,-1-4-130,-1 1 0,0-1 0,0-1 0,0-1 0,-2 1 0,0 0 0,0-2-1,-2 1 1,0-1 0,0 0 0,4-23 0,2-60-2892,-10-4-4017,-1 79 4828,0 6 622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28 188 848,'-18'-157'614,"9"127"4267,9 53-2945,0 2-1374,-1-6-148,1 1-1,1-1 1,0 0-1,2 1 1,0-2-1,11 34 1,-1-19 460,-5-10-363,0 0-1,2 0 1,1-2-1,1 1 0,29 39 1,-40-60-524,-1 0 1,1 0-1,0-1 1,0 1-1,0 0 1,0 0-1,0-1 1,0 1-1,0 0 1,0-1-1,0 1 1,0-1-1,0 1 1,1-1-1,-1 0 1,0 1-1,0-1 1,0 0-1,0 0 1,1 0-1,-1 0 1,0 0-1,0 0 1,1 0-1,-1-1 0,0 1 1,0 0-1,0 0 1,1-1-1,-1 1 1,1-1-1,-1 1 1,0-1-1,0 0 1,0 1-1,0-1 1,0 0-1,-1 0 1,1 0-1,0 1 1,0-1-1,0 0 1,-1 0-1,1 0 1,1-2-1,4-6-286,0-1-1,0 2 0,7-19 0,-11 23 320,8-17-496,-3 11 76,-1-2 0,0 0 0,-1 0 0,-1 0 0,0 0 0,2-17 0,-5 28 357,-1 1-1,1-1 0,-1 0 1,1 1-1,-1-1 0,1 1 1,0-1-1,-1 1 0,1-1 1,0 1-1,-1 0 0,1-1 1,0 1-1,0 0 0,-1-1 1,1 1-1,0 0 0,0 0 1,0 0-1,-1 0 0,1 0 1,0 0-1,0 0 0,0 0 1,-1 0-1,1 0 0,0 0 1,0 0-1,0 1 0,-1-1 1,1 0-1,0 1 0,0-1 1,0 1-60,7 5 320,-1 1 0,-1 1 1,1-1-1,-2 1 0,1-1 0,-1 1 0,0 1 0,-1 0 0,5 13 0,-9-22-205,5 9 157,-1 1 0,1-1 1,0 1-1,11 14 0,-15-23-175,-1-1 0,1 1-1,0 0 1,-1 0-1,1-1 1,0 1 0,0 0-1,0-1 1,0 0 0,0 1-1,0-1 1,-1 0 0,1 1-1,0-1 1,0 1-1,1-1 1,-1 0 0,0 0-1,0 0 1,0 0 0,0 1-1,0-1 1,1-1 0,0 0-19,-1 1 0,1-2 0,0 2 0,0-1 0,0 0 0,-1 0 0,1-1 0,-1 1 0,0-1 1,0 1-1,1-1 0,-1 1 0,0-1 0,-1 0 0,1 1 0,0-1 0,0 0 0,0-2 0,5-14-32,0 1-1,5-34 0,2-8-267,-12 57 314,-1 1 1,1-1 0,0 1 0,-1-1-1,1 1 1,0-1 0,0 2-1,0-1 1,0 0 0,0-1-1,2 1 1,-2 0 0,0 0 0,1 0-1,-1 0 1,0 0 0,1 1-1,-1-1 1,1 0 0,-1 1 0,1-1-1,0 1 1,-1-1 0,3 1-1,46-1 603,-31 2-220,-12-1-280,-1 2-1,0-1 0,1 1 0,-1 0 0,1 0 1,-1 0-1,0 1 0,-1-1 0,1 1 0,-1 1 1,1 0-1,-1 0 0,0 0 0,0 0 0,-1 1 0,0-1 1,7 8-1,7 10 378,-1 2 0,20 34 0,-20-28-423,-2 1 0,0 0 0,-2 1 0,-2-1 0,-1 3-1,-2-2 1,-1 2 0,-1 0 0,2 67 0,-8-99-61,-1-1 1,1 0-1,-1 1 0,-1 0 1,2 0-1,-1-1 1,0 1-1,0-1 0,0 1 1,0 0-1,0-1 1,0 1-1,0-1 0,-1 0 1,1 0-1,0 1 1,-1-1-1,1 0 0,-1 0 1,1 0-1,-1 0 1,0 0-1,0-1 0,1 1 1,-1-1-1,0 1 0,-2 0 1,-60 11-277,54-11 191,-21 3 10,1 0 1,-1-2-1,1-1 1,-1-2-1,1-1 0,-31-5 1,58 6 51,0 0 1,0 0-1,0 0 1,0 0-1,0 0 1,0-1-1,1 0 1,-2 1-1,2-1 1,-1 0-1,1 0 1,-1 0-1,1-1 1,0 1-1,0 0 1,0-1-1,1 1 1,-1-1-1,0 0 1,1 0-1,0 1 1,0-1-1,-1 1 1,2-1-1,-1 0 1,0 0-1,1-1 1,-1 1-1,1 0 1,0 0-1,0 0 1,0 0-1,1 0 1,-1 0-1,1 0 1,-1-1-1,1 1 0,0 1 1,0-1-1,0 0 1,1 0-1,-1 0 1,1 1-1,0 0 1,-1-1-1,5-3 1,37-23-1721,11 4-866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5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1072,'0'0'3889,"0"-97"-5585,0 68 1456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5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1 0 2192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2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2192,'0'-63'22432,"0"85"-22259,0-19-77,0 0-53,1-2 29,43 24 24,-39-21-114,0-1 1,-1 1 0,2-1 0,-1 0 0,0-1-1,0 1 1,1-1 0,0 0 0,0-1 0,0 1-1,0-1 1,8 1 0,212 6 201,62-11 918,-251 2-1166,-1-2 0,38-9 0,-36 5 156,0 1 1,40 1-1,213-11 815,-5 0-448,-198 10-441,168-4 977,148 10-597,-354 19-268,92 16-82,-139-35-88,0 1 0,0 0-1,0 0 1,0 1 0,0-1-1,-1 1 1,1-1 0,0 1-1,-1 0 1,4 3 0,16 8-218,6 19-65,-16-17 292,-12-13 28,1 0 1,0 0-1,0-1 1,0 1-1,0-1 1,0 0-1,0 1 0,0-1 1,1 1-1,-1-1 1,1 0-1,-1 1 1,1-1-1,2 2 1,6 2-208,-1-2-746,-6-22 351,-3 17 617,0 1 1,0 0 0,1 0 0,-1-1-1,1 1 1,0-1 0,-1 1-1,1 0 1,0-1 0,0 1 0,0 0-1,0-1 1,0 1 0,0 0 0,0 0-1,0 0 1,0 0 0,0 0-1,1 0 1,-1 0 0,0 0 0,2 1-1,-2-1 1,2 0 0,47-16 543,-16 7-342,-32 10-201,2 0 17,-1 0 95,1 0-21,-3 0-56,0 0 29,32-7-46,2 2-62,0 2 95,-1-1-1,36-8 1,-18 2-28,-30 7-19,19-4 127,0 2 1,42 0 0,569 5 220,-398-6-461,227-3 173,-407 8-200,-39 0-31,-1 1 0,0 1 0,0 2 0,35 7 0,-44-7 127,0 0 0,-1-1-1,1-2 1,34-2 0,-26 0-29,57 4 0,-4 10-493,-38-4-269,79 2 0,11-1 837,301-9-1152,-391 0 917,117-13-334,-75 7-1338,-44-4 1063,-45 10 884,28-16-2177,10 1 2126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40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1101 364 9074,'0'0'8644,"14"-12"1119,-20-6-9542,-9 12-130,1-1-1,0 1 1,-1 1 0,-1 0-1,1 1 1,0 1 0,0 1-1,-30-2 1,31 2-78,-1 0-1,0 0 1,1-1-1,-27-9 1,-22-6 23,-133-27 108,98 26-216,-156 4 237,92 6-103,161 9-70,0 0 16,-56 0-32,56 0 48,-11 0-38,11 0 14,1-2 13,1 0 0,-1 0-1,0-1 1,1 1 0,0 0-1,-1 1 1,1-1-1,0 0 1,0 0 0,0 0-1,1 0 1,-1 0 0,0 0-1,1 1 1,-1-1 0,1 0-1,0 1 1,-1-1 0,3 0-1,45-27 422,-9 7-241,-13 3-129,2 2 0,52-23 0,-81 40-243,1 1 0,-1-1 0,0 0 0,0 0 0,1 0 0,-1 0 0,0 0 0,1 0 0,-1 0 0,0 0 0,0 1 0,1-1 0,-1 0 0,0 0 0,0 0 0,0 1 0,1-1 0,-1 0 0,0 0 0,0 1 0,0-1 0,0 0 0,1 0 0,-1 1 0,0-1 0,0 0 0,0 0 0,0 1 0,0-1 0,0 0 0,0 1 0,0-1 0,0 0 0,0 1 0,0-1 0,0 0 0,0 0 0,0 1 0,0-1 0,0 0 0,0 1 0,0-1 0,0 0 0,0 0 0,-1 1 0,1-1 0,0 0 0,0 0 0,0 1 0,-1-1-1,-4 9-7141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41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1 368,'0'0'5303,"-25"0"14034,58 1-17638,-26 1-1556,0 0-1,-1 1 1,1-1-1,0 2 1,7 4 0,-12-7-108,0 0 0,0 1-1,0-1 1,0 0 0,0 1 0,0-2 0,0 2 0,-1 0 0,1-1 0,-1 1 0,1 0 0,-1 0 0,0 0 0,0 0 0,0 0 0,0 0 0,0 0 0,-1 1 0,2 2 0,24 29 301,-17-17-356,7 8 32,-10-12 1028,-4-8-2560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09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1 768,'0'0'16497,"-13"12"-16113,6 343 560,1-266-829,6 63 149,2-146-208,1-1 0,0 0 1,0 0-1,0 0 0,1-1 0,-1 0 1,1 1-1,0-1 0,2 0 0,-2 0 0,6 4 1,0 1-33,-5-5 56,1 0 0,0 0 1,0 0-1,1-2 0,0 1 0,0 0 1,-1-1-1,12 3 0,56 10-271,-45-12-888,-18-2-7751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0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1520,'0'0'12656,"47"-11"-8292,-24 6-3677,-1 0-368,2 2-1,35-3 1,-31 4-619,4-2-6412,-25 4 2791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3761,'0'0'7788,"0"6"-6924,1 5-499,2 0-1,-1 1 0,1-1 0,1 1 0,0-2 1,1 1-1,7 11 0,12 31 552,-18-26-1770,-5-24 59,-1-18 355,0 12 433,-19-69 55,19 61-34,-1 1 106,1 1 0,1 0 0,0-1-1,0 1 1,3-12 0,-3 18-76,1-1 0,0 0 0,0 1 0,0 0 0,0 0 0,0 0 0,1-1 0,0 1 0,-1 0 0,1 1 0,0-1 0,0 0 0,1 1 1,-1 0-1,6-3 0,15-10-46,-17 10-83,-1 0 0,1 1 0,1 0 0,0 0 0,0 1 0,-1 0 0,1 0 0,0 0 0,0 1 0,0 0 0,10 0 0,-7 3-2035,-4 7-1313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17 368,'0'0'8975,"-18"5"-8065,-58 15-305,73-18-511,0-1-1,0 1 1,0-1-1,0 1 1,0 0-1,0 1 1,0-1-1,1 0 1,-1 1-1,0-1 1,0 1-1,1 0 1,0 0-1,0 0 1,0 0-1,1 0 1,-1 0-1,1 1 1,0-2-1,0 1 1,0 1-1,0-1 1,0 8-1,-2 2 349,0-1 101,1 0 0,1 0 1,0 0-1,1 21 0,0-17-85,1-15-443,-1 1 1,1-1-1,-1 0 0,1 0 0,-1 0 0,1 0 1,0 0-1,0 0 0,-1 0 0,1 0 0,0 0 1,0-1-1,0 1 0,0 0 0,0-1 0,0 1 1,0 0-1,0-1 0,0 1 0,1-1 0,-1 1 0,0-1 1,0 0-1,0 0 0,0 1 0,1-1 0,-1 0 1,0 0-1,0 0 0,1 0 0,2-1 0,41-2-978,-36 0 761,0 0 1,-1-1 0,0 0-1,0 0 1,0-1 0,-1 1-1,0-1 1,0-1-1,1 0 1,-2 0 0,0-1-1,0 0 1,0 0 0,-1 0-1,0 0 1,0 0-1,-1-1 1,0 0 0,-1 0-1,0-1 1,0 1 0,0-1-1,2-15 1,-5 21 174,4-26-1298,-4 28 1382,0 0-1,0 0 1,1 0 0,-1 0 0,1 0 0,-1 0-1,1 1 1,-1-1 0,1 0 0,-1 1 0,1 0-1,0-1 1,-1 0 0,1 0 0,0 1 0,0-1-1,-1 1 1,1-1 0,0 1 0,0-1 0,0 1-1,0 0 1,0-1 0,0 1 0,0 0 0,0 0-1,0-1 1,0 1 0,1 0 0,1 1 24,-1 1 0,1-1 1,-1 1-1,0-1 0,0 0 1,1 1-1,-1-1 0,0 1 0,-1 0 1,1 1-1,0-1 0,0 0 0,-1 0 1,0 1-1,1-1 0,-1 1 1,2 2-1,7 11 235,-3-7-245,44 54 779,-47-59-797,-1 2 0,0-1 0,0 0 0,-1 1 0,1 0 0,-1-1 0,-1 1 0,1 0 0,-1 0 0,1 9 0,-1-15-67,-1 0-1,0 1 0,0-1 1,0 0-1,0 1 1,0-1-1,0 0 0,1 1 1,-1-1-1,0 0 0,0 0 1,1 1-1,-1-1 1,0 0-1,0 0 0,1 1 1,-1-1-1,0 0 1,0 0-1,1 0 0,-1 0 1,0 1-1,1-1 1,-1 0-1,0 0 0,1 0 1,-1 0-1,0 0 0,1 0 1,-1 0-1,0 0 1,1 0-1,-1 0 0,1 0 1,-1 0-1,0 0 1,1 0-1,-1 0 0,0 0 1,0-1-1,1 1 1,-1 0-1,0 0 0,1 0 1,-1-1-1,0-182 15,1 181 6,-1 1 0,1 0-1,-1 0 1,1-1 0,0 1 0,0 1 0,-1-1-1,1 0 1,0 0 0,0 0 0,0 0 0,0 0-1,0 0 1,0 1 0,0-1 0,1 0 0,-1 0-1,0 1 1,1-1 0,0 1 0,-1-1 0,0 1-1,1 0 1,1-1 0,39-8 228,-35 8-234,3-1 106,-1 0 1,0 1-1,0 0 1,0 0-1,0 1 1,0 0 0,1 1-1,-1 0 1,13 3-1,-18-3-65,-1 1 0,1 0 0,-1 0 0,1 0-1,-1 0 1,0 1 0,1-1 0,-1 1 0,0 0 0,0-1-1,-1 1 1,0 0 0,1 0 0,-1 1 0,0-1 0,0 1 0,-1-1-1,1 1 1,-1 0 0,0-1 0,0 1 0,0 0 0,1 5 0,1 7 116,-2-9-134,0 0 0,1 0 1,0 0-1,0-1 0,0 1 1,1 0-1,6 10 1,-8-17-266,0 1 1,0 0 0,-1 0 0,2-1-1,-1 1 1,0-1 0,0 1 0,0 0-1,0-1 1,0 0 0,0 1 0,0-1-1,0 0 1,0 1 0,0-1 0,0 0-1,0 0 1,0 0 0,0 0 0,0 0-1,0 0 1,0 0 0,2-1 0,4 1-2368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3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0 1776,'0'0'11200,"-11"5"-8648,-42 18-2405,51-22-118,0 0 0,0 0-1,0 0 1,1 1-1,-1-1 1,0 1 0,1 0-1,-1-1 1,1 1 0,0 0-1,-1 0 1,1 0-1,0 0 1,0 0 0,0 0-1,1 1 1,-1-1 0,0 0-1,1 0 1,-1 0-1,1 1 1,0-1 0,0 0-1,0 1 1,0 3 0,0-5-110,5-2-482,-1 1 404,1-1 1,0 1 0,-1 0-1,1 0 1,0 0-1,6 1 1,-3 0 102,31-2 14,-23 0 57,-1 0-1,0 1 0,0 1 0,1 0 1,21 6-1,-34-6-20,0 0 1,0-1-1,0 1 0,1 1 1,-1-1-1,0 1 1,0 0-1,-1-1 0,1 2 1,-1-1-1,1 0 0,-1 0 1,0 1-1,0-1 1,0 1-1,0-1 0,-1 1 1,1 0-1,-1 0 0,1 0 1,-1 0-1,0 0 0,0 0 1,0 0-1,-1 1 1,1-1-1,-1-1 0,0 1 1,0 0-1,0 5 0,1 18-8,0-21 7,0 0 0,-1 0 0,1 0 0,-1-1 0,-1 1 0,1 0 0,0 0 0,-1-1 0,0 1 0,0 0-1,-1 0 1,1-1 0,-1 1 0,0 0 0,0-1 0,-1 0 0,-3 5 0,4-7-36,0 0 1,0-1-1,0 1 1,-1-1-1,1 1 1,0-1-1,-1 0 1,1 0-1,-2 0 0,2 0 1,-1-1-1,1 1 1,-1 0-1,0-1 1,1 0-1,-6 0 0,-10 2-2567,10 1-809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5201,'0'0'9986,"0"117"-9650,0-95-208,7 1 96,-1-11-224,0 4 0,1-4 0,0-6-688,0 2-1520,-1-8-1521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4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3233,'0'0'9538,"12"48"-13347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0 254 768,'0'0'10320,"0"-1"-10196,0 1 0,0-1 0,1 0 0,-1 1 0,0-1 0,0 1 0,0-1 0,0 1 0,1-1 1,-1 0-1,0 1 0,1-1 0,-1 1 0,0 0 0,1-1 0,-1 1 0,1-1 0,-1 1 0,0-1 0,1 1 0,-1 0 1,2-1-1,13-4-48,1-1 1,-1-1-1,-1 0 1,0 0 0,1-1-1,24-20 1,-31 22-151,-1-1 1,1 1 0,-1 0-1,-1-1 1,9-13 0,-6-4-4470,-41 23 1337,27 0 3419,0 1-1,0 0 1,1 1 0,-1-1-1,1 1 1,0 0-1,-1 0 1,1 0-1,0 1 1,0-1-1,-8 5 1,10-4-42,-1 1 1,1-1-1,-2 1 1,2-1-1,0 1 1,0 0-1,0 0 0,0 0 1,1 0-1,-1 0 1,1 0-1,0 1 1,0-1-1,0-1 1,0 2-1,0 3 1,-1 0 90,1 0 1,0 0-1,1-1 1,-1 1-1,1 0 1,0 0-1,1-1 1,0 1-1,0 0 1,0-1 0,4 9-1,-4-11-181,1-1 0,1 1 0,-1 0 1,0-1-1,1-1 0,0 1 0,0 0 0,0 0 0,1 0 0,-1 0 0,0-1 0,1 1 1,-1-1-1,1 0 0,-1 0 0,1 0 0,0-1 0,7 3 0,-3-2-87,0 0 0,0-1 0,-1 1 0,1-1 0,0-1 0,-1 1 0,1-2 0,0 1 0,-1-1 0,2 0 1,-1 0-1,-1-1 0,0 0 0,1 0 0,-1-1 0,0 0 0,0 0 0,1-1 0,-2 0 0,8-5 0,44-12-1957,-57-28 1653,-1-70-3146,0 118 3477,-7 38 1491,7-16-641,-1-16-781,0 0 0,1 0 0,0 1 0,0-1 0,0 0 0,1 1 0,-1-1 0,1 0 0,1 1 0,-1-1 1,1 0-1,0-1 0,0 1 0,0 0 0,1 0 0,-1-1 0,1 1 0,4 4 0,2 1-80,0 1-1,1-1 1,-3 2-1,1-1 0,-1 2 1,-1-1-1,0 0 1,7 25-1,5 4 138,-17-55-268,0 1-1,0-2 1,-1 1 0,-1-1-1,-3-16 1,-4 7-140,2 1 0,1-1 0,1 0 0,1 0 0,1 0 0,1 0 0,5-45 0,-2 64 237,1 0 1,-1 0 0,1 1 0,0-1 0,0 1-1,1-1 1,0 1 0,0 0 0,0 0 0,0 2-1,0-2 1,0 1 0,1 0 0,0 0 0,-1 0-1,1 1 1,0 0 0,0 0 0,1 0 0,0 0 0,-1 1-1,8-1 1,-12 1 24,1 1 0,0 0 0,-1 0 0,1 1 0,0-1 0,-1 0 0,1 0 1,-1 1-1,1-1 0,0 1 0,-1 0 0,1-1 0,-1 1 0,1 0 0,-1 0 0,0 0 0,1 0 0,-1 0 0,0 0 0,0 0 0,2 2 0,10 31 11,-7-9 14,12 25 482,-7-21 270,12 57 1,-13-53-516,0 11-14,-10-43-316,-1-1-1,1 0 1,0 0-1,0 1 1,0-1-1,0 0 1,0 0-1,0 0 1,0 1-1,0-1 1,0 0-1,0 0 1,0 0 0,0 1-1,0-1 1,1 0-1,-1 0 1,0 1-1,0-1 1,0 0-1,0 0 1,0 0-1,0 0 1,0 1-1,1-1 1,-1 0-1,0 0 1,0 0 0,0 0-1,0 1 1,1-1-1,-1 0 1,0 0-1,0 0 1,0 0-1,1 0 1,-1 0-1,0 0 1,0 0-1,0 0 1,1 0-1,-1 0 1,0 0 0,0 0-1,1 0 1,-1 0-1,0 0 1,0 0-1,0 0 1,1 0-1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1 560,'0'0'9413,"0"20"-8056,0 159 3186,0 182-1292,0-357-3248,0 0 0,0 0 0,1-1 0,-1 2 0,1-1 0,0 0 0,0 0 0,0 0 0,0-1 0,1 1 0,0 0 0,0 0 0,0-1 0,0 1 0,0-1 0,1 0 0,-1 1 0,1-1 0,0 0 0,1-2 0,-1 2-1,0 0 1,1-1 0,-1 0 0,1 0 0,-1 0 0,1 0 0,0-1 0,0 1 0,0-1 0,0 0 0,0 0 0,0 0 0,6 0 0,-2-1-63,1 1-122,1-1 1,0 1 0,0-2-1,-1 0 1,2 0-1,-1 0 1,-1-1-1,1-1 1,-1 0-1,0 0 1,1-1-1,-1 0 1,15-8 0,-10 3-1581,0-1 0,0 0 0,15-15 1,-15 7-2347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7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1280,'0'0'13625,"27"-4"-9222,78-26-2179,128-31-2186,-231 60 467,7 0-2539,-17 7-3516,-21 10 885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0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1152,'0'0'7450,"-43"1"7625,41 4-14724,1 0 1,0 0-1,1-1 1,-1 1-1,1 0 0,0 0 1,0 0-1,1 0 0,0 6 1,1 7 578,-3-14-774,1 0 1,1 0-1,-1 0 0,1 0 1,-1-1-1,1 1 1,0 0-1,0 0 0,1-1 1,-1 1-1,1-1 1,0 1-1,0-1 0,3 5 1,2-1 104,0-1 0,0 1 0,1-1-1,13 8 1,-20-13-233,19 12 33,28 22 120,2-2 1,2-3-1,0-2 1,68 26-1,636 156-181,-290-122 0,-189-40 0,199 15 0,-264-41 0,-119-5-3588,-60-11-1100,-55-1-3674,2 4-3622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2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528 462 6241,'0'0'5983,"13"-15"938,-18 13-6862,1 1-1,-1-1 0,0 1 0,0 0 0,1 1 0,-1 0 0,0-1 0,0 1 0,1 1 0,-7 0 0,3-1 88,-15 0 68,0 2 0,0 0 0,0 2 0,0 0 0,0 2 0,1 0 0,0 2 0,0 0 0,0 2 0,1 0 0,-19 13 0,13-6 123,-47 37 0,64-45-268,0 0 0,1 1-1,0 0 1,0 0 0,1 1 0,0 0 0,-6 12-1,12-17 23,0-1 1,1 1-1,0 0 0,0-1 0,0 1 0,0 0 0,1 0 0,0 0 0,0 6 0,1 0 401,-1-10-428,1-1-1,0 1 0,0-1 1,0 1-1,0-1 0,0 0 0,0 1 1,1-1-1,-1 0 0,0 0 1,1 0-1,-1 0 0,1 0 0,-1 0 1,1 0-1,-1-1 0,1 1 1,-1-1-1,1 1 0,0-1 0,-1 1 1,1-1-1,3 0 0,42 8 299,-47-8-360,15 2-53,0-1 0,0-1 0,1 0 1,-1-1-1,0 0 0,0-1 0,0-1 0,20-6 0,-26 5 4,-1 1 1,0-1 0,0-1-1,-1 1 1,1-1 0,-1 0-1,0-1 1,-1 0 0,1 0-1,-1-1 1,0 1 0,-1-1-1,1 0 1,-1-1 0,6-11-1,-5 5-204,-1 1-1,1-1 1,-2 0-1,0-1 1,-1 1-1,0-1 1,0-15-1,-1-2-917,-2-1 1,-4-37-1,0 53 771,0 0 0,0 0 1,-2 1-1,0-1 0,-1 1 1,-14-24-1,-9-21-363,26 44 627,-1 0 1,2 0-1,1-1 0,0 1 0,1-1 1,0 1-1,4-28 0,-2-3-1213,-1 47 1142,-4 13 3062,4 10-2481,35 76 1325,-5 0 1,20 109 0,-48-192-1540,3 14 146,1-1 0,1 0 1,2 0-1,14 34 0,-20-56-282,0 1 0,1-1-1,-1 0 1,1 0-1,1-1 1,-1 1 0,1-1-1,0 0 1,0 0-1,0-1 1,0 1 0,1-1-1,0 0 1,0-1-1,0 1 1,1-1 0,-1 0-1,1-1 1,-1 0-1,1 0 1,0 0-1,0-1 1,10 1 0,3-1-836,0-1 1,1-1 0,31-5-1,-33 2-972,0-1-1,0-1 1,28-12-1,6-7-4354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3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13 2849,'0'0'7588,"-3"-12"-4761,-13 13-2120,0 1 0,0 0 0,1 1 0,-1 1 0,0 1 0,1 0 0,0 1 0,1 1-1,-1 0 1,1 1 0,0 1 0,-20 16 0,19-13-258,0 0 0,1 1 0,1 1 0,0 0 0,1 1 0,0 0 0,1 1 0,1 0 0,0 1 0,-10 26 0,16-26 138,1 0 1,0 0-1,1 0 1,1 0-1,1 0 1,3 30 0,-2 3 329,1-41-903,-1 1 1,1-1-1,1 0 0,0 0 1,0 0-1,1 0 0,0-1 1,0 0-1,1 1 0,0-1 1,0-1-1,1 1 0,0-1 1,0 0-1,1 0 0,0-1 1,0 0-1,1 0 0,-1-1 1,1 0-1,1 0 0,-1-1 1,9 4-1,16-3-217,0-2 1,0-2-1,0 0 0,38-6 0,-43 2-843,-1-1 0,0-1-1,44-15 1,27-14-4570,-11 2-2616,-40 18-479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4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68 163 3217,'0'0'7503,"-10"5"-7053,-33 13 79,28-5 12188,27-12-10837,199-10 587,237-40 1,123-40-988,-480 73-1452,178-8 0,238 15-28,-406 6-1480,-117 11-10229,-19 12 4886,-9 4-4908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6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357 411 2689,'0'0'9676,"-3"0"-8841,-4 0-495,-2-1 75,1 1 0,0 0 0,0 1-1,0 0 1,0 0 0,0 0 0,0 1-1,0 1 1,1-1 0,-13 7 0,-13 10 677,2 2 1,-50 41-1,72-53-905,-1-1 0,1 2-1,0-1 1,1 1 0,0 1 0,1 0-1,0 0 1,1 0 0,0 0 0,1 1-1,-7 20 1,10-25-125,1-1-1,0 1 1,0 0 0,1 0-1,-1-1 1,1 1 0,1 0 0,-1 0-1,3 9 1,-2-13-52,0-1 0,0 1 0,0-1-1,0 1 1,1-1 0,-1 0 0,0 0 0,1 0 0,0 1 0,-1-1 0,1-1 0,0 1 0,0 0-1,0 0 1,0-1 0,1 1 0,-1-1 0,0 0 0,1 1 0,-1-1 0,1 0 0,-1-1-1,1 1 1,4 1 0,3 0-46,0-1 0,-1 1 0,1-2 0,0 1 1,0-1-1,0-1 0,0 1 0,-1-2 0,1 0 0,0 0 0,-1 0 0,1-1 0,-1-1 0,0 1 0,0-2 0,0 1 0,-1-1 0,1-1 0,-1 1 0,9-9 0,0 0-75,0-1-1,-1-1 1,0 0-1,-2-1 1,0 0-1,0-2 0,-2 1 1,0-2-1,-2 1 1,0-1-1,-1-1 0,-1 0 1,0 0-1,-2-1 1,-1 0-1,-1 0 1,2-27-1,8-328-4260,-14 377 4450,-1 1 94,-1 1 0,1 0 1,0 0-1,0 0 0,0 0 1,0 0-1,0 0 0,0 0 1,0 0-1,1 0 1,-1 1-1,1 2 0,-1 57 624,-1-29-428,1 0 1,2 0 0,2 0 0,1 0-1,1-1 1,11 38 0,-3-31-266,2-1-1,2-1 1,29 50 0,-40-80-139,-1 0 0,1 0 0,1 0 0,0-1 0,-1 0 0,2 0 0,-1-1 0,1 0 0,0 0 0,0-1 0,0 0 0,14 4 0,-17-6-32,0 0 1,1 0-1,-1-1 0,1 0 0,0 0 0,-1 0 0,1-1 0,0 0 0,0 0 0,-1 0 0,1-1 0,0 0 0,-1 0 0,1 0 1,-1-1-1,1 0 0,-1 0 0,0 0 0,0-1 0,10-5 0,-3-2-104,-1-1 0,0 1 1,0-2-1,-1 0 0,-1 0 0,0 0 1,0-1-1,-1-1 0,-1 1 0,-1-1 0,0-1 1,0 1-1,-2-1 0,1 0 0,-2 0 1,0 0-1,-1 0 0,-1-1 0,0-27 1,-1-178-2233,0 158 5277,0 119-2009,3-1-1,11 57 1,-9-83-708,2 0 0,1 0 0,1-1-1,2-1 1,21 42 0,-25-56-126,0 1 0,1-2 0,1 1 0,20 21 0,-25-30-327,0 0-1,0-1 1,1 1 0,0-1-1,0-1 1,8 5 0,-7-5-619,0 0 1,0 0 0,0-1 0,0 0 0,1 0-1,11 0 1,1-1-3747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6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5841,'0'0'19092,"19"0"-18275,19 0-657,14-6-160,12 0-209,6 0-1903,33-9-1761,-13 2-2096,-13 1-6434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1312,'0'0'20159,"9"0"-17921,14-2-1695,0 0-1,38-10 0,29-3-822,-33 13-2076,-19 1-3890,-18 1-1214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0 0 6689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6689,'77'174'10979,"-58"-174"-8547,1 0-1247,5 0-497,1 0 272,0 0-944,6 0-16,-7 0-336,14 0-2177,-1 0-2752,-5 0-9570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8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 6177,'0'0'11467,"-19"0"-10171,0 0-955,10-1-186,0 1 0,1 0 1,-1 1-1,0-1 0,0 2 0,1-1 0,-1 1 0,1 1 1,0 0-1,-1 0 0,-13 8 0,6-3 239,0 1-1,1 1 1,0 1 0,1 0-1,0 1 1,1 1-1,-22 26 1,28-30-208,2-1 0,0 1 0,0 1 0,0-1 1,1 1-1,0 0 0,1 0 0,1 0 0,-1 0 0,1 0 0,1 1 0,0-1 0,0 1 1,1-1-1,2 14 0,0-18-73,-1 0 0,2 0 0,-1 0 0,1 0 0,0 0 0,0-1 0,0 1 0,1-1 0,0 0 0,0 0 0,0 0 0,1-1 0,-1 1 0,1-1 0,0 0 0,1-1 0,-1 1 0,0-1 0,12 5 0,5 3 58,1-1 0,0-1 0,44 11 0,-50-16-301,-1 0 0,1-2-1,0 0 1,-1-1-1,1 0 1,0-1-1,20-3 1,-29 1 66,1 0 0,-1 0 0,1-1 0,-1 0 0,0-1 0,0 1 0,0-1 0,-1-1 0,1 0 0,-1 0 0,0 0 0,0-1 0,-1 0 0,0 0 0,7-8 0,-4 1-67,0-1 0,0 1-1,-2-1 1,1-1 0,-2 1 0,0-1-1,-1 0 1,0 0 0,2-17-1,-1-6-588,-1 0-1,-2-61 0,-3 98 687,0 0 0,-1 0 0,1-1 0,-1 1 0,1 0 0,-1 0 0,1 0-1,-1 0 1,0 0 0,1 0 0,-1 0 0,0 0 0,0 0 0,0 0 0,0 0 0,0 0 0,0 0 0,0 1 0,0-1 0,0 0 0,0 1 0,0-1 0,0 1 0,-1-1 0,1 1-1,0 0 1,0 0 0,-1-1 0,-1 1 0,-45-4-216,40 4 228,-186-1-302,151 1-2781,0 0-3374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37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1 387 672,'0'0'8077,"0"26"7086,0-392-13712,0 365-1459,0 1 16,0-3-3,0 0 16,0-6-616,0 7 717,-1 1-1,1-1 1,0 1-1,0-1 0,0 0 1,0 1-1,1-1 1,-1 1-1,0-1 1,1 1-1,-1-1 1,1 1-1,1-4 0,-1 5 101,1-1-1,-1 0 0,1 0 0,0 1 0,-1-1 0,1 1 0,0-1 1,0 1-1,-1 0 0,1 0 0,0 0 0,0 0 0,0 0 1,3 0-1,463 0 2703,-467 0-3065,-1 1 92,0 0 0,-1 0 0,1 0 0,0 0 0,-1-1 0,1 1 0,-1 0 0,1 0 0,-1 0 0,1-1 0,-1 1 0,1 0 0,-1 0 0,0-1 0,1 1 0,-1-1 0,0 1 0,0-1 0,0 1 0,1-1 0,-1 1 0,0-1 0,0 1 0,0-1 0,0 0 0,-1 1 0,-30 5-1775,24-5 894,-25 4-4180,0-2-2871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2:5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29 416,'0'0'2199,"-9"-13"826,8 13-2982,0 0 1,-1 0 0,1 0-1,0 0 1,0 1-1,0-1 1,0 0 0,0 1-1,0-1 1,0 1 0,1-1-1,-1 1 1,0-1-1,0 1 1,0 0 0,-1 1-1,1-1-53,0-1 0,0 1-1,0 0 1,0 0 0,0 0 0,0-1-1,0 1 1,0 0 0,-1-1-1,1 0 1,0 1 0,0-1 0,-1 1-1,1-1 1,0 0 0,-3 0 0,4-1 27,1 0-1,-1-1 1,0 1 0,0-1 0,0 1 0,1 0 0,-1-1 0,-1 1 0,1-1-1,0 1 1,0 0 0,0-1 0,-1 1 0,0-3 0,-1-6-118,6 17-970,3 2-480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2577,'0'0'4609,"-4"0"-4249,-73 0 965,76 0-801,1 6 3252,-1-2-3753,0 1 1,0 0-1,0-1 1,-1 1-1,0 0 1,1-1-1,-2 0 1,1 1-1,0-1 0,-1 0 1,0 0-1,0 0 1,0-1-1,0 1 1,-1-1-1,1 0 1,-6 4-1,-9 11 8,17-17 40,17 7-1489,83 42-3164,-50-19 784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23 1536,'0'0'5259,"-3"4"-4548,-4 4-429,-1 0 0,0-1 1,-18 13-1,22-17-259,-1 1 0,0-1 0,0 0 0,0 0 0,0-1 0,0 0 0,-1 0 0,1 0 0,-12 2 0,16-4-51,1-7-147,-1-8 241,1-33 239,0 47-285,0 0-1,0-1 0,0 1 0,0 0 1,0 0-1,1 0 0,-1 0 0,0 0 1,1 0-1,-1 0 0,1 0 1,-1 0-1,1 0 0,0 0 0,-1 0 1,1 0-1,0 0 0,0 0 1,-1 0-1,1 1 0,0-1 0,0 0 1,0 1-1,0-1 0,0 1 1,0-1-1,0 1 0,0-1 0,0 1 1,0 0-1,0-1 0,0 1 0,2 0 1,-2 0 316,-1 22-412,0-12 212,0-7-293,-1 0 0,1 0 0,0 0 0,0 1 0,0-1 0,0 0 0,1 0 0,-1 0 0,1 0 0,0 0 0,0 0 0,0 0 0,0 0 0,0 0 0,1 0 0,-1 0-1,1-1 1,0 1 0,0-1 0,0 1 0,0-1 0,4 4 0,10 7-2315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2785,'0'0'5940,"0"5"-5787,-1-1-133,0-1 0,0 1-1,0-1 1,0 0 0,-1 1 0,0-1 0,1 0 0,-1 0 0,0 0 0,0 0-1,-1-1 1,1 1 0,0-1 0,-1 1 0,0-1 0,0 0 0,-5 4-1,3-3-10,0 1 0,0-1-1,0 0 1,-1-1-1,1 1 1,-1-1-1,0 0 1,0 0-1,0-1 1,0 0-1,-8 1 2307,15-2-2470,0 1 0,0-1 1,0 1-1,0-1 0,0 1 0,0-1 1,1 0-1,-1 0 0,0 0 0,0 1 1,0-1-1,1 0 0,-1 0 1,0-1-1,0 1 0,0 0 0,1 0 1,-1-1-1,0 1 0,1-1 0,7-1-672,31-6-2843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44 40,'0'0'3499,"-5"-4"-3220,4 3-270,-3-1 97,1-1 0,-1 0 0,1 0 0,0 0 0,0 0 0,0 0 0,0-1 0,1 1 0,-1-1 0,-1-3 0,-37 7 4066,36 3-3950,0 0 1,0 1 0,0 0 0,1 0-1,0 0 1,0 0 0,0 1 0,0-1-1,0 1 1,-4 10 0,1-5 85,-33 36 354,33-43-615,6-3-95,1-35 297,0 31-94,0 3 188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72,'0'0'9330,"0"0"-9320,0 0 0,0 0-1,0 0 1,0 0 0,0 0 0,0 0 0,0 1-1,0-1 1,0 0 0,0 0 0,-1 0 0,1 0-1,0 0 1,0 1 0,0-1 0,0 0 0,0 0 0,0 0-1,0 0 1,0 0 0,0 1 0,0-1 0,0 0-1,0 0 1,0 0 0,0 0 0,1 0 0,-1 0-1,0 1 1,0-1 0,0 0 0,0 0 0,0 0-1,0 0 1,0 0 0,0 0 0,0 1 0,0-1-1,1 0 1,-1 0 0,0 0 0,0 0 0,0 0-1,0 0 1,0 0 0,0 0 0,1 0 0,-1 0 0,0 0-1,0 0 1,0 0 0,0 0 0,0 0 0,1 0-1,-1 0 1,0 0 0,0 0 0,0 0 0,0 0-1,0 0 1,1 0 0,-1 0 0,0 0 0,0 0-1,0 0 1,0 0 0,0 0 0,-8 3-19,-1-1 1,0 1 0,-1-2-1,1 1 1,0-1 0,-13-1-1,20 0 102,2-1-256,0-11 647,6 8-3048,21 4-1143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1016,'0'0'2355,"23"-16"-2264,72-50-52,-65 41 18,-30 8 8508,0 48-7394,1-28-1157,-1 0 1,0 0 0,0 0 0,0 0-1,0 0 1,0 0 0,-1 1 0,1-1 0,-1-1-1,0 1 1,0 0 0,0 0 0,0 0 0,0 0-1,-1-1 1,1 1 0,-4 3 0,1-4-36,0 0 0,0 0 1,0-1-1,-1 0 0,1 0 1,0 0-1,-1 0 0,1-1 1,-1 1-1,1-1 0,-1 0 1,-4-1-1,7 1 19,1-1 0,-1 1 0,0 0 0,1 0 0,-1-1 0,1 1-1,-1-1 1,1 1 0,-1-1 0,1 0 0,0 0 0,-1 1 0,1-1 0,0 0 0,-1 0 0,1 0 0,0-1 0,0 1 0,0 0 0,0 0 0,0 0 0,0-1 0,0 1 0,1-1 0,-1 1 0,0-1 0,1 1-1,-1-1 1,1 1 0,0-1 0,-1-1 0,-3-56 244,4 49-154,0 9-88,1 1 0,-1-1 0,1 1 0,-1 0 0,0-1 0,1 1 0,-1 0 0,1-1 0,-1 1 0,1 0 0,0-1 0,-1 1 0,1 0 0,-1 0 0,1 0 0,-1 0 0,1-1 0,0 1 0,-1 0 0,1 0 0,-1 0 0,1 0 0,0 0 0,-1 1 1,1-1-1,-1 0 0,1 0 0,-1 0 0,1 0 0,0 1 0,-1-1 0,1 0 0,-1 0 0,1 1 0,-1-1 0,1 0 0,-1 1 0,1-1 0,-1 1 0,0-1 0,1 1 0,-1-1 0,0 1 0,1-1 0,-1 1 0,0-1 0,1 1 0,-1-1 0,0 1 0,0-1 0,0 1 0,0 0 0,1 0 0,0 23-146,0-14 95,-1-1-1,0 1 1,0-1 0,-1 1 0,-2 11 0,3-20 13,-1 0-1,0 0 1,0 0 0,1 0 0,-1 0 0,0 0 0,0 0-1,0 0 1,0 0 0,0-1 0,0 1 0,0 0-1,0-1 1,-1 1 0,1-1 0,0 1 0,0-1 0,0 0-1,-1 1 1,1-1 0,0 0 0,0 0 0,-1 0-1,1 0 1,0 0 0,-2 0 0,2 0-340,6 0-1770,65-5-242,-22-3 363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57 728,'0'0'5608,"-18"0"-5421,-78 0 138,95-44 1227,2 31-1302,2 21-61,1 22-113,-5-25-72,0-1-1,0 1 1,0-1-1,-1 0 1,1 1-1,-1-1 1,0 0 0,-1 0-1,1 0 1,-1-1-1,1 1 1,-1 0-1,0-1 1,0 0-1,-1 1 1,1-1-1,-1-1 1,0 1-1,1 0 1,-1-1 0,0 0-1,-1 0 1,1 0-1,0-1 1,-8 3-1,4-3-31,6-1-78,2-14-617,-1 12 523,1-1-1,0 0 1,0 1-1,0-1 1,0 0 0,0 0-1,1 1 1,-1-1-1,1 0 1,1-4-1,12-7-2015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45 2681,'0'0'4250,"-48"-5"-3963,47 3-228,0 1 1,1 0 0,-1-1 0,1 1-1,-1 0 1,1-1 0,-1 1 0,1-1-1,0 1 1,0-1 0,0 1 0,0-1-1,0 1 1,0-3 0,-1-7 2011,-21 7-1058,-42 35-887,47-23-273,13-6-288,0-1 0,0 1 1,0 0-1,1 1 0,-1-1 0,1 1 0,0-1 0,-1 1 0,1 0 1,0 0-1,1 1 0,-1-1 0,-2 4 0,-3 6-4294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1720,'0'0'8502,"0"15"-8083,1 1-320,0-11-77,-1 1-1,1-1 1,-1 0-1,0 1 1,-1-1 0,1 1-1,-1-1 1,0 0-1,-1 0 1,1 1-1,-1-1 1,0 0-1,0 0 1,0-1-1,-4 6 1,3-4-3,-4 5 10,0 0 0,0-1 0,-13 14-1,17-22-46,0 1 0,1-1 0,-1 1 0,0-1 0,0 0 0,-1 0 0,1-1 0,0 1-1,-1-1 1,1 1 0,-1-1 0,1 0 0,-1 0 0,1-1 0,-1 1 0,-5 0 0,7-1-160,2-4 136,0-14 92,-1 6-15,1-1 0,1 1 0,-1 0 0,6-23 0,-5 33-2,-1-1 1,1 1-1,0 0 0,0-1 1,0 1-1,0 0 0,1 0 1,-1 0-1,0 0 1,1 0-1,-1 0 0,1 0 1,0 0-1,0 1 1,0-1-1,0 1 0,0-1 1,0 1-1,0 0 1,0 0-1,0 0 0,1 0 1,-1 0-1,0 0 1,1 1-1,-1-1 0,0 1 1,1-1-1,-1 1 1,5 0-1,-6 0 482,-1 4-163,0 14-252,1-8-108,0 1 1,-1-1-1,-1 0 0,0 0 1,0 1-1,-1-1 1,0 0-1,0 0 1,-1 0-1,-1-1 1,-7 15-1,7-18-137,-9 15-1140,15-7-3846,5-13-32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8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4225,'0'0'4989,"14"-2"-4757,40-7-79,-53 9-147,-1 0-1,0 0 0,1-1 0,-1 1 0,0 0 0,1 0 1,-1 0-1,0-1 0,1 1 0,-1 0 0,1 0 0,-1 0 1,0 0-1,1 0 0,-1 0 0,0 0 0,1 0 0,-1 0 1,1 0-1,-1 0 0,0 0 0,1 0 0,-1 0 0,1 0 1,-1 0-1,0 1 0,1-1 0,-1 0 0,0 0 0,1 0 1,-1 1-1,0-1 0,1 0 0,-1 0 0,0 1 0,0-1 1,1 0-1,-1 1 0,0-1 0,0 0 0,1 1 1,-1-1-1,0 0 0,0 1 0,0-1 0,-4 7 1,1-5-1,0 0 0,-1 0 0,1 0-1,-1-1 1,0 0 0,0 1 0,1-2-1,-1 1 1,0 0 0,0-1 0,0 1-1,0-1 1,0 0 0,-6-1 0,2 1-65,7-24-161,1 18 249,0 0 0,0 0 0,0 0 1,1 0-1,0 0 0,3-9 0,-3 12-9,1 0-1,0 0 1,-1 1-1,1-1 1,0 1 0,0 0-1,1-1 1,-1 1-1,0 0 1,1 0 0,-1 0-1,1 1 1,0-1 0,4-1-1,6-3 200,0 0-1,0 1 1,1 1-1,0 0 1,0 1-1,0 0 1,0 1-1,0 1 1,1 0-1,-1 1 0,0 0 1,22 5-1,-33-5-194,-1 1-1,0 0 0,0 0 0,0 0 0,0 0 0,0 0 0,0 0 1,0 0-1,0 1 0,0-1 0,-1 1 0,1 0 0,0-1 0,-1 1 1,1 0-1,-1 0 0,0 0 0,0 0 0,0 0 0,0 0 0,0 0 1,0 0-1,0 0 0,-1 1 0,1 3 0,1 6-696,-1 0 0,0 1 0,-1 20 0,-1-14-3422,1-13 1224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65 72,'0'0'5743,"-26"0"-5437,-79-1-103,101 1-173,1 0-1,0 0 1,0 0-1,-1-1 1,1 1-1,0-1 1,0 0-1,0 0 1,0 0-1,-4-1 1,-1-13 333,5 7-113,2 5-102,-15-22 1621,16 25-1719,0-1-1,0 1 1,-1 0 0,1-1 0,0 1-1,0 0 1,0-1 0,-1 1 0,1 0-1,0 0 1,-1-1 0,1 1 0,0 0-1,-1 0 1,1-1 0,0 1 0,-1 0-1,1 0 1,0 0 0,-1 0 0,1 0-1,0 0 1,-1-1 0,1 1 0,-1 0-1,1 0 1,0 0 0,-1 0 0,1 0-1,-1 0 1,1 1 0,0-1 0,-1 0-1,1 0 1,0 0 0,-1 0 0,1 0-1,-1 1 1,1-1 0,0 0-1,-1 0 1,1 0 0,0 1 0,0-1-1,-1 0 1,1 0 0,0 1 0,0-1-1,-1 0 1,1 1 0,0-1 0,0 0-1,0 1 1,-1-1 0,1 1 0,0-1-1,0 0 1,0 1 0,0-1 0,0 0-1,0 1 1,0-1 0,0 1 0,-3 7-24,-1-1 1,1 0-1,-1 0 1,-1 0-1,1-1 1,-1 1-1,-11 10 1,-46 38 15,55-49-72,-1-1 0,0-1-1,0 0 1,-1 0-1,1 0 1,-1-1 0,0 0-1,0-1 1,0 0-1,0 0 1,0-1-1,0 0 1,0-1 0,-17-1-1,24-28-4810,2 18 1818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1 440,'0'0'8573,"12"19"-8304,37 60-88,-48-78-178,1 0 0,-1 0-1,0 1 1,-1-1 0,1 0-1,0 1 1,0-1 0,0 1-1,-1-1 1,1 1-1,-1-1 1,1 1 0,-1-1-1,0 1 1,0-1 0,1 1-1,-1 0 1,0-1 0,0 1-1,-1-1 1,1 1 0,0 0-1,-1 1 1,0-2-7,0 0 0,0-1 0,0 0 0,0 1 0,-1-1 0,1 0-1,0 1 1,0-1 0,0 0 0,0 0 0,0 0 0,-1 0 0,1 0 0,0 0 0,0-1 0,-2 1 0,-5-1-77,7 1 857,13-4-1039,48 3-3071,-33 1 259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 2577,'0'0'8329,"-1"0"-8199,-5 0-48,5 0-196,1-1 108,0 1 0,-1-1 1,1 0-1,0 0 1,0 0-1,0 1 0,0-1 1,0 0-1,0 0 1,1 0-1,-1 0 0,0 1 1,0-1-1,1 0 0,-1 0 1,0 1-1,1-1 1,0-1-1,19 1 343,-18 1-405,10 0-524,-3 2-100,0 0 0,0 1-1,0 0 1,-1 0-1,11 6 1,21 8-4360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2985,'0'0'7177,"-8"0"-7169,8 4-3024,0 9-953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2937,'0'0'2096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1 304,'0'0'12091,"0"4"-15700,0 9-360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1632,'0'0'3601,"-42"5"-6417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560 301 16,'-560'-287'560,"560"282"192,0 1-752,0-1-600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3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1 984,'0'0'8210,"16"22"-8210,17-18-1128,9 5-1433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85 2721,'0'0'7601,"-7"-1"-4364,6 0-3203,0 1-1,0 0 1,1 0 0,-1 0-1,0 0 1,0 0-1,0 0 1,0 0 0,0 0-1,1 0 1,-1 1-1,0-1 1,0 0-1,0 0 1,0 1 0,1-1-1,-1 1 1,0-1-1,-1 1 1,-18 29 198,12-19-222,0 0-1,0 0 1,-1 0-1,-20 17 1,29-28-35,0 0-1,0 0 1,-1 1-1,1-1 1,0 0 0,0 0-1,-1 0 1,1 0-1,0 0 1,0 0 0,-1 0-1,1 0 1,0 0-1,0 0 1,0 0-1,-1 0 1,1 0 0,0 0-1,0 0 1,-1 0-1,1 0 1,0 0-1,0 0 1,-1-1 0,1 1-1,0 0 1,0 0-1,0 0 1,-1 0 0,1 0-1,0-1 1,0 1-1,0 0 1,0 0-1,-1 0 1,1 0 0,0-1-1,0 1 1,0 0-1,0 0 1,0-1 0,0 1-1,0 0 1,-1 0-1,1-1 1,0 1-1,0 0 1,0 0 0,0 0-1,0-1 1,0 1-1,0 0 1,0 0 0,0-1-1,0 1 1,1 0-1,-1 0 1,0-1-1,0 1 1,0-23-51,0 18 22,0-2 73,0 0-1,0 1 1,1-1-1,0 0 1,0 0-1,1 0 1,0 1 0,0-1-1,1 1 1,-1-1-1,1 1 1,1 0-1,-1 0 1,1 0 0,0 1-1,0-1 1,1 1-1,0 0 1,0 0-1,0 0 1,0 1 0,1 0-1,0 0 1,-1 0-1,9-3 1,-2 6 82,-9 27-144,-3-24 36,0 111-56,0-112 61,0 1 1,0-1-1,0 0 1,0 1-1,-1-1 1,1 1-1,0-1 1,-1 0-1,1 1 1,-1-1-1,0 0 1,1 1-1,-1-1 1,0 0-1,1 0 1,-1 0-1,0 0 1,0 0-1,0 0 1,0 0-1,0 0 1,-1 0 0,1 0-1,0 0 1,0-1-1,0 1 1,-1 0-1,1-1 1,0 1-1,-1-1 1,-1 1-1,-10 5-117,12-6-114,1-2-659,0 0 629,0 0 0,0 0 1,0-1-1,0 1 0,1 0 1,-1 0-1,1 0 0,-1 0 1,1-1-1,0 1 1,0 0-1,0 0 0,0 1 1,1-1-1,-1 0 0,2-2 1,33-23-2051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1768,'0'0'8057,"-11"23"-7557,-37 71-144,46-89-353,0-1 0,-1 0 1,1 0-1,-1 0 0,0 0 0,0-1 1,0 1-1,-1-1 0,1 1 0,-1-1 0,0 0 1,0-1-1,0 1 0,0-1 0,0 0 1,-1 0-1,1 0 0,-1 0 0,1-1 0,-1 0 1,0 1-1,1-2 0,-1 1 0,0-1 1,0 0-1,0 0 0,-7-1 0,6 1-45,6 0 43,-1 0 1,0-1-1,1 1 0,-1 0 1,1-1-1,-1 1 0,1 0 1,-1-1-1,1 1 1,-1-1-1,1 1 0,0-1 1,-1 1-1,1-1 0,-1 0 1,1 1-1,0-1 0,0 1 1,-1-1-1,1 0 0,0 1 1,0-1-1,0 0 1,0 1-1,0-1 0,0 0 1,0 1-1,0-1 0,0-1 1,1-22 259,-1 21-242,0-5 66,3-29 222,-2 36-296,-1 0-1,1 0 1,-1 0 0,1 0 0,0 0-1,-1 0 1,1 0 0,0 0 0,0 0 0,0 1-1,-1-1 1,1 0 0,0 0 0,0 1 0,0-1-1,0 1 1,0-1 0,0 1 0,0-1-1,1 1 1,-1 0 0,0-1 0,0 1 0,0 0-1,0 0 1,0 0 0,1 0 0,0 0 0,0 0 163,-2 4-166,0 57 50,0-33-4489,3-28 2727,10 0-131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6 304,'0'0'8638,"12"-1"-8014,39-3-356,-50 3-260,0 2 0,0-1 0,-1 0-1,1 0 1,0 0 0,0 0 0,0 0 0,0 1 0,-1-1-1,1 0 1,0 1 0,0-1 0,-1 1 0,1-1 0,0 0-1,-1 1 1,1 0 0,0-1 0,-1 1 0,1-1 0,-1 1-1,1 0 1,-1-1 0,1 1 0,-1 0 0,1 0 0,-1 0-1,0-1 1,1 1 0,-1 0 0,0 0 0,0 0 0,0 1-1,0 30 83,-1-23-6,2 11-41,0-15-38,0-1 0,-1 1 0,1 0 1,-1 0-1,-1-1 0,1 1 0,0 0 0,-1-1 0,0 1 1,0 0-1,-1-1 0,1 1 0,-1-1 0,-4 8 0,-6 0-5,0-1 0,-2 0 0,1 0 0,-1-2-1,-1 0 1,1 0 0,-28 10 0,42-18-14,-1-1 1,0 0-1,1 0 1,-1 1-1,0-1 0,1 0 1,-1 0-1,0 0 1,0 0-1,1 0 0,-1 0 1,0 0-1,0 0 1,1 0-1,-1 0 1,0 0-1,1-1 0,-1 1 1,0 0-1,1-1 1,-1 1-1,0 0 0,1-1 1,-1 1-1,0 0 1,1-1-1,-1 1 0,1-1 1,-1 1-1,0-2 1,-7-26 46,13-34 344,-5 60-370,1 0 1,0 1-1,0-1 0,-1 0 1,1 0-1,0 1 0,0-1 0,1 1 1,-1-1-1,0 1 0,0-1 1,1 1-1,-1 0 0,1-1 0,-1 1 1,1 0-1,0 0 0,-1 0 0,1 0 1,0 1-1,3-2 0,2 0 23,1 0 0,0 0-1,-1 1 1,1 0 0,0 0 0,9 1-1,-15 6-33,-1 0 0,-1 0 0,1 1 0,-1-1-1,-1 9 1,1-14 5,-2 15-59,-11-13-1149,28-3-6798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1 328,'0'0'3106,"-35"0"-2783,-185 0 1799,190 5 2119,27-3-4240,0 0 0,0 0 1,0 0-1,0 0 0,0 1 1,1-1-1,-1 1 0,-2 3 0,-19 18 200,20-21-236,0 0 0,0 0 1,0-1-1,0 1 1,-1-1-1,1 0 0,-1 0 1,1-1-1,-1 1 1,0-1-1,0 0 0,1 0 1,-1-1-1,0 1 1,0-1-1,-7-1 0,12 1 36,-1-1-1,0 0 0,0 0 1,1 0-1,-1 0 0,1 0 1,-1 0-1,1 0 0,-1 0 1,1-1-1,-1 1 0,1 0 1,0 0-1,0 0 0,0 0 0,-1 0 1,1-1-1,0 1 0,1 0 1,-1 0-1,0-1 0,0-41 300,1 31-88,-1 12 174,0 40-136,0 12-1002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24,'0'0'3497,"5"-2"-3453,2-2-40,-1 0 0,0 0 0,-1 0 0,1-1 0,-1 0 0,1 0 0,-1 0 0,-1 0 0,8-11 1,31-32 731,-39 46-356,-1-1-1,1 1 1,-1 0-1,1 0 1,0 0-1,0 0 1,0 1-1,0 0 1,0-1-1,0 2 1,0-1-1,0 0 1,8 0-1,-11 2-331,0-1-1,-1 1 1,1-1-1,0 1 1,-1 0-1,1-1 1,-1 1-1,1-1 1,-1 1-1,0 0 1,1-1-1,-1 1 0,0 0 1,1 0-1,-1-1 1,0 1-1,0 0 1,0 0-1,1 0 1,-1-1-1,0 1 1,0 0-1,0 0 1,-1 1-1,2 25 223,-1-24-148,0 17 145,1-14-215,-1 1 1,0-1-1,0 0 1,-1 1 0,0-1-1,0 0 1,0 1-1,-3 6 1,2-11-58,1 1-1,-1-1 1,1-1-1,-1 1 1,0 0 0,0 0-1,0-1 1,0 1-1,0-1 1,0 1-1,0-1 1,0 0 0,0 0-1,-1 0 1,1 0-1,-1-1 1,1 1 0,0 0-1,-1-1 1,1 0-1,-1 1 1,1-1-1,-1 0 1,1-1 0,-4 1-1,5-1-96,0 0-1,0 0 1,0 1-1,1-1 1,-1 0-1,0 0 1,1 0-1,-1 0 1,0 0-1,1 0 1,-1 0-1,1 0 1,0 0-1,-1 0 1,1 0-1,0-1 1,-1 1-1,1 0 1,0 0-1,0 0 1,0 0-1,0 0 1,0-1-1,0 1 1,1 0-1,-1 0 1,1-2-1,7-36-1999,-5 33 1591,1 1 0,1 0-1,-1 0 1,1 1-1,8-7 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0 512,'0'0'3934,"-25"19"-700,-7 16-1881,27-29-1304,1-1 0,-1 0 1,0 0-1,0 0 0,0 0 1,-1-1-1,-7 5 0,11-27-6134,2 9 3911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1072,'0'0'2473,"-7"2"-2373,-30 8 426,15-9 4141,22-1-5122,0-9-78,17 5-7317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1176,'0'0'5305,"0"18"-6049,0-14-544,17 5-2785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1360,'0'0'2713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41:55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877 102 232,'0'0'3367,"-43"-9"-366,42 9-2938,-20-1 323,-1 1-1,1 1 1,0 1-1,-1 1 1,1 1-1,-29 9 1,9 1-5,-11 4 60,-77 39 0,82-34-401,13-6-10,1 2-1,-51 36 0,77-49-23,-1 1 0,1 1 0,1-1 0,-12 17-1,7-8-3,-13 11 3,18-21 6,1 0-1,0 0 0,0 0 0,0 1 0,-4 9 0,-30 45-20,4 25 28,26-65 23,6-16-22,1 0-1,0 0 0,0 0 1,1 0-1,-1 1 0,1-1 0,0 0 1,1 1-1,-1 5 0,2 8-9,-2 1-1,0 0 1,-1-1-1,-1 1 1,-6 19-1,7-28 10,0 1 0,1-1 0,1 1 0,0-1-1,0 1 1,1-1 0,0 1 0,1-1 0,6 19 0,16 20 75,-16-35-48,0 1-1,-1 0 0,5 19 0,-10-30-11,0 0-1,1 0 1,-1 0-1,1 0 1,0 0-1,0-1 0,4 5 1,17 29 193,-20-32-211,0 1 0,0-1 1,0 0-1,1 0 0,0-1 0,0 1 1,1-1-1,-1 0 0,1-1 1,0 1-1,0-1 0,1 0 0,11 5 1,-8-3 6,1 0 1,-1 0-1,-1 1 1,14 13 0,-20-18-23,1 1 1,-1-1-1,0 0 1,0 0 0,1-1-1,-1 1 1,1-1-1,0 1 1,-1-1-1,1 0 1,4 0 0,-5-1-1,1 1 1,-1 0-1,0-1 1,1 1-1,-1 0 1,0 1-1,0-1 1,0 1-1,0-1 1,0 1-1,0 0 1,0 0 0,-1 0-1,1 0 1,-1 1-1,3 2 1,-1-1 2,-1-1 0,1 1 0,0-1 1,0 0-1,1 0 0,-1 0 0,7 3 1,15 9-22,21 10 47,-41-23-30,0 0-1,0 1 0,0 0 0,0 1 1,0-1-1,9 9 0,-9-7 10,0 0 1,0 0-1,0-1 0,1 0 1,7 4-1,25 18-43,33 31 62,-48-39-39,0 1 0,29 29 1,-16-13 6,-26-25 2,-1 0-1,0 0 0,12 15 0,-19-21 1,0 1 1,-1 0-1,1 0 0,-1 0 0,0 0 0,0 0 0,0 0 1,-1 0-1,0 1 0,0-1 0,0 0 0,-1 10 1,0 5 6,1 0 1,1 1 0,1-1 0,7 27 0,-4-11-71,-6-31 71,0-1 1,1 1-1,-1-1 1,1 1-1,0-1 1,1 0-1,-1 1 1,1-1-1,0 0 1,0 0-1,0 0 1,0 0-1,1 0 1,-1-1-1,1 1 1,0-1-1,6 6 1,41 39 16,-41-38-17,0 0-1,0-1 0,1 0 0,0-1 0,1 0 1,0 0-1,19 9 0,51 24 43,-66-32 46,0 0-1,1-1 0,0-1 1,0 0-1,1-1 0,0-1 1,0-1-1,0 0 0,0-1 1,19 1-1,391 4 972,-417-9-1046,0-1-1,-1 0 1,1 0 0,0-2-1,-1 1 1,15-8 0,25-8 59,-13 8-77,44-21 0,-55 20 83,0 2 0,1 1-1,0 1 1,36-6 0,-14 3 154,-38 8-226,0 0 1,1 1 0,0 0-1,14 0 1,166-16 392,531 9 2,-546 25-384,2-1 13,-52-9-12,149 26 0,-191-20-9,72-2-21,-40-4 2,117-3-34,-119-5-25,-62 0 69,0-2 0,0-2 1,86-22-1,50-30-9,-154 51 19,26-5-91,-1-2 0,0-3 1,60-26-1,-85 29 69,-24 11-5,-1 0 0,0-1 1,1 0-1,-1 0 1,-1-1-1,1 0 0,-1 0 1,1-1-1,-2 0 1,1-1-1,10-11 0,13-20 33,-25 33-25,-1 0 0,-1-1 0,1 1 0,-1-1 0,0 0 0,0 0 0,0 0 1,4-13-1,-5 9 2,4-10-3,-1 0 0,-1 0 0,-1 0 0,3-35 0,1-65-108,-6 78 42,-1 28 67,0 1 0,-1-1 1,-1 1-1,0-1 0,-3-12 0,0 18 1,-1 1 0,1 0 0,-2 0 0,1 0 0,-1 1-1,0 0 1,-1 0 0,1 0 0,-1 1 0,-10-6-1,-6-7 33,1-1-47,-2 1-1,0 1 1,-1 1 0,-45-21 0,30 16 7,-66-48 0,29 17 2,17 8 70,45 32-70,1 1 0,-2 0-1,0 2 1,-27-14 0,-32-15-50,60 30 45,1 0 1,-1 0-1,-1 2 0,1 0 0,-33-8 1,0 6-149,11 2 197,0-1 0,-64-21 1,-106-31 72,111 35-114,-75-30 26,145 44-7,0-2 0,-46-27 0,-11-5 6,61 31-24,2 0-1,-1-1 1,2-1 0,0-1 0,1-1 0,-30-35 0,-6-4 15,4-3 12,39 44-13,-1 1 1,0 0 0,-20-16-1,22 21-9,1 0-1,0 0 1,0-1-1,1 0 0,0 0 1,1-1-1,0 0 1,-9-21-1,14 29-6,0 1 1,1-1-1,-1 0 1,0 1-1,-1-1 1,1 1-1,0 0 0,-1 0 1,1 0-1,-1 0 1,0 0-1,1 1 0,-1-1 1,0 1-1,-6-3 1,-55-11-176,15 4 106,19 4 82,-1 1 0,0 1 0,0 2-1,0 1 1,0 1 0,-43 5 0,-11-2 1,-624-2-15,663-2 10,-52-9 0,50 5 0,-56-1 0,-134-11 6,169 18 16,-131-17-1,170 14-29,-1 2 1,-51 3-1,26-1 6,-387-1 26,442 0-2,0 0-22,-6 0-5,0 0 4,7 0-4,0 0-1,-1 0 1,1 0 0,0 0-1,-1 0 1,1-1 0,0 1-1,-1 0 1,1 0 0,-1 0-1,1 0 1,0 0 0,-1 0-1,1 0 1,0 0 0,-1 0-1,1 0 1,-1 0 0,1 1-1,0-1 1,-1 0 0,1 0-1,0 0 1,-1 0 0,1 1-1,0-1 1,0 0-1,-1 0 1,1 1 0,0-1-1,-1 0 1,1 0 0,0 1-1,0-1 1,0 0 0,-1 1-1,1-1 1,0 1 0,-15 21 101,13-20-95,1 0-1,1-1 1,-1 1 0,0 0-1,0 0 1,1 0-1,-1 0 1,1 0-1,0 0 1,-1 0 0,1 0-1,0 1 1,1 2-1,-1-3 7,-3 4 17,-18 7-95,20-12 67,1-18-8784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EFBA4-28FC-47E1-9E56-06F4CBE1E155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F6749-25F0-42B6-84DD-4215F051361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468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Mentimeter</a:t>
            </a:r>
            <a:r>
              <a:rPr lang="da-DK" dirty="0"/>
              <a:t> quiz.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represent</a:t>
            </a:r>
            <a:r>
              <a:rPr lang="da-DK" dirty="0"/>
              <a:t> real systems? Look </a:t>
            </a:r>
            <a:r>
              <a:rPr lang="da-DK" dirty="0" err="1"/>
              <a:t>into</a:t>
            </a:r>
            <a:r>
              <a:rPr lang="da-DK" dirty="0"/>
              <a:t> definition in </a:t>
            </a:r>
            <a:r>
              <a:rPr lang="da-DK" dirty="0" err="1"/>
              <a:t>Dutta</a:t>
            </a:r>
            <a:r>
              <a:rPr lang="da-DK" dirty="0"/>
              <a:t>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057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882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Come</a:t>
            </a:r>
            <a:r>
              <a:rPr lang="da-DK" dirty="0"/>
              <a:t> up with </a:t>
            </a:r>
            <a:r>
              <a:rPr lang="da-DK" dirty="0" err="1"/>
              <a:t>examples</a:t>
            </a:r>
            <a:r>
              <a:rPr lang="da-DK" dirty="0"/>
              <a:t>. </a:t>
            </a:r>
            <a:r>
              <a:rPr lang="da-DK" dirty="0" err="1"/>
              <a:t>Actually</a:t>
            </a:r>
            <a:r>
              <a:rPr lang="da-DK" dirty="0"/>
              <a:t> parameter </a:t>
            </a:r>
            <a:r>
              <a:rPr lang="da-DK" dirty="0" err="1"/>
              <a:t>means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variable </a:t>
            </a:r>
            <a:r>
              <a:rPr lang="da-DK" dirty="0" err="1"/>
              <a:t>also</a:t>
            </a:r>
            <a:r>
              <a:rPr lang="da-DK" dirty="0"/>
              <a:t>? Check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source for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144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E3CD-89F7-C181-2C5F-BF505BF8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79CB6-0926-9C10-8D77-0E1988D30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10ACF-B39D-45B4-578A-01DA3F03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166B5-7B8F-5D90-6B83-88CA1C37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8CDFA-BF64-99DD-6382-1F08B3E6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351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3B0F-58C1-2B4F-4793-2387FB70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0992-A950-0A96-38C9-CEC3F88D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6C8C-1F78-CC9D-9C4D-4761C480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38C21-94A2-7B6B-7CFD-D6F58A31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C9ADE-6134-BD3D-32FC-2CBAF2BA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27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C7C-AA76-F010-79B3-6FC5BBD0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282F9-5F8D-136D-FEA9-0DCB69C02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AF9B-6BB0-BEF2-C73E-5A8FAFAB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3194-7D21-F216-12C2-42C08913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3F6E-66B3-111D-C5E4-7A7A6472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28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41CD-1A98-F645-9A7D-E82BB7E5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C812-7807-7020-932D-E8A386EA0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99EA8-48A1-7EE6-33DF-FFD96ABFC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86AF-CC51-048C-1251-D048088B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02A84-FCB1-4F21-3AF2-E7AED0BA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6CD8-1E10-869F-9FA5-D4EDD748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673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B92B-DCA6-F21D-A32C-7E480D95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6CA2-17D7-629C-7AE8-FEB9D9611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1F935-D1AB-666D-A4AC-4ED35ABD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464EB-5EF1-0C75-77ED-253D2A367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7D9C8-7FE6-B7EF-DF7D-456410043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169B5-5690-B5CF-30AB-05425DFD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A587F-4095-D790-060F-21CDD160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BC2E0-44B2-0356-222A-4BC9A766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584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5F04-CAE7-C7DF-60F1-1551669A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EBB1F-A1C2-E19F-1D3E-312008A9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7799F-5415-9224-1533-86E0421E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C631-4F0F-E689-3820-678B1117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549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3ED84-107F-C8D4-6734-0D7C0321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F1CC2-32B3-FA52-9135-2FD268C4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86589-3D64-56E2-192F-F8EA04A1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620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736C-9324-FE3D-5FBD-6460D82F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3ADA-860D-63B8-F652-196CFB02C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7DBA3-9CC3-2724-47BF-3BA5F4998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061F7-FA67-2890-849A-622B05B0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F087A-08AA-4811-AB17-94A146E6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81B43-42BA-3AC1-D437-628ED7B5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537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25CF-1E1F-6726-8EAC-E7B26521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39B94-358A-7D20-0F6D-ED00E99FC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AFDC6-8A54-EDEA-C264-7ADE35DF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0E717-72AF-6453-E2AA-D6707858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A1A40-2C45-9C42-24BC-89653500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8A9C9-B6DD-2807-B222-A6CC665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507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4282-6FA0-40B1-1F32-58A79A78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D3F1A-4E56-6443-096B-E4CD542B6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10441-9B05-8C59-F1E4-E2937B6C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2342D-E1C3-857C-1F57-BDE123E5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59848-B566-EB12-A7E2-EFA70801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91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CA659-BD6D-7964-FAE7-7C14A75A9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7CBB1-E443-7B7E-02CD-53E211BCF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0174-03B7-436A-DF69-2A38F59B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DC2D-3BC6-224F-7A6B-5932110E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903F-0441-BADC-1005-8325BB87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564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50FD6-5882-A308-D3C3-B92A9FE4C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266B4-8C7A-2F60-EABD-D642D9D72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DE54D-BA75-E160-FAE7-DB015AA72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3F780-A93D-4912-9E1A-1B58F2D23D1B}" type="datetimeFigureOut">
              <a:rPr lang="da-DK" smtClean="0"/>
              <a:t>25-08-2025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6F5B-DFEC-2D3D-09B0-6E3506A60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0364F-3060-EFFA-BFDB-7E5B084DB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540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9.png"/><Relationship Id="rId18" Type="http://schemas.openxmlformats.org/officeDocument/2006/relationships/customXml" Target="../ink/ink15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customXml" Target="../ink/ink12.xml"/><Relationship Id="rId17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5" Type="http://schemas.openxmlformats.org/officeDocument/2006/relationships/image" Target="../media/image20.png"/><Relationship Id="rId10" Type="http://schemas.openxmlformats.org/officeDocument/2006/relationships/customXml" Target="../ink/ink11.xml"/><Relationship Id="rId19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.xml"/><Relationship Id="rId21" Type="http://schemas.openxmlformats.org/officeDocument/2006/relationships/image" Target="../media/image35.png"/><Relationship Id="rId42" Type="http://schemas.openxmlformats.org/officeDocument/2006/relationships/customXml" Target="../ink/ink34.xml"/><Relationship Id="rId47" Type="http://schemas.openxmlformats.org/officeDocument/2006/relationships/image" Target="../media/image48.png"/><Relationship Id="rId63" Type="http://schemas.openxmlformats.org/officeDocument/2006/relationships/image" Target="../media/image56.png"/><Relationship Id="rId68" Type="http://schemas.openxmlformats.org/officeDocument/2006/relationships/customXml" Target="../ink/ink47.xml"/><Relationship Id="rId84" Type="http://schemas.openxmlformats.org/officeDocument/2006/relationships/image" Target="../media/image66.png"/><Relationship Id="rId16" Type="http://schemas.openxmlformats.org/officeDocument/2006/relationships/customXml" Target="../ink/ink21.xml"/><Relationship Id="rId11" Type="http://schemas.openxmlformats.org/officeDocument/2006/relationships/image" Target="../media/image30.png"/><Relationship Id="rId32" Type="http://schemas.openxmlformats.org/officeDocument/2006/relationships/customXml" Target="../ink/ink29.xml"/><Relationship Id="rId37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customXml" Target="../ink/ink42.xml"/><Relationship Id="rId74" Type="http://schemas.openxmlformats.org/officeDocument/2006/relationships/customXml" Target="../ink/ink50.xml"/><Relationship Id="rId79" Type="http://schemas.openxmlformats.org/officeDocument/2006/relationships/image" Target="../media/image64.png"/><Relationship Id="rId5" Type="http://schemas.openxmlformats.org/officeDocument/2006/relationships/image" Target="../media/image26.png"/><Relationship Id="rId19" Type="http://schemas.openxmlformats.org/officeDocument/2006/relationships/image" Target="../media/image34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38.png"/><Relationship Id="rId30" Type="http://schemas.openxmlformats.org/officeDocument/2006/relationships/customXml" Target="../ink/ink28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37.xml"/><Relationship Id="rId56" Type="http://schemas.openxmlformats.org/officeDocument/2006/relationships/customXml" Target="../ink/ink41.xml"/><Relationship Id="rId64" Type="http://schemas.openxmlformats.org/officeDocument/2006/relationships/customXml" Target="../ink/ink45.xml"/><Relationship Id="rId69" Type="http://schemas.openxmlformats.org/officeDocument/2006/relationships/image" Target="../media/image59.png"/><Relationship Id="rId77" Type="http://schemas.openxmlformats.org/officeDocument/2006/relationships/image" Target="../media/image63.png"/><Relationship Id="rId8" Type="http://schemas.openxmlformats.org/officeDocument/2006/relationships/customXml" Target="../ink/ink17.xml"/><Relationship Id="rId51" Type="http://schemas.openxmlformats.org/officeDocument/2006/relationships/image" Target="../media/image50.png"/><Relationship Id="rId72" Type="http://schemas.openxmlformats.org/officeDocument/2006/relationships/customXml" Target="../ink/ink49.xml"/><Relationship Id="rId80" Type="http://schemas.openxmlformats.org/officeDocument/2006/relationships/customXml" Target="../ink/ink53.xml"/><Relationship Id="rId85" Type="http://schemas.openxmlformats.org/officeDocument/2006/relationships/customXml" Target="../ink/ink56.xml"/><Relationship Id="rId3" Type="http://schemas.openxmlformats.org/officeDocument/2006/relationships/image" Target="../media/image24.png"/><Relationship Id="rId12" Type="http://schemas.openxmlformats.org/officeDocument/2006/relationships/customXml" Target="../ink/ink19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32.xml"/><Relationship Id="rId46" Type="http://schemas.openxmlformats.org/officeDocument/2006/relationships/customXml" Target="../ink/ink36.xml"/><Relationship Id="rId59" Type="http://schemas.openxmlformats.org/officeDocument/2006/relationships/image" Target="../media/image54.png"/><Relationship Id="rId67" Type="http://schemas.openxmlformats.org/officeDocument/2006/relationships/image" Target="../media/image58.png"/><Relationship Id="rId20" Type="http://schemas.openxmlformats.org/officeDocument/2006/relationships/customXml" Target="../ink/ink23.xml"/><Relationship Id="rId41" Type="http://schemas.openxmlformats.org/officeDocument/2006/relationships/image" Target="../media/image45.png"/><Relationship Id="rId54" Type="http://schemas.openxmlformats.org/officeDocument/2006/relationships/customXml" Target="../ink/ink40.xml"/><Relationship Id="rId62" Type="http://schemas.openxmlformats.org/officeDocument/2006/relationships/customXml" Target="../ink/ink44.xml"/><Relationship Id="rId70" Type="http://schemas.openxmlformats.org/officeDocument/2006/relationships/customXml" Target="../ink/ink48.xml"/><Relationship Id="rId75" Type="http://schemas.openxmlformats.org/officeDocument/2006/relationships/image" Target="../media/image62.png"/><Relationship Id="rId83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49" Type="http://schemas.openxmlformats.org/officeDocument/2006/relationships/image" Target="../media/image49.png"/><Relationship Id="rId57" Type="http://schemas.openxmlformats.org/officeDocument/2006/relationships/image" Target="../media/image53.png"/><Relationship Id="rId10" Type="http://schemas.openxmlformats.org/officeDocument/2006/relationships/customXml" Target="../ink/ink18.xml"/><Relationship Id="rId31" Type="http://schemas.openxmlformats.org/officeDocument/2006/relationships/image" Target="../media/image40.png"/><Relationship Id="rId44" Type="http://schemas.openxmlformats.org/officeDocument/2006/relationships/customXml" Target="../ink/ink35.xml"/><Relationship Id="rId52" Type="http://schemas.openxmlformats.org/officeDocument/2006/relationships/customXml" Target="../ink/ink39.xml"/><Relationship Id="rId60" Type="http://schemas.openxmlformats.org/officeDocument/2006/relationships/customXml" Target="../ink/ink43.xml"/><Relationship Id="rId65" Type="http://schemas.openxmlformats.org/officeDocument/2006/relationships/image" Target="../media/image57.png"/><Relationship Id="rId73" Type="http://schemas.openxmlformats.org/officeDocument/2006/relationships/image" Target="../media/image61.png"/><Relationship Id="rId78" Type="http://schemas.openxmlformats.org/officeDocument/2006/relationships/customXml" Target="../ink/ink52.xml"/><Relationship Id="rId81" Type="http://schemas.openxmlformats.org/officeDocument/2006/relationships/customXml" Target="../ink/ink54.xml"/><Relationship Id="rId86" Type="http://schemas.openxmlformats.org/officeDocument/2006/relationships/image" Target="../media/image67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3" Type="http://schemas.openxmlformats.org/officeDocument/2006/relationships/image" Target="../media/image31.png"/><Relationship Id="rId18" Type="http://schemas.openxmlformats.org/officeDocument/2006/relationships/customXml" Target="../ink/ink22.xml"/><Relationship Id="rId39" Type="http://schemas.openxmlformats.org/officeDocument/2006/relationships/image" Target="../media/image44.png"/><Relationship Id="rId34" Type="http://schemas.openxmlformats.org/officeDocument/2006/relationships/customXml" Target="../ink/ink30.xml"/><Relationship Id="rId50" Type="http://schemas.openxmlformats.org/officeDocument/2006/relationships/customXml" Target="../ink/ink38.xml"/><Relationship Id="rId55" Type="http://schemas.openxmlformats.org/officeDocument/2006/relationships/image" Target="../media/image52.png"/><Relationship Id="rId76" Type="http://schemas.openxmlformats.org/officeDocument/2006/relationships/customXml" Target="../ink/ink51.xml"/><Relationship Id="rId7" Type="http://schemas.openxmlformats.org/officeDocument/2006/relationships/image" Target="../media/image28.png"/><Relationship Id="rId71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39.png"/><Relationship Id="rId24" Type="http://schemas.openxmlformats.org/officeDocument/2006/relationships/customXml" Target="../ink/ink25.xml"/><Relationship Id="rId40" Type="http://schemas.openxmlformats.org/officeDocument/2006/relationships/customXml" Target="../ink/ink33.xml"/><Relationship Id="rId45" Type="http://schemas.openxmlformats.org/officeDocument/2006/relationships/image" Target="../media/image47.png"/><Relationship Id="rId66" Type="http://schemas.openxmlformats.org/officeDocument/2006/relationships/customXml" Target="../ink/ink46.xml"/><Relationship Id="rId61" Type="http://schemas.openxmlformats.org/officeDocument/2006/relationships/image" Target="../media/image55.png"/><Relationship Id="rId82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1.xm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9" Type="http://schemas.openxmlformats.org/officeDocument/2006/relationships/image" Target="../media/image84.png"/><Relationship Id="rId21" Type="http://schemas.openxmlformats.org/officeDocument/2006/relationships/customXml" Target="../ink/ink65.xml"/><Relationship Id="rId34" Type="http://schemas.openxmlformats.org/officeDocument/2006/relationships/image" Target="../media/image82.png"/><Relationship Id="rId42" Type="http://schemas.openxmlformats.org/officeDocument/2006/relationships/customXml" Target="../ink/ink76.xml"/><Relationship Id="rId47" Type="http://schemas.openxmlformats.org/officeDocument/2006/relationships/image" Target="../media/image88.png"/><Relationship Id="rId50" Type="http://schemas.openxmlformats.org/officeDocument/2006/relationships/customXml" Target="../ink/ink80.xml"/><Relationship Id="rId55" Type="http://schemas.openxmlformats.org/officeDocument/2006/relationships/image" Target="../media/image92.png"/><Relationship Id="rId7" Type="http://schemas.openxmlformats.org/officeDocument/2006/relationships/customXml" Target="../ink/ink58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3.png"/><Relationship Id="rId29" Type="http://schemas.openxmlformats.org/officeDocument/2006/relationships/customXml" Target="../ink/ink69.xml"/><Relationship Id="rId11" Type="http://schemas.openxmlformats.org/officeDocument/2006/relationships/customXml" Target="../ink/ink60.xml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37" Type="http://schemas.openxmlformats.org/officeDocument/2006/relationships/customXml" Target="../ink/ink73.xml"/><Relationship Id="rId40" Type="http://schemas.openxmlformats.org/officeDocument/2006/relationships/customXml" Target="../ink/ink75.xml"/><Relationship Id="rId45" Type="http://schemas.openxmlformats.org/officeDocument/2006/relationships/image" Target="../media/image87.png"/><Relationship Id="rId53" Type="http://schemas.openxmlformats.org/officeDocument/2006/relationships/image" Target="../media/image91.png"/><Relationship Id="rId58" Type="http://schemas.openxmlformats.org/officeDocument/2006/relationships/customXml" Target="../ink/ink84.xml"/><Relationship Id="rId5" Type="http://schemas.openxmlformats.org/officeDocument/2006/relationships/customXml" Target="../ink/ink57.xml"/><Relationship Id="rId19" Type="http://schemas.openxmlformats.org/officeDocument/2006/relationships/customXml" Target="../ink/ink64.xml"/><Relationship Id="rId4" Type="http://schemas.openxmlformats.org/officeDocument/2006/relationships/hyperlink" Target="https://www.saxo.com/dk/forfatter/binay-kanti-dutta_7161701" TargetMode="External"/><Relationship Id="rId9" Type="http://schemas.openxmlformats.org/officeDocument/2006/relationships/customXml" Target="../ink/ink59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68.xml"/><Relationship Id="rId30" Type="http://schemas.openxmlformats.org/officeDocument/2006/relationships/image" Target="../media/image80.png"/><Relationship Id="rId35" Type="http://schemas.openxmlformats.org/officeDocument/2006/relationships/customXml" Target="../ink/ink72.xml"/><Relationship Id="rId43" Type="http://schemas.openxmlformats.org/officeDocument/2006/relationships/image" Target="../media/image86.png"/><Relationship Id="rId48" Type="http://schemas.openxmlformats.org/officeDocument/2006/relationships/customXml" Target="../ink/ink79.xml"/><Relationship Id="rId56" Type="http://schemas.openxmlformats.org/officeDocument/2006/relationships/customXml" Target="../ink/ink83.xml"/><Relationship Id="rId8" Type="http://schemas.openxmlformats.org/officeDocument/2006/relationships/image" Target="../media/image69.png"/><Relationship Id="rId51" Type="http://schemas.openxmlformats.org/officeDocument/2006/relationships/image" Target="../media/image90.png"/><Relationship Id="rId3" Type="http://schemas.openxmlformats.org/officeDocument/2006/relationships/image" Target="../media/image27.png"/><Relationship Id="rId12" Type="http://schemas.openxmlformats.org/officeDocument/2006/relationships/image" Target="../media/image71.png"/><Relationship Id="rId17" Type="http://schemas.openxmlformats.org/officeDocument/2006/relationships/customXml" Target="../ink/ink63.xml"/><Relationship Id="rId25" Type="http://schemas.openxmlformats.org/officeDocument/2006/relationships/customXml" Target="../ink/ink67.xml"/><Relationship Id="rId33" Type="http://schemas.openxmlformats.org/officeDocument/2006/relationships/customXml" Target="../ink/ink71.xml"/><Relationship Id="rId38" Type="http://schemas.openxmlformats.org/officeDocument/2006/relationships/customXml" Target="../ink/ink74.xml"/><Relationship Id="rId46" Type="http://schemas.openxmlformats.org/officeDocument/2006/relationships/customXml" Target="../ink/ink78.xml"/><Relationship Id="rId59" Type="http://schemas.openxmlformats.org/officeDocument/2006/relationships/image" Target="../media/image94.png"/><Relationship Id="rId20" Type="http://schemas.openxmlformats.org/officeDocument/2006/relationships/image" Target="../media/image75.png"/><Relationship Id="rId41" Type="http://schemas.openxmlformats.org/officeDocument/2006/relationships/image" Target="../media/image85.png"/><Relationship Id="rId54" Type="http://schemas.openxmlformats.org/officeDocument/2006/relationships/customXml" Target="../ink/ink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5" Type="http://schemas.openxmlformats.org/officeDocument/2006/relationships/customXml" Target="../ink/ink62.xml"/><Relationship Id="rId23" Type="http://schemas.openxmlformats.org/officeDocument/2006/relationships/customXml" Target="../ink/ink66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image" Target="../media/image70.png"/><Relationship Id="rId31" Type="http://schemas.openxmlformats.org/officeDocument/2006/relationships/customXml" Target="../ink/ink70.xml"/><Relationship Id="rId44" Type="http://schemas.openxmlformats.org/officeDocument/2006/relationships/customXml" Target="../ink/ink77.xml"/><Relationship Id="rId52" Type="http://schemas.openxmlformats.org/officeDocument/2006/relationships/customXml" Target="../ink/ink81.xml"/><Relationship Id="rId60" Type="http://schemas.openxmlformats.org/officeDocument/2006/relationships/customXml" Target="../ink/ink8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7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hyperlink" Target="https://www.saxo.com/dk/forfatter/binay-kanti-dutta_716170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customXml" Target="../ink/ink8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30D8-1396-3951-C225-AEC9CF308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Model </a:t>
            </a:r>
            <a:r>
              <a:rPr lang="da-DK" dirty="0" err="1"/>
              <a:t>classification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CFAA3-834B-CF16-21A2-392E9961C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Modelling</a:t>
            </a:r>
            <a:r>
              <a:rPr lang="da-DK" dirty="0"/>
              <a:t> Fall 2025</a:t>
            </a:r>
          </a:p>
          <a:p>
            <a:r>
              <a:rPr lang="da-DK" dirty="0"/>
              <a:t>Frederik Dalby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1101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3E57-EB71-259D-37D7-D4EFFF9F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Grouping</a:t>
            </a:r>
            <a:r>
              <a:rPr lang="da-DK" dirty="0"/>
              <a:t> by </a:t>
            </a:r>
            <a:r>
              <a:rPr lang="da-DK" dirty="0" err="1"/>
              <a:t>opposite</a:t>
            </a:r>
            <a:r>
              <a:rPr lang="da-DK" dirty="0"/>
              <a:t>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C6BC8-69F9-33CC-04C5-0EDCF097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1142"/>
            <a:ext cx="5913000" cy="29565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B559475-ED4E-E23B-A807-B4483EFC5DEE}"/>
              </a:ext>
            </a:extLst>
          </p:cNvPr>
          <p:cNvGrpSpPr/>
          <p:nvPr/>
        </p:nvGrpSpPr>
        <p:grpSpPr>
          <a:xfrm>
            <a:off x="7325856" y="2132064"/>
            <a:ext cx="2080440" cy="549000"/>
            <a:chOff x="6987528" y="2159496"/>
            <a:chExt cx="208044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87816EA-364B-670B-8981-DCABB0E6AA69}"/>
                    </a:ext>
                  </a:extLst>
                </p14:cNvPr>
                <p14:cNvContentPartPr/>
                <p14:nvPr/>
              </p14:nvContentPartPr>
              <p14:xfrm>
                <a:off x="6987528" y="2357856"/>
                <a:ext cx="51120" cy="136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87816EA-364B-670B-8981-DCABB0E6AA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78888" y="2349216"/>
                  <a:ext cx="68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CC8508-8CBB-6597-9F47-22B0645FF35F}"/>
                    </a:ext>
                  </a:extLst>
                </p14:cNvPr>
                <p14:cNvContentPartPr/>
                <p14:nvPr/>
              </p14:nvContentPartPr>
              <p14:xfrm>
                <a:off x="7135488" y="2352456"/>
                <a:ext cx="254520" cy="131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CC8508-8CBB-6597-9F47-22B0645FF3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26488" y="2343456"/>
                  <a:ext cx="272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57A06C-3230-4A74-67F2-496C43AB95CC}"/>
                    </a:ext>
                  </a:extLst>
                </p14:cNvPr>
                <p14:cNvContentPartPr/>
                <p14:nvPr/>
              </p14:nvContentPartPr>
              <p14:xfrm>
                <a:off x="7382448" y="2360016"/>
                <a:ext cx="140400" cy="348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57A06C-3230-4A74-67F2-496C43AB95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3808" y="2351376"/>
                  <a:ext cx="1580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E1F5580-319B-2180-0083-4592D2E49CAE}"/>
                    </a:ext>
                  </a:extLst>
                </p14:cNvPr>
                <p14:cNvContentPartPr/>
                <p14:nvPr/>
              </p14:nvContentPartPr>
              <p14:xfrm>
                <a:off x="7598448" y="2279736"/>
                <a:ext cx="350280" cy="173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E1F5580-319B-2180-0083-4592D2E49CA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89808" y="2270736"/>
                  <a:ext cx="367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6D301E-3BDD-2B35-92A7-A196580EA95C}"/>
                    </a:ext>
                  </a:extLst>
                </p14:cNvPr>
                <p14:cNvContentPartPr/>
                <p14:nvPr/>
              </p14:nvContentPartPr>
              <p14:xfrm>
                <a:off x="7883928" y="2377656"/>
                <a:ext cx="134280" cy="6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6D301E-3BDD-2B35-92A7-A196580EA9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74928" y="2369016"/>
                  <a:ext cx="151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4F6C3F-34EF-2738-232D-76D9D0D9F742}"/>
                    </a:ext>
                  </a:extLst>
                </p14:cNvPr>
                <p14:cNvContentPartPr/>
                <p14:nvPr/>
              </p14:nvContentPartPr>
              <p14:xfrm>
                <a:off x="8038728" y="2359296"/>
                <a:ext cx="358560" cy="92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4F6C3F-34EF-2738-232D-76D9D0D9F7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29728" y="2350296"/>
                  <a:ext cx="376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792884-57EA-A692-A446-74485D861CCE}"/>
                    </a:ext>
                  </a:extLst>
                </p14:cNvPr>
                <p14:cNvContentPartPr/>
                <p14:nvPr/>
              </p14:nvContentPartPr>
              <p14:xfrm>
                <a:off x="8468208" y="2352096"/>
                <a:ext cx="286920" cy="113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792884-57EA-A692-A446-74485D861C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59208" y="2343456"/>
                  <a:ext cx="304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85319A-1E35-16AD-8F34-F69C2658FAD0}"/>
                    </a:ext>
                  </a:extLst>
                </p14:cNvPr>
                <p14:cNvContentPartPr/>
                <p14:nvPr/>
              </p14:nvContentPartPr>
              <p14:xfrm>
                <a:off x="8941248" y="2159496"/>
                <a:ext cx="126720" cy="262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85319A-1E35-16AD-8F34-F69C2658FA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32608" y="2150856"/>
                  <a:ext cx="144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4A37E1-C8A6-F68F-20E6-A17ACC62430D}"/>
                    </a:ext>
                  </a:extLst>
                </p14:cNvPr>
                <p14:cNvContentPartPr/>
                <p14:nvPr/>
              </p14:nvContentPartPr>
              <p14:xfrm>
                <a:off x="9011448" y="2528136"/>
                <a:ext cx="34920" cy="3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4A37E1-C8A6-F68F-20E6-A17ACC6243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02808" y="2519496"/>
                  <a:ext cx="52560" cy="51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E1E465-28AF-D8E4-07C5-26E76DBB721D}"/>
              </a:ext>
            </a:extLst>
          </p:cNvPr>
          <p:cNvSpPr txBox="1"/>
          <p:nvPr/>
        </p:nvSpPr>
        <p:spPr>
          <a:xfrm>
            <a:off x="7232184" y="2836240"/>
            <a:ext cx="3006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solve</a:t>
            </a:r>
            <a:r>
              <a:rPr lang="da-DK" dirty="0"/>
              <a:t> it?</a:t>
            </a:r>
          </a:p>
          <a:p>
            <a:r>
              <a:rPr lang="da-DK" dirty="0"/>
              <a:t>How </a:t>
            </a:r>
            <a:r>
              <a:rPr lang="da-DK" dirty="0" err="1"/>
              <a:t>does</a:t>
            </a:r>
            <a:r>
              <a:rPr lang="da-DK" dirty="0"/>
              <a:t> the output look?</a:t>
            </a:r>
          </a:p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assumptions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made?</a:t>
            </a:r>
          </a:p>
          <a:p>
            <a:r>
              <a:rPr lang="da-DK" dirty="0"/>
              <a:t>How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trust it?</a:t>
            </a:r>
          </a:p>
          <a:p>
            <a:r>
              <a:rPr lang="da-DK" dirty="0"/>
              <a:t>Can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it to understand </a:t>
            </a:r>
            <a:r>
              <a:rPr lang="da-DK" dirty="0" err="1"/>
              <a:t>underlying</a:t>
            </a:r>
            <a:r>
              <a:rPr lang="da-DK" dirty="0"/>
              <a:t> </a:t>
            </a:r>
            <a:r>
              <a:rPr lang="da-DK" dirty="0" err="1"/>
              <a:t>mechanisms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617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BC35-C1BE-2868-2D66-5EEBCE19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Examples</a:t>
            </a:r>
            <a:r>
              <a:rPr lang="da-DK" dirty="0"/>
              <a:t> of model </a:t>
            </a:r>
            <a:r>
              <a:rPr lang="da-DK" dirty="0" err="1"/>
              <a:t>descriptions</a:t>
            </a:r>
            <a:r>
              <a:rPr lang="da-DK" dirty="0"/>
              <a:t> in </a:t>
            </a:r>
            <a:r>
              <a:rPr lang="da-DK" dirty="0" err="1"/>
              <a:t>litterature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6CEA8-FF08-A6B0-712A-44EC3C2C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32433">
            <a:off x="526660" y="2094570"/>
            <a:ext cx="5344271" cy="50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45AA60-4582-7FAF-AFFC-6A357530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76849">
            <a:off x="5671261" y="2475399"/>
            <a:ext cx="5677692" cy="40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7C253-5946-50AB-9E29-9FF788B1F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476" y="3219421"/>
            <a:ext cx="6296904" cy="2095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0B40D0-4B95-88BB-965E-E0044D327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60740">
            <a:off x="4917400" y="3973910"/>
            <a:ext cx="6058746" cy="2191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3688AB-95C4-6AE8-D588-5BEF42FD1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663">
            <a:off x="539956" y="4005563"/>
            <a:ext cx="6287377" cy="285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ED897E-2211-7044-B460-A17D85F3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651" y="4911799"/>
            <a:ext cx="9297698" cy="3143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F43FD09-E65F-69F6-29E0-39FABD8A7134}"/>
                  </a:ext>
                </a:extLst>
              </p14:cNvPr>
              <p14:cNvContentPartPr/>
              <p14:nvPr/>
            </p14:nvContentPartPr>
            <p14:xfrm>
              <a:off x="2185825" y="2297956"/>
              <a:ext cx="1206360" cy="27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F43FD09-E65F-69F6-29E0-39FABD8A71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7185" y="2289316"/>
                <a:ext cx="12240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B7B8861-7C02-A34C-E072-6416A8FC6B31}"/>
                  </a:ext>
                </a:extLst>
              </p14:cNvPr>
              <p14:cNvContentPartPr/>
              <p14:nvPr/>
            </p14:nvContentPartPr>
            <p14:xfrm>
              <a:off x="10209865" y="2845516"/>
              <a:ext cx="1080000" cy="158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B7B8861-7C02-A34C-E072-6416A8FC6B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00865" y="2836516"/>
                <a:ext cx="10976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E27DE7E-0B84-6611-F788-6647DC294BC1}"/>
                  </a:ext>
                </a:extLst>
              </p14:cNvPr>
              <p14:cNvContentPartPr/>
              <p14:nvPr/>
            </p14:nvContentPartPr>
            <p14:xfrm>
              <a:off x="1869745" y="3458956"/>
              <a:ext cx="1079640" cy="10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E27DE7E-0B84-6611-F788-6647DC294B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1105" y="3450316"/>
                <a:ext cx="10972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175FABA-1579-2509-FAC1-BE8E0F05A7F7}"/>
                  </a:ext>
                </a:extLst>
              </p14:cNvPr>
              <p14:cNvContentPartPr/>
              <p14:nvPr/>
            </p14:nvContentPartPr>
            <p14:xfrm>
              <a:off x="6385225" y="3961516"/>
              <a:ext cx="1828800" cy="309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175FABA-1579-2509-FAC1-BE8E0F05A7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76225" y="3952516"/>
                <a:ext cx="18464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DAFF4DB-CB1F-8C38-6B0E-6CDAA0EDADD7}"/>
                  </a:ext>
                </a:extLst>
              </p14:cNvPr>
              <p14:cNvContentPartPr/>
              <p14:nvPr/>
            </p14:nvContentPartPr>
            <p14:xfrm>
              <a:off x="809905" y="4123876"/>
              <a:ext cx="1921320" cy="159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DAFF4DB-CB1F-8C38-6B0E-6CDAA0EDAD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0905" y="4114876"/>
                <a:ext cx="19389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C195DF7-8A21-721E-2CA0-A5CCB250A467}"/>
                  </a:ext>
                </a:extLst>
              </p14:cNvPr>
              <p14:cNvContentPartPr/>
              <p14:nvPr/>
            </p14:nvContentPartPr>
            <p14:xfrm>
              <a:off x="2681905" y="5216836"/>
              <a:ext cx="1614960" cy="18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C195DF7-8A21-721E-2CA0-A5CCB250A4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3265" y="5207836"/>
                <a:ext cx="163260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67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6F35E-E0E6-D26E-EF14-79C8F9642F7B}"/>
              </a:ext>
            </a:extLst>
          </p:cNvPr>
          <p:cNvSpPr txBox="1"/>
          <p:nvPr/>
        </p:nvSpPr>
        <p:spPr>
          <a:xfrm>
            <a:off x="1805548" y="329174"/>
            <a:ext cx="8383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4400" dirty="0" err="1"/>
              <a:t>Linear</a:t>
            </a:r>
            <a:r>
              <a:rPr lang="da-DK" sz="4400" dirty="0"/>
              <a:t> </a:t>
            </a:r>
            <a:r>
              <a:rPr lang="da-DK" sz="4400" dirty="0" err="1"/>
              <a:t>vs</a:t>
            </a:r>
            <a:r>
              <a:rPr lang="da-DK" sz="4400" dirty="0"/>
              <a:t> nonlinear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CB5282-12BB-BA18-5CF2-1BACA9A03FD2}"/>
                  </a:ext>
                </a:extLst>
              </p:cNvPr>
              <p:cNvSpPr txBox="1"/>
              <p:nvPr/>
            </p:nvSpPr>
            <p:spPr>
              <a:xfrm>
                <a:off x="7910703" y="2592605"/>
                <a:ext cx="2612586" cy="3021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sin(</a:t>
                </a:r>
                <a:r>
                  <a:rPr lang="da-DK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xy</a:t>
                </a:r>
                <a:r>
                  <a:rPr lang="da-DK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endParaRPr lang="da-DK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a-DK" b="0" dirty="0"/>
                  <a:t>	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a-DK" dirty="0"/>
                  <a:t>	</a:t>
                </a:r>
              </a:p>
              <a:p>
                <a:r>
                  <a:rPr lang="da-DK" dirty="0"/>
                  <a:t>	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CB5282-12BB-BA18-5CF2-1BACA9A03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703" y="2592605"/>
                <a:ext cx="2612586" cy="30214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F03CBBAE-DD5A-72CB-128A-5D7C237BBD80}"/>
              </a:ext>
            </a:extLst>
          </p:cNvPr>
          <p:cNvSpPr txBox="1"/>
          <p:nvPr/>
        </p:nvSpPr>
        <p:spPr>
          <a:xfrm>
            <a:off x="1582986" y="2459504"/>
            <a:ext cx="4918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The </a:t>
            </a:r>
            <a:r>
              <a:rPr lang="da-DK" sz="2400" b="1" u="sng" dirty="0"/>
              <a:t>dependent variable </a:t>
            </a:r>
            <a:r>
              <a:rPr lang="da-DK" sz="2400" dirty="0"/>
              <a:t>mus:</a:t>
            </a:r>
          </a:p>
          <a:p>
            <a:pPr marL="457200" indent="-457200">
              <a:buAutoNum type="arabicPeriod"/>
            </a:pPr>
            <a:r>
              <a:rPr lang="da-DK" sz="2400" dirty="0" err="1"/>
              <a:t>appear</a:t>
            </a:r>
            <a:r>
              <a:rPr lang="da-DK" sz="2400" dirty="0"/>
              <a:t> in the </a:t>
            </a:r>
            <a:r>
              <a:rPr lang="da-DK" sz="2400" dirty="0" err="1"/>
              <a:t>first</a:t>
            </a:r>
            <a:r>
              <a:rPr lang="da-DK" sz="2400" dirty="0"/>
              <a:t> power (or </a:t>
            </a:r>
            <a:r>
              <a:rPr lang="da-DK" sz="2400" dirty="0" err="1"/>
              <a:t>zero</a:t>
            </a:r>
            <a:r>
              <a:rPr lang="da-DK" sz="2400" dirty="0"/>
              <a:t>)</a:t>
            </a:r>
          </a:p>
          <a:p>
            <a:pPr marL="457200" indent="-457200">
              <a:buAutoNum type="arabicPeriod"/>
            </a:pPr>
            <a:r>
              <a:rPr lang="da-DK" sz="2400" dirty="0"/>
              <a:t>Not </a:t>
            </a:r>
            <a:r>
              <a:rPr lang="da-DK" sz="2400" dirty="0" err="1"/>
              <a:t>be</a:t>
            </a:r>
            <a:r>
              <a:rPr lang="da-DK" sz="2400" dirty="0"/>
              <a:t> in a nonlinear </a:t>
            </a:r>
            <a:r>
              <a:rPr lang="da-DK" sz="2400" dirty="0" err="1"/>
              <a:t>function</a:t>
            </a:r>
            <a:r>
              <a:rPr lang="da-DK" sz="2400" dirty="0"/>
              <a:t> </a:t>
            </a:r>
          </a:p>
          <a:p>
            <a:pPr marL="457200" indent="-457200">
              <a:buAutoNum type="arabicPeriod"/>
            </a:pPr>
            <a:r>
              <a:rPr lang="da-DK" sz="2400" dirty="0"/>
              <a:t>Not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multiplied</a:t>
            </a:r>
            <a:r>
              <a:rPr lang="da-DK" sz="2400" dirty="0"/>
              <a:t>/</a:t>
            </a:r>
            <a:r>
              <a:rPr lang="da-DK" sz="2400" dirty="0" err="1"/>
              <a:t>divided</a:t>
            </a:r>
            <a:r>
              <a:rPr lang="da-DK" sz="2400" dirty="0"/>
              <a:t> with </a:t>
            </a:r>
            <a:r>
              <a:rPr lang="da-DK" sz="2400" dirty="0" err="1"/>
              <a:t>other</a:t>
            </a:r>
            <a:r>
              <a:rPr lang="da-DK" sz="2400" dirty="0"/>
              <a:t> dependent variables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B24C17-8449-0809-59DC-62E46EB1AC1E}"/>
              </a:ext>
            </a:extLst>
          </p:cNvPr>
          <p:cNvGrpSpPr/>
          <p:nvPr/>
        </p:nvGrpSpPr>
        <p:grpSpPr>
          <a:xfrm>
            <a:off x="7677149" y="3167586"/>
            <a:ext cx="3878726" cy="1463226"/>
            <a:chOff x="7677149" y="3167586"/>
            <a:chExt cx="3878726" cy="146322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A420A93-6D5D-FD3A-ABB7-E9F6FB9F5048}"/>
                </a:ext>
              </a:extLst>
            </p:cNvPr>
            <p:cNvSpPr/>
            <p:nvPr/>
          </p:nvSpPr>
          <p:spPr>
            <a:xfrm>
              <a:off x="7677149" y="4002162"/>
              <a:ext cx="2162175" cy="6286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6DE258-F911-D978-3690-1124535306E3}"/>
                </a:ext>
              </a:extLst>
            </p:cNvPr>
            <p:cNvSpPr txBox="1"/>
            <p:nvPr/>
          </p:nvSpPr>
          <p:spPr>
            <a:xfrm>
              <a:off x="10391774" y="4211712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Nonlinear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0FC931-A37A-4126-C07D-352E5AC872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9324" y="4316487"/>
              <a:ext cx="4381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F501BE-7BF2-6C4C-F5BF-C8BF4847EE87}"/>
                </a:ext>
              </a:extLst>
            </p:cNvPr>
            <p:cNvSpPr/>
            <p:nvPr/>
          </p:nvSpPr>
          <p:spPr>
            <a:xfrm>
              <a:off x="7677149" y="3167586"/>
              <a:ext cx="1908977" cy="4799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CCE2C2-0DAB-8FC4-7D01-D7913280E4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86126" y="3647552"/>
              <a:ext cx="805648" cy="5641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04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CC1C-3A5F-4557-6D4D-90891ED0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Steady-state</a:t>
            </a:r>
            <a:r>
              <a:rPr lang="da-DK" dirty="0"/>
              <a:t> versus transient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FC20B-1E6D-FCE8-510F-22CB4CCC89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Transient/</a:t>
                </a:r>
                <a:r>
                  <a:rPr lang="da-DK" dirty="0" err="1"/>
                  <a:t>dynamic</a:t>
                </a:r>
                <a:r>
                  <a:rPr lang="da-DK" dirty="0"/>
                  <a:t>/non-</a:t>
                </a:r>
                <a:r>
                  <a:rPr lang="da-DK" dirty="0" err="1"/>
                  <a:t>steady</a:t>
                </a:r>
                <a:r>
                  <a:rPr lang="da-DK" dirty="0"/>
                  <a:t>-</a:t>
                </a:r>
                <a:r>
                  <a:rPr lang="da-DK" dirty="0" err="1"/>
                  <a:t>state</a:t>
                </a: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The dependent variable </a:t>
                </a:r>
                <a:r>
                  <a:rPr lang="da-DK" dirty="0" err="1"/>
                  <a:t>changes</a:t>
                </a:r>
                <a:r>
                  <a:rPr lang="da-DK" dirty="0"/>
                  <a:t> with </a:t>
                </a:r>
                <a:r>
                  <a:rPr lang="da-DK" u="sng" dirty="0"/>
                  <a:t>time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sz="1500" dirty="0"/>
                  <a:t>Batch </a:t>
                </a:r>
                <a:r>
                  <a:rPr lang="da-DK" sz="1500" dirty="0" err="1"/>
                  <a:t>reactor</a:t>
                </a:r>
                <a:r>
                  <a:rPr lang="da-DK" sz="1500" dirty="0"/>
                  <a:t> (</a:t>
                </a:r>
                <a:r>
                  <a:rPr lang="da-DK" sz="1500" dirty="0" err="1"/>
                  <a:t>first</a:t>
                </a:r>
                <a:r>
                  <a:rPr lang="da-DK" sz="1500" dirty="0"/>
                  <a:t> </a:t>
                </a:r>
                <a:r>
                  <a:rPr lang="da-DK" sz="1500" dirty="0" err="1"/>
                  <a:t>order</a:t>
                </a:r>
                <a:r>
                  <a:rPr lang="da-DK" sz="1500" dirty="0"/>
                  <a:t> </a:t>
                </a:r>
                <a:r>
                  <a:rPr lang="da-DK" sz="1500" dirty="0" err="1"/>
                  <a:t>reaction</a:t>
                </a:r>
                <a:r>
                  <a:rPr lang="da-DK" sz="1500" dirty="0"/>
                  <a:t>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r>
                  <a:rPr lang="da-DK" sz="1500" dirty="0"/>
                  <a:t>		             CSTR (</a:t>
                </a:r>
                <a:r>
                  <a:rPr lang="da-DK" sz="1500" dirty="0" err="1"/>
                  <a:t>first</a:t>
                </a:r>
                <a:r>
                  <a:rPr lang="da-DK" sz="1500" dirty="0"/>
                  <a:t> </a:t>
                </a:r>
                <a:r>
                  <a:rPr lang="da-DK" sz="1500" dirty="0" err="1"/>
                  <a:t>order</a:t>
                </a:r>
                <a:r>
                  <a:rPr lang="da-DK" sz="1500" dirty="0"/>
                  <a:t> </a:t>
                </a:r>
                <a:r>
                  <a:rPr lang="da-DK" sz="1500" dirty="0" err="1"/>
                  <a:t>reaction</a:t>
                </a:r>
                <a:r>
                  <a:rPr lang="da-DK" sz="1500" dirty="0"/>
                  <a:t>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i="1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da-DK" sz="15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da-DK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endParaRPr lang="da-DK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FC20B-1E6D-FCE8-510F-22CB4CCC8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0855D5-A8DC-8305-74DA-C2AA9200B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47" y="3926933"/>
            <a:ext cx="3635139" cy="2634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F92CA-A260-1252-1012-B83FC2D34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79" y="3864884"/>
            <a:ext cx="3605715" cy="261021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7E7AB39-D5FF-923E-F889-453F516278F5}"/>
              </a:ext>
            </a:extLst>
          </p:cNvPr>
          <p:cNvGrpSpPr/>
          <p:nvPr/>
        </p:nvGrpSpPr>
        <p:grpSpPr>
          <a:xfrm>
            <a:off x="2318394" y="4524916"/>
            <a:ext cx="1531800" cy="249840"/>
            <a:chOff x="9344425" y="1843276"/>
            <a:chExt cx="15318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E4DCA-1B77-4B51-7E00-1E9FB90E648C}"/>
                    </a:ext>
                  </a:extLst>
                </p14:cNvPr>
                <p14:cNvContentPartPr/>
                <p14:nvPr/>
              </p14:nvContentPartPr>
              <p14:xfrm>
                <a:off x="9451345" y="1843276"/>
                <a:ext cx="138960" cy="228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E4DCA-1B77-4B51-7E00-1E9FB90E64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2345" y="1834276"/>
                  <a:ext cx="156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E6D484-7CC0-C2D4-9DE9-8F3896B92AB1}"/>
                    </a:ext>
                  </a:extLst>
                </p14:cNvPr>
                <p14:cNvContentPartPr/>
                <p14:nvPr/>
              </p14:nvContentPartPr>
              <p14:xfrm>
                <a:off x="9344425" y="1995196"/>
                <a:ext cx="175320" cy="4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E6D484-7CC0-C2D4-9DE9-8F3896B92A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35425" y="1986556"/>
                  <a:ext cx="192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5850D5-4D06-8D3B-07B5-6B8E00C24B50}"/>
                    </a:ext>
                  </a:extLst>
                </p14:cNvPr>
                <p14:cNvContentPartPr/>
                <p14:nvPr/>
              </p14:nvContentPartPr>
              <p14:xfrm>
                <a:off x="9596425" y="1969996"/>
                <a:ext cx="122760" cy="10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5850D5-4D06-8D3B-07B5-6B8E00C24B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7425" y="1960996"/>
                  <a:ext cx="140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6C3C8-775B-DA57-58B5-5385D77B9113}"/>
                    </a:ext>
                  </a:extLst>
                </p14:cNvPr>
                <p14:cNvContentPartPr/>
                <p14:nvPr/>
              </p14:nvContentPartPr>
              <p14:xfrm>
                <a:off x="9681745" y="1966036"/>
                <a:ext cx="419040" cy="11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6C3C8-775B-DA57-58B5-5385D77B91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3105" y="1957036"/>
                  <a:ext cx="436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C2CD53-CF13-7D8C-BF54-83A09AFE2FC1}"/>
                    </a:ext>
                  </a:extLst>
                </p14:cNvPr>
                <p14:cNvContentPartPr/>
                <p14:nvPr/>
              </p14:nvContentPartPr>
              <p14:xfrm>
                <a:off x="10056505" y="1957036"/>
                <a:ext cx="132480" cy="13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C2CD53-CF13-7D8C-BF54-83A09AFE2F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47865" y="1948036"/>
                  <a:ext cx="150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F6A69F-20DD-D8B6-1084-A23336F5AE3F}"/>
                    </a:ext>
                  </a:extLst>
                </p14:cNvPr>
                <p14:cNvContentPartPr/>
                <p14:nvPr/>
              </p14:nvContentPartPr>
              <p14:xfrm>
                <a:off x="10290145" y="1946596"/>
                <a:ext cx="19800" cy="9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F6A69F-20DD-D8B6-1084-A23336F5AE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1145" y="1937596"/>
                  <a:ext cx="37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EFF4C8-B22E-5391-55A8-D406F86BC711}"/>
                    </a:ext>
                  </a:extLst>
                </p14:cNvPr>
                <p14:cNvContentPartPr/>
                <p14:nvPr/>
              </p14:nvContentPartPr>
              <p14:xfrm>
                <a:off x="10244065" y="1854796"/>
                <a:ext cx="24840" cy="1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EFF4C8-B22E-5391-55A8-D406F86BC7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35065" y="1846156"/>
                  <a:ext cx="42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1B263A-F8C5-9FAC-E42F-06693EA31185}"/>
                    </a:ext>
                  </a:extLst>
                </p14:cNvPr>
                <p14:cNvContentPartPr/>
                <p14:nvPr/>
              </p14:nvContentPartPr>
              <p14:xfrm>
                <a:off x="10326505" y="1864156"/>
                <a:ext cx="506160" cy="21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1B263A-F8C5-9FAC-E42F-06693EA311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17865" y="1855516"/>
                  <a:ext cx="523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E517C0-127C-79F8-EC0F-60255CEF2B92}"/>
                    </a:ext>
                  </a:extLst>
                </p14:cNvPr>
                <p14:cNvContentPartPr/>
                <p14:nvPr/>
              </p14:nvContentPartPr>
              <p14:xfrm>
                <a:off x="10730065" y="1969636"/>
                <a:ext cx="146160" cy="3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E517C0-127C-79F8-EC0F-60255CEF2B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21425" y="1960996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239574-3159-5114-C775-96589EDDB875}"/>
              </a:ext>
            </a:extLst>
          </p:cNvPr>
          <p:cNvGrpSpPr/>
          <p:nvPr/>
        </p:nvGrpSpPr>
        <p:grpSpPr>
          <a:xfrm>
            <a:off x="7691870" y="4499396"/>
            <a:ext cx="860387" cy="291804"/>
            <a:chOff x="4692865" y="4726876"/>
            <a:chExt cx="84672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B77FC8-7BA1-BD8C-D5B9-02497AF4B0BB}"/>
                    </a:ext>
                  </a:extLst>
                </p14:cNvPr>
                <p14:cNvContentPartPr/>
                <p14:nvPr/>
              </p14:nvContentPartPr>
              <p14:xfrm>
                <a:off x="4692865" y="4774756"/>
                <a:ext cx="152640" cy="17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B77FC8-7BA1-BD8C-D5B9-02497AF4B0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83865" y="4766116"/>
                  <a:ext cx="170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3FD180-2120-C619-1B83-59C499F5693B}"/>
                    </a:ext>
                  </a:extLst>
                </p14:cNvPr>
                <p14:cNvContentPartPr/>
                <p14:nvPr/>
              </p14:nvContentPartPr>
              <p14:xfrm>
                <a:off x="4858105" y="4779076"/>
                <a:ext cx="22320" cy="147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3FD180-2120-C619-1B83-59C499F569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49105" y="4770436"/>
                  <a:ext cx="39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703AC5-0EF0-8021-D31F-3B387CFC334A}"/>
                    </a:ext>
                  </a:extLst>
                </p14:cNvPr>
                <p14:cNvContentPartPr/>
                <p14:nvPr/>
              </p14:nvContentPartPr>
              <p14:xfrm>
                <a:off x="4837585" y="4792396"/>
                <a:ext cx="169200" cy="11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703AC5-0EF0-8021-D31F-3B387CFC33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8585" y="4783396"/>
                  <a:ext cx="186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945829-BC6C-5BAA-7355-DA00921369B2}"/>
                    </a:ext>
                  </a:extLst>
                </p14:cNvPr>
                <p14:cNvContentPartPr/>
                <p14:nvPr/>
              </p14:nvContentPartPr>
              <p14:xfrm>
                <a:off x="4991665" y="4807156"/>
                <a:ext cx="173160" cy="86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945829-BC6C-5BAA-7355-DA00921369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3025" y="4798156"/>
                  <a:ext cx="190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AB51C8-451F-D310-BEC0-4F266C366794}"/>
                    </a:ext>
                  </a:extLst>
                </p14:cNvPr>
                <p14:cNvContentPartPr/>
                <p14:nvPr/>
              </p14:nvContentPartPr>
              <p14:xfrm>
                <a:off x="5169145" y="4732636"/>
                <a:ext cx="78480" cy="15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AB51C8-451F-D310-BEC0-4F266C3667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0505" y="4723996"/>
                  <a:ext cx="96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835CF7-B2CE-BE89-17CD-63D56CE2E892}"/>
                    </a:ext>
                  </a:extLst>
                </p14:cNvPr>
                <p14:cNvContentPartPr/>
                <p14:nvPr/>
              </p14:nvContentPartPr>
              <p14:xfrm>
                <a:off x="5237185" y="4726876"/>
                <a:ext cx="302400" cy="29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835CF7-B2CE-BE89-17CD-63D56CE2E8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8185" y="4718236"/>
                  <a:ext cx="3200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D3FA7A-DCF9-6B8F-75FE-AFB6777D45B1}"/>
              </a:ext>
            </a:extLst>
          </p:cNvPr>
          <p:cNvGrpSpPr/>
          <p:nvPr/>
        </p:nvGrpSpPr>
        <p:grpSpPr>
          <a:xfrm>
            <a:off x="7144658" y="4372881"/>
            <a:ext cx="45719" cy="45719"/>
            <a:chOff x="4177345" y="4645876"/>
            <a:chExt cx="360" cy="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7D990E-EE61-3F20-7D29-4A3376FA7177}"/>
                    </a:ext>
                  </a:extLst>
                </p14:cNvPr>
                <p14:cNvContentPartPr/>
                <p14:nvPr/>
              </p14:nvContentPartPr>
              <p14:xfrm>
                <a:off x="4177345" y="4645876"/>
                <a:ext cx="360" cy="5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7D990E-EE61-3F20-7D29-4A3376FA71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8705" y="4636876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76B26B-7B95-AC2B-8D28-4FB2E9B160B7}"/>
                    </a:ext>
                  </a:extLst>
                </p14:cNvPr>
                <p14:cNvContentPartPr/>
                <p14:nvPr/>
              </p14:nvContentPartPr>
              <p14:xfrm>
                <a:off x="4177345" y="4650556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76B26B-7B95-AC2B-8D28-4FB2E9B160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68705" y="46415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DF53508-AB46-F3C7-C09B-3871A3A3FCBC}"/>
                  </a:ext>
                </a:extLst>
              </p14:cNvPr>
              <p14:cNvContentPartPr/>
              <p14:nvPr/>
            </p14:nvContentPartPr>
            <p14:xfrm>
              <a:off x="7153590" y="4395878"/>
              <a:ext cx="2293267" cy="62681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DF53508-AB46-F3C7-C09B-3871A3A3FCB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44588" y="4386872"/>
                <a:ext cx="2310910" cy="80333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18CF21C-81D0-1830-96FD-18ED6EEA9954}"/>
              </a:ext>
            </a:extLst>
          </p:cNvPr>
          <p:cNvGrpSpPr/>
          <p:nvPr/>
        </p:nvGrpSpPr>
        <p:grpSpPr>
          <a:xfrm>
            <a:off x="6696683" y="5021880"/>
            <a:ext cx="404221" cy="138819"/>
            <a:chOff x="4047048" y="5251896"/>
            <a:chExt cx="39780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6BBF24-6477-7203-7D47-FE1D71478F71}"/>
                    </a:ext>
                  </a:extLst>
                </p14:cNvPr>
                <p14:cNvContentPartPr/>
                <p14:nvPr/>
              </p14:nvContentPartPr>
              <p14:xfrm>
                <a:off x="4049568" y="5251896"/>
                <a:ext cx="395280" cy="13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6BBF24-6477-7203-7D47-FE1D71478F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40568" y="5242896"/>
                  <a:ext cx="412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22955E-FDEB-A447-0193-652A74F6A14A}"/>
                    </a:ext>
                  </a:extLst>
                </p14:cNvPr>
                <p14:cNvContentPartPr/>
                <p14:nvPr/>
              </p14:nvContentPartPr>
              <p14:xfrm>
                <a:off x="4047048" y="5336496"/>
                <a:ext cx="60480" cy="56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22955E-FDEB-A447-0193-652A74F6A1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38408" y="5327856"/>
                  <a:ext cx="781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A4E409E-D965-6187-C660-5BF48C08D1D2}"/>
              </a:ext>
            </a:extLst>
          </p:cNvPr>
          <p:cNvGrpSpPr/>
          <p:nvPr/>
        </p:nvGrpSpPr>
        <p:grpSpPr>
          <a:xfrm>
            <a:off x="6865103" y="5213733"/>
            <a:ext cx="1164375" cy="264890"/>
            <a:chOff x="4310568" y="5625216"/>
            <a:chExt cx="114588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75EB71-B667-3CF2-D6F6-30C05ED1E23C}"/>
                    </a:ext>
                  </a:extLst>
                </p14:cNvPr>
                <p14:cNvContentPartPr/>
                <p14:nvPr/>
              </p14:nvContentPartPr>
              <p14:xfrm>
                <a:off x="4326768" y="5628456"/>
                <a:ext cx="85680" cy="26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75EB71-B667-3CF2-D6F6-30C05ED1E2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17768" y="5619816"/>
                  <a:ext cx="103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9A5383-C40F-B29C-2D19-1F60C8D8D4D7}"/>
                    </a:ext>
                  </a:extLst>
                </p14:cNvPr>
                <p14:cNvContentPartPr/>
                <p14:nvPr/>
              </p14:nvContentPartPr>
              <p14:xfrm>
                <a:off x="4310568" y="5800536"/>
                <a:ext cx="85680" cy="1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9A5383-C40F-B29C-2D19-1F60C8D8D4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01568" y="5791536"/>
                  <a:ext cx="103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B8FB6AF-6110-0D68-BF37-36F1DB4AEE82}"/>
                    </a:ext>
                  </a:extLst>
                </p14:cNvPr>
                <p14:cNvContentPartPr/>
                <p14:nvPr/>
              </p14:nvContentPartPr>
              <p14:xfrm>
                <a:off x="4469688" y="5755176"/>
                <a:ext cx="85680" cy="10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B8FB6AF-6110-0D68-BF37-36F1DB4AEE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61048" y="5746536"/>
                  <a:ext cx="103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1E26903-1ABA-3621-C341-B2ADE0033E5F}"/>
                    </a:ext>
                  </a:extLst>
                </p14:cNvPr>
                <p14:cNvContentPartPr/>
                <p14:nvPr/>
              </p14:nvContentPartPr>
              <p14:xfrm>
                <a:off x="4566528" y="5772456"/>
                <a:ext cx="244800" cy="88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1E26903-1ABA-3621-C341-B2ADE0033E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57888" y="5763816"/>
                  <a:ext cx="262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DF890F-8741-23E3-6B7E-20F0767ED287}"/>
                    </a:ext>
                  </a:extLst>
                </p14:cNvPr>
                <p14:cNvContentPartPr/>
                <p14:nvPr/>
              </p14:nvContentPartPr>
              <p14:xfrm>
                <a:off x="4855248" y="5748696"/>
                <a:ext cx="94320" cy="110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DF890F-8741-23E3-6B7E-20F0767ED2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46608" y="5739696"/>
                  <a:ext cx="111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A1516E-84C5-9348-7029-ABDC404A9E94}"/>
                    </a:ext>
                  </a:extLst>
                </p14:cNvPr>
                <p14:cNvContentPartPr/>
                <p14:nvPr/>
              </p14:nvContentPartPr>
              <p14:xfrm>
                <a:off x="4987368" y="5774976"/>
                <a:ext cx="16560" cy="7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A1516E-84C5-9348-7029-ABDC404A9E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78368" y="5766336"/>
                  <a:ext cx="3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893668-7539-78B1-FC9C-BCBA187784B2}"/>
                    </a:ext>
                  </a:extLst>
                </p14:cNvPr>
                <p14:cNvContentPartPr/>
                <p14:nvPr/>
              </p14:nvContentPartPr>
              <p14:xfrm>
                <a:off x="4945608" y="5656176"/>
                <a:ext cx="5040" cy="18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893668-7539-78B1-FC9C-BCBA187784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36968" y="5647176"/>
                  <a:ext cx="22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CAAF77-10FD-F51D-03C1-16F9089A4A5B}"/>
                    </a:ext>
                  </a:extLst>
                </p14:cNvPr>
                <p14:cNvContentPartPr/>
                <p14:nvPr/>
              </p14:nvContentPartPr>
              <p14:xfrm>
                <a:off x="5038128" y="5714496"/>
                <a:ext cx="243000" cy="152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CAAF77-10FD-F51D-03C1-16F9089A4A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29128" y="5705496"/>
                  <a:ext cx="260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DA89D44-4373-53EE-8407-124384867EBA}"/>
                    </a:ext>
                  </a:extLst>
                </p14:cNvPr>
                <p14:cNvContentPartPr/>
                <p14:nvPr/>
              </p14:nvContentPartPr>
              <p14:xfrm>
                <a:off x="5338368" y="5625216"/>
                <a:ext cx="118080" cy="242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DA89D44-4373-53EE-8407-124384867E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29368" y="5616576"/>
                  <a:ext cx="135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6B1997D-B947-A5B7-D3B7-BABFB2076560}"/>
                    </a:ext>
                  </a:extLst>
                </p14:cNvPr>
                <p14:cNvContentPartPr/>
                <p14:nvPr/>
              </p14:nvContentPartPr>
              <p14:xfrm>
                <a:off x="5310648" y="5716656"/>
                <a:ext cx="133200" cy="3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6B1997D-B947-A5B7-D3B7-BABFB20765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01648" y="5707656"/>
                  <a:ext cx="1508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9BE6299-6C59-885B-B8E6-AD584A648791}"/>
              </a:ext>
            </a:extLst>
          </p:cNvPr>
          <p:cNvGrpSpPr/>
          <p:nvPr/>
        </p:nvGrpSpPr>
        <p:grpSpPr>
          <a:xfrm>
            <a:off x="9188400" y="4446460"/>
            <a:ext cx="2540160" cy="821880"/>
            <a:chOff x="6175728" y="4678776"/>
            <a:chExt cx="2540160" cy="82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FF6A7C-0AC1-F7CA-5CE1-57567CE8E760}"/>
                    </a:ext>
                  </a:extLst>
                </p14:cNvPr>
                <p14:cNvContentPartPr/>
                <p14:nvPr/>
              </p14:nvContentPartPr>
              <p14:xfrm>
                <a:off x="6175728" y="4827456"/>
                <a:ext cx="982440" cy="301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FF6A7C-0AC1-F7CA-5CE1-57567CE8E7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6728" y="4818456"/>
                  <a:ext cx="1000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15D04D-7759-3934-C82B-8B898CF05646}"/>
                    </a:ext>
                  </a:extLst>
                </p14:cNvPr>
                <p14:cNvContentPartPr/>
                <p14:nvPr/>
              </p14:nvContentPartPr>
              <p14:xfrm>
                <a:off x="7319808" y="4678776"/>
                <a:ext cx="310320" cy="287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15D04D-7759-3934-C82B-8B898CF056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11168" y="4669776"/>
                  <a:ext cx="327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D26F8F-E772-F887-2E50-818B5523D86D}"/>
                    </a:ext>
                  </a:extLst>
                </p14:cNvPr>
                <p14:cNvContentPartPr/>
                <p14:nvPr/>
              </p14:nvContentPartPr>
              <p14:xfrm>
                <a:off x="7644168" y="4685256"/>
                <a:ext cx="263160" cy="237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D26F8F-E772-F887-2E50-818B5523D8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35528" y="4676616"/>
                  <a:ext cx="280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4668971-2E6D-4C5A-7801-9CA50DDA938C}"/>
                    </a:ext>
                  </a:extLst>
                </p14:cNvPr>
                <p14:cNvContentPartPr/>
                <p14:nvPr/>
              </p14:nvContentPartPr>
              <p14:xfrm>
                <a:off x="7293528" y="5031216"/>
                <a:ext cx="79596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4668971-2E6D-4C5A-7801-9CA50DDA938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84528" y="5022576"/>
                  <a:ext cx="813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F2D2B4-761A-316C-654A-65C0E1A843A2}"/>
                    </a:ext>
                  </a:extLst>
                </p14:cNvPr>
                <p14:cNvContentPartPr/>
                <p14:nvPr/>
              </p14:nvContentPartPr>
              <p14:xfrm>
                <a:off x="7381368" y="5210856"/>
                <a:ext cx="433440" cy="28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F2D2B4-761A-316C-654A-65C0E1A843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72368" y="5202216"/>
                  <a:ext cx="451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FE6C26-0629-B234-FA4E-C11A54FA852D}"/>
                    </a:ext>
                  </a:extLst>
                </p14:cNvPr>
                <p14:cNvContentPartPr/>
                <p14:nvPr/>
              </p14:nvContentPartPr>
              <p14:xfrm>
                <a:off x="7708248" y="5290416"/>
                <a:ext cx="185040" cy="21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FE6C26-0629-B234-FA4E-C11A54FA85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99608" y="5281416"/>
                  <a:ext cx="202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769C999-77CB-0026-1182-376BDF6EAE2E}"/>
                    </a:ext>
                  </a:extLst>
                </p14:cNvPr>
                <p14:cNvContentPartPr/>
                <p14:nvPr/>
              </p14:nvContentPartPr>
              <p14:xfrm>
                <a:off x="8260488" y="4952016"/>
                <a:ext cx="11592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769C999-77CB-0026-1182-376BDF6EAE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1488" y="4943016"/>
                  <a:ext cx="133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9C5848-4A9A-0F6C-1DB0-8DE6FCBAE466}"/>
                    </a:ext>
                  </a:extLst>
                </p14:cNvPr>
                <p14:cNvContentPartPr/>
                <p14:nvPr/>
              </p14:nvContentPartPr>
              <p14:xfrm>
                <a:off x="8260488" y="4964256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9C5848-4A9A-0F6C-1DB0-8DE6FCBAE4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51488" y="495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8E49FE-C78D-4893-998D-9CA207E039F1}"/>
                    </a:ext>
                  </a:extLst>
                </p14:cNvPr>
                <p14:cNvContentPartPr/>
                <p14:nvPr/>
              </p14:nvContentPartPr>
              <p14:xfrm>
                <a:off x="8260488" y="4964256"/>
                <a:ext cx="129600" cy="6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8E49FE-C78D-4893-998D-9CA207E039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51488" y="4955256"/>
                  <a:ext cx="147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425CF7-91CF-0021-7052-732F7E03C01C}"/>
                    </a:ext>
                  </a:extLst>
                </p14:cNvPr>
                <p14:cNvContentPartPr/>
                <p14:nvPr/>
              </p14:nvContentPartPr>
              <p14:xfrm>
                <a:off x="8502768" y="4884336"/>
                <a:ext cx="213120" cy="171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425CF7-91CF-0021-7052-732F7E03C01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93768" y="4875696"/>
                  <a:ext cx="23076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F84DAF5-91E8-EA1D-D7B1-0F3C26D559AD}"/>
                  </a:ext>
                </a:extLst>
              </p14:cNvPr>
              <p14:cNvContentPartPr/>
              <p14:nvPr/>
            </p14:nvContentPartPr>
            <p14:xfrm>
              <a:off x="9149518" y="4591850"/>
              <a:ext cx="181442" cy="149089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F84DAF5-91E8-EA1D-D7B1-0F3C26D559A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140518" y="4582825"/>
                <a:ext cx="199082" cy="1667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90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D46E-539D-9FC7-946A-1DE16F25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Lumped</a:t>
            </a:r>
            <a:r>
              <a:rPr lang="da-DK" dirty="0"/>
              <a:t> parameter versus </a:t>
            </a:r>
            <a:r>
              <a:rPr lang="da-DK" dirty="0" err="1"/>
              <a:t>distributed</a:t>
            </a:r>
            <a:r>
              <a:rPr lang="da-DK" dirty="0"/>
              <a:t>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CA3D-76E8-004F-3E53-3C4FE0D0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 err="1"/>
              <a:t>Does</a:t>
            </a:r>
            <a:r>
              <a:rPr lang="da-DK" sz="2000" dirty="0"/>
              <a:t> </a:t>
            </a:r>
            <a:r>
              <a:rPr lang="da-DK" sz="2000" dirty="0" err="1"/>
              <a:t>state</a:t>
            </a:r>
            <a:r>
              <a:rPr lang="da-DK" sz="2000" dirty="0"/>
              <a:t> variable and parameters </a:t>
            </a:r>
            <a:r>
              <a:rPr lang="da-DK" sz="2000" dirty="0" err="1"/>
              <a:t>vary</a:t>
            </a:r>
            <a:r>
              <a:rPr lang="da-DK" sz="2000" dirty="0"/>
              <a:t> in </a:t>
            </a:r>
            <a:r>
              <a:rPr lang="da-DK" sz="2000" dirty="0" err="1"/>
              <a:t>space</a:t>
            </a:r>
            <a:r>
              <a:rPr lang="da-DK" sz="2000" dirty="0"/>
              <a:t>? </a:t>
            </a:r>
            <a:r>
              <a:rPr lang="da-DK" sz="2000" dirty="0" err="1"/>
              <a:t>Closely</a:t>
            </a:r>
            <a:r>
              <a:rPr lang="da-DK" sz="2000" dirty="0"/>
              <a:t> </a:t>
            </a:r>
            <a:r>
              <a:rPr lang="da-DK" sz="2000" dirty="0" err="1"/>
              <a:t>related</a:t>
            </a:r>
            <a:r>
              <a:rPr lang="da-DK" sz="2000" dirty="0"/>
              <a:t> to </a:t>
            </a:r>
            <a:r>
              <a:rPr lang="da-DK" sz="2000" dirty="0" err="1"/>
              <a:t>PDEs</a:t>
            </a:r>
            <a:r>
              <a:rPr lang="da-DK" sz="2000" dirty="0"/>
              <a:t>!</a:t>
            </a:r>
          </a:p>
          <a:p>
            <a:pPr marL="0" indent="0">
              <a:buNone/>
            </a:pPr>
            <a:r>
              <a:rPr lang="da-DK" sz="2000" dirty="0">
                <a:sym typeface="Wingdings" panose="05000000000000000000" pitchFamily="2" charset="2"/>
              </a:rPr>
              <a:t>Models </a:t>
            </a:r>
            <a:r>
              <a:rPr lang="da-DK" sz="2000" dirty="0" err="1">
                <a:sym typeface="Wingdings" panose="05000000000000000000" pitchFamily="2" charset="2"/>
              </a:rPr>
              <a:t>are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often</a:t>
            </a:r>
            <a:r>
              <a:rPr lang="da-DK" sz="2000" dirty="0">
                <a:sym typeface="Wingdings" panose="05000000000000000000" pitchFamily="2" charset="2"/>
              </a:rPr>
              <a:t> hybrids with </a:t>
            </a:r>
            <a:r>
              <a:rPr lang="da-DK" sz="2000" dirty="0" err="1">
                <a:sym typeface="Wingdings" panose="05000000000000000000" pitchFamily="2" charset="2"/>
              </a:rPr>
              <a:t>some</a:t>
            </a:r>
            <a:r>
              <a:rPr lang="da-DK" sz="2000" dirty="0">
                <a:sym typeface="Wingdings" panose="05000000000000000000" pitchFamily="2" charset="2"/>
              </a:rPr>
              <a:t> parameters </a:t>
            </a:r>
            <a:r>
              <a:rPr lang="da-DK" sz="2000" dirty="0" err="1">
                <a:sym typeface="Wingdings" panose="05000000000000000000" pitchFamily="2" charset="2"/>
              </a:rPr>
              <a:t>being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lumped</a:t>
            </a:r>
            <a:r>
              <a:rPr lang="da-DK" sz="2000" dirty="0">
                <a:sym typeface="Wingdings" panose="05000000000000000000" pitchFamily="2" charset="2"/>
              </a:rPr>
              <a:t> and </a:t>
            </a:r>
            <a:r>
              <a:rPr lang="da-DK" sz="2000" dirty="0" err="1">
                <a:sym typeface="Wingdings" panose="05000000000000000000" pitchFamily="2" charset="2"/>
              </a:rPr>
              <a:t>some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being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distributed</a:t>
            </a:r>
            <a:endParaRPr lang="da-DK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a-DK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69BAFB2-0420-3C3D-AC3E-9A94D36F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0" y="3016251"/>
            <a:ext cx="6144482" cy="256258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6145262-6F83-68FC-D49D-EB8081C06E18}"/>
              </a:ext>
            </a:extLst>
          </p:cNvPr>
          <p:cNvSpPr txBox="1"/>
          <p:nvPr/>
        </p:nvSpPr>
        <p:spPr>
          <a:xfrm>
            <a:off x="838200" y="5882053"/>
            <a:ext cx="54729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Binay</a:t>
            </a:r>
            <a:r>
              <a:rPr lang="da-DK" sz="1100" dirty="0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Kanti</a:t>
            </a:r>
            <a:r>
              <a:rPr lang="da-DK" sz="1100" dirty="0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Dutta</a:t>
            </a:r>
            <a:r>
              <a:rPr lang="da-DK" sz="1100" dirty="0"/>
              <a:t>. 2020. </a:t>
            </a:r>
            <a:r>
              <a:rPr lang="en-US" sz="1100" dirty="0"/>
              <a:t>Mathematical Methods in Chemical and Biological Engineering</a:t>
            </a:r>
          </a:p>
          <a:p>
            <a:endParaRPr lang="da-DK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9920535-3FAC-52F0-7032-D0217D067CBB}"/>
              </a:ext>
            </a:extLst>
          </p:cNvPr>
          <p:cNvGrpSpPr/>
          <p:nvPr/>
        </p:nvGrpSpPr>
        <p:grpSpPr>
          <a:xfrm>
            <a:off x="6842760" y="2589394"/>
            <a:ext cx="5254752" cy="3941323"/>
            <a:chOff x="6842760" y="2589394"/>
            <a:chExt cx="5254752" cy="394132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DBC8C43-61A3-96A7-702F-31BA61C5EEA1}"/>
                </a:ext>
              </a:extLst>
            </p:cNvPr>
            <p:cNvSpPr/>
            <p:nvPr/>
          </p:nvSpPr>
          <p:spPr>
            <a:xfrm>
              <a:off x="8308848" y="3202863"/>
              <a:ext cx="2322576" cy="23317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D1B005D-3782-2FE7-1CAA-B7E8FD904DE3}"/>
                </a:ext>
              </a:extLst>
            </p:cNvPr>
            <p:cNvSpPr/>
            <p:nvPr/>
          </p:nvSpPr>
          <p:spPr>
            <a:xfrm>
              <a:off x="8308848" y="5040807"/>
              <a:ext cx="2322576" cy="493774"/>
            </a:xfrm>
            <a:prstGeom prst="rect">
              <a:avLst/>
            </a:prstGeom>
            <a:solidFill>
              <a:srgbClr val="B898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7737D9-F11D-0461-560C-6DB43A736D48}"/>
                </a:ext>
              </a:extLst>
            </p:cNvPr>
            <p:cNvSpPr txBox="1"/>
            <p:nvPr/>
          </p:nvSpPr>
          <p:spPr>
            <a:xfrm>
              <a:off x="8270746" y="2589394"/>
              <a:ext cx="242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Clarifier/</a:t>
              </a:r>
              <a:r>
                <a:rPr lang="da-DK" dirty="0" err="1"/>
                <a:t>settling</a:t>
              </a:r>
              <a:r>
                <a:rPr lang="da-DK" dirty="0"/>
                <a:t> tank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4721327-8479-11AE-8496-0B17A366BAAE}"/>
                </a:ext>
              </a:extLst>
            </p:cNvPr>
            <p:cNvCxnSpPr/>
            <p:nvPr/>
          </p:nvCxnSpPr>
          <p:spPr>
            <a:xfrm>
              <a:off x="10631424" y="3340023"/>
              <a:ext cx="1466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B46CE38-E125-CD14-EC01-2D7B51366BB5}"/>
                </a:ext>
              </a:extLst>
            </p:cNvPr>
            <p:cNvCxnSpPr/>
            <p:nvPr/>
          </p:nvCxnSpPr>
          <p:spPr>
            <a:xfrm>
              <a:off x="9482326" y="5534581"/>
              <a:ext cx="0" cy="6949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E6BEBC-01B6-9305-FF1A-E2F8189EE65C}"/>
                </a:ext>
              </a:extLst>
            </p:cNvPr>
            <p:cNvSpPr txBox="1"/>
            <p:nvPr/>
          </p:nvSpPr>
          <p:spPr>
            <a:xfrm>
              <a:off x="8807961" y="6222940"/>
              <a:ext cx="13121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400" dirty="0" err="1"/>
                <a:t>Excess</a:t>
              </a:r>
              <a:r>
                <a:rPr lang="da-DK" sz="1400" dirty="0"/>
                <a:t> </a:t>
              </a:r>
              <a:r>
                <a:rPr lang="da-DK" sz="1400" dirty="0" err="1"/>
                <a:t>sludge</a:t>
              </a:r>
              <a:r>
                <a:rPr lang="da-DK" sz="1400" dirty="0"/>
                <a:t>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D7B98A-518E-9F36-5810-21A2E9DA51E0}"/>
                </a:ext>
              </a:extLst>
            </p:cNvPr>
            <p:cNvSpPr txBox="1"/>
            <p:nvPr/>
          </p:nvSpPr>
          <p:spPr>
            <a:xfrm>
              <a:off x="8944351" y="3829227"/>
              <a:ext cx="10576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stagnant</a:t>
              </a:r>
              <a:endParaRPr lang="da-DK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AA736C7-2AEF-5618-3368-C3C32E1EA521}"/>
                </a:ext>
              </a:extLst>
            </p:cNvPr>
            <p:cNvCxnSpPr/>
            <p:nvPr/>
          </p:nvCxnSpPr>
          <p:spPr>
            <a:xfrm>
              <a:off x="6842760" y="3321806"/>
              <a:ext cx="1466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0D651C9-B53A-C47C-3C63-64AB9F8907BE}"/>
                    </a:ext>
                  </a:extLst>
                </p14:cNvPr>
                <p14:cNvContentPartPr/>
                <p14:nvPr/>
              </p14:nvContentPartPr>
              <p14:xfrm>
                <a:off x="8642666" y="3791662"/>
                <a:ext cx="19080" cy="12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0D651C9-B53A-C47C-3C63-64AB9F8907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33666" y="3782662"/>
                  <a:ext cx="36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FAEBDF-8938-8135-EF89-684E040CAC17}"/>
                    </a:ext>
                  </a:extLst>
                </p14:cNvPr>
                <p14:cNvContentPartPr/>
                <p14:nvPr/>
              </p14:nvContentPartPr>
              <p14:xfrm>
                <a:off x="8551586" y="4073902"/>
                <a:ext cx="59760" cy="69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FAEBDF-8938-8135-EF89-684E040CAC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2946" y="4065262"/>
                  <a:ext cx="77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C68F72-E1CC-59FD-9461-F8764CD50FA2}"/>
                    </a:ext>
                  </a:extLst>
                </p14:cNvPr>
                <p14:cNvContentPartPr/>
                <p14:nvPr/>
              </p14:nvContentPartPr>
              <p14:xfrm>
                <a:off x="8808986" y="4338502"/>
                <a:ext cx="42120" cy="41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C68F72-E1CC-59FD-9461-F8764CD50F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00346" y="4329862"/>
                  <a:ext cx="5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56231-8B9F-86CB-2742-12C57E687623}"/>
                    </a:ext>
                  </a:extLst>
                </p14:cNvPr>
                <p14:cNvContentPartPr/>
                <p14:nvPr/>
              </p14:nvContentPartPr>
              <p14:xfrm>
                <a:off x="8560586" y="4674742"/>
                <a:ext cx="41760" cy="3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56231-8B9F-86CB-2742-12C57E6876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51946" y="4665742"/>
                  <a:ext cx="59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CCE328-D216-BA9C-E9B9-3B10A056CE50}"/>
                    </a:ext>
                  </a:extLst>
                </p14:cNvPr>
                <p14:cNvContentPartPr/>
                <p14:nvPr/>
              </p14:nvContentPartPr>
              <p14:xfrm>
                <a:off x="9454826" y="4789582"/>
                <a:ext cx="68400" cy="41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CCE328-D216-BA9C-E9B9-3B10A056CE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46186" y="4780942"/>
                  <a:ext cx="86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0ED572-FC42-3185-4733-0E41507448F0}"/>
                    </a:ext>
                  </a:extLst>
                </p14:cNvPr>
                <p14:cNvContentPartPr/>
                <p14:nvPr/>
              </p14:nvContentPartPr>
              <p14:xfrm>
                <a:off x="9330626" y="4551982"/>
                <a:ext cx="28440" cy="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0ED572-FC42-3185-4733-0E41507448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21626" y="4543342"/>
                  <a:ext cx="46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DB2B2B-A8D2-3734-002A-24555E7E45AE}"/>
                    </a:ext>
                  </a:extLst>
                </p14:cNvPr>
                <p14:cNvContentPartPr/>
                <p14:nvPr/>
              </p14:nvContentPartPr>
              <p14:xfrm>
                <a:off x="10020746" y="4809742"/>
                <a:ext cx="54000" cy="4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DB2B2B-A8D2-3734-002A-24555E7E45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11746" y="4800742"/>
                  <a:ext cx="71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F414F7-BCA0-2D99-A13E-C94835B0453B}"/>
                    </a:ext>
                  </a:extLst>
                </p14:cNvPr>
                <p14:cNvContentPartPr/>
                <p14:nvPr/>
              </p14:nvContentPartPr>
              <p14:xfrm>
                <a:off x="10404866" y="4828102"/>
                <a:ext cx="72000" cy="46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F414F7-BCA0-2D99-A13E-C94835B045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396226" y="4819102"/>
                  <a:ext cx="89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96036B-644F-1445-BF77-459F77A650B6}"/>
                    </a:ext>
                  </a:extLst>
                </p14:cNvPr>
                <p14:cNvContentPartPr/>
                <p14:nvPr/>
              </p14:nvContentPartPr>
              <p14:xfrm>
                <a:off x="9217946" y="4911982"/>
                <a:ext cx="77400" cy="33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96036B-644F-1445-BF77-459F77A650B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09306" y="4903342"/>
                  <a:ext cx="95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3EE00F-F2FD-ECFF-9CA6-2BF2494EAD3C}"/>
                    </a:ext>
                  </a:extLst>
                </p14:cNvPr>
                <p14:cNvContentPartPr/>
                <p14:nvPr/>
              </p14:nvContentPartPr>
              <p14:xfrm>
                <a:off x="8726186" y="4848262"/>
                <a:ext cx="46440" cy="92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3EE00F-F2FD-ECFF-9CA6-2BF2494EAD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17186" y="4839622"/>
                  <a:ext cx="64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4389B9-C8A2-B203-60C1-84DE7F7A57F9}"/>
                    </a:ext>
                  </a:extLst>
                </p14:cNvPr>
                <p14:cNvContentPartPr/>
                <p14:nvPr/>
              </p14:nvContentPartPr>
              <p14:xfrm>
                <a:off x="9703586" y="4890022"/>
                <a:ext cx="107280" cy="5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4389B9-C8A2-B203-60C1-84DE7F7A57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94946" y="4881382"/>
                  <a:ext cx="124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EAC469-00E4-B9F3-2611-A35231F4CE01}"/>
                    </a:ext>
                  </a:extLst>
                </p14:cNvPr>
                <p14:cNvContentPartPr/>
                <p14:nvPr/>
              </p14:nvContentPartPr>
              <p14:xfrm>
                <a:off x="10245746" y="4586182"/>
                <a:ext cx="169200" cy="62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EAC469-00E4-B9F3-2611-A35231F4CE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36746" y="4577182"/>
                  <a:ext cx="186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DAE55C-8F34-D404-879E-D180F6DAAC96}"/>
                    </a:ext>
                  </a:extLst>
                </p14:cNvPr>
                <p14:cNvContentPartPr/>
                <p14:nvPr/>
              </p14:nvContentPartPr>
              <p14:xfrm>
                <a:off x="9727346" y="4582222"/>
                <a:ext cx="50760" cy="5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DAE55C-8F34-D404-879E-D180F6DAAC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8706" y="4573582"/>
                  <a:ext cx="68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97E35E-603C-D2EC-646A-179C2B748E71}"/>
                    </a:ext>
                  </a:extLst>
                </p14:cNvPr>
                <p14:cNvContentPartPr/>
                <p14:nvPr/>
              </p14:nvContentPartPr>
              <p14:xfrm>
                <a:off x="8841746" y="4660342"/>
                <a:ext cx="51120" cy="14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97E35E-603C-D2EC-646A-179C2B748E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32746" y="4651702"/>
                  <a:ext cx="68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025100-7EC5-FF66-7F55-D20E20212EF8}"/>
                    </a:ext>
                  </a:extLst>
                </p14:cNvPr>
                <p14:cNvContentPartPr/>
                <p14:nvPr/>
              </p14:nvContentPartPr>
              <p14:xfrm>
                <a:off x="10041266" y="4416622"/>
                <a:ext cx="324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025100-7EC5-FF66-7F55-D20E20212EF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32626" y="4407982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BD2978-FA41-3EAC-2128-44B13C4163F0}"/>
                    </a:ext>
                  </a:extLst>
                </p14:cNvPr>
                <p14:cNvContentPartPr/>
                <p14:nvPr/>
              </p14:nvContentPartPr>
              <p14:xfrm>
                <a:off x="9463826" y="4321222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BD2978-FA41-3EAC-2128-44B13C4163F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55186" y="43122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64BCAB-B011-8AF7-55EC-CD98D47ABEFD}"/>
                    </a:ext>
                  </a:extLst>
                </p14:cNvPr>
                <p14:cNvContentPartPr/>
                <p14:nvPr/>
              </p14:nvContentPartPr>
              <p14:xfrm>
                <a:off x="10296146" y="4225462"/>
                <a:ext cx="360" cy="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64BCAB-B011-8AF7-55EC-CD98D47ABEF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87146" y="4216822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FBCAC67-5439-804D-C935-44A861C0CB34}"/>
                </a:ext>
              </a:extLst>
            </p:cNvPr>
            <p:cNvGrpSpPr/>
            <p:nvPr/>
          </p:nvGrpSpPr>
          <p:grpSpPr>
            <a:xfrm>
              <a:off x="10100666" y="3822622"/>
              <a:ext cx="201600" cy="110160"/>
              <a:chOff x="10100666" y="3822622"/>
              <a:chExt cx="201600" cy="110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8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B93771EC-3D77-E17E-4CCF-A30EEA217D13}"/>
                      </a:ext>
                    </a:extLst>
                  </p14:cNvPr>
                  <p14:cNvContentPartPr/>
                  <p14:nvPr/>
                </p14:nvContentPartPr>
                <p14:xfrm>
                  <a:off x="10287146" y="3930982"/>
                  <a:ext cx="15120" cy="180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B93771EC-3D77-E17E-4CCF-A30EEA217D13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10278146" y="3921982"/>
                    <a:ext cx="327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99272578-4C8B-53B8-9FCC-7280F80FA4BB}"/>
                      </a:ext>
                    </a:extLst>
                  </p14:cNvPr>
                  <p14:cNvContentPartPr/>
                  <p14:nvPr/>
                </p14:nvContentPartPr>
                <p14:xfrm>
                  <a:off x="10100666" y="3822622"/>
                  <a:ext cx="201600" cy="1087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99272578-4C8B-53B8-9FCC-7280F80FA4BB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0091666" y="3813622"/>
                    <a:ext cx="219240" cy="1263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00ED38-E8ED-0AB0-14AA-0BD9EE0FFA7C}"/>
                    </a:ext>
                  </a:extLst>
                </p14:cNvPr>
                <p14:cNvContentPartPr/>
                <p14:nvPr/>
              </p14:nvContentPartPr>
              <p14:xfrm>
                <a:off x="9247826" y="3715702"/>
                <a:ext cx="3276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00ED38-E8ED-0AB0-14AA-0BD9EE0FFA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38826" y="3707062"/>
                  <a:ext cx="50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06F83E-7896-1BFA-5A88-F51D5C7F19CA}"/>
                    </a:ext>
                  </a:extLst>
                </p14:cNvPr>
                <p14:cNvContentPartPr/>
                <p14:nvPr/>
              </p14:nvContentPartPr>
              <p14:xfrm>
                <a:off x="8972066" y="4808302"/>
                <a:ext cx="42120" cy="68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06F83E-7896-1BFA-5A88-F51D5C7F19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63066" y="4799662"/>
                  <a:ext cx="59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41D018-3BA8-0EA3-6B83-34E15CA69557}"/>
                    </a:ext>
                  </a:extLst>
                </p14:cNvPr>
                <p14:cNvContentPartPr/>
                <p14:nvPr/>
              </p14:nvContentPartPr>
              <p14:xfrm>
                <a:off x="9258986" y="4650622"/>
                <a:ext cx="68760" cy="6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41D018-3BA8-0EA3-6B83-34E15CA695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50346" y="4641982"/>
                  <a:ext cx="86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2163BE-EFED-4A29-D676-2B100DEFBA09}"/>
                    </a:ext>
                  </a:extLst>
                </p14:cNvPr>
                <p14:cNvContentPartPr/>
                <p14:nvPr/>
              </p14:nvContentPartPr>
              <p14:xfrm>
                <a:off x="9723386" y="4691662"/>
                <a:ext cx="64800" cy="90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2163BE-EFED-4A29-D676-2B100DEFBA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14386" y="4682662"/>
                  <a:ext cx="82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7C6FD0-5DE4-3B86-18AB-7DA78D923DED}"/>
                    </a:ext>
                  </a:extLst>
                </p14:cNvPr>
                <p14:cNvContentPartPr/>
                <p14:nvPr/>
              </p14:nvContentPartPr>
              <p14:xfrm>
                <a:off x="10289666" y="4833862"/>
                <a:ext cx="154800" cy="33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7C6FD0-5DE4-3B86-18AB-7DA78D923DE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80666" y="4825222"/>
                  <a:ext cx="172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04317A6-C937-B237-A95E-6BD2740FB892}"/>
                    </a:ext>
                  </a:extLst>
                </p14:cNvPr>
                <p14:cNvContentPartPr/>
                <p14:nvPr/>
              </p14:nvContentPartPr>
              <p14:xfrm>
                <a:off x="8445026" y="4840342"/>
                <a:ext cx="65880" cy="57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04317A6-C937-B237-A95E-6BD2740FB8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36386" y="4831342"/>
                  <a:ext cx="83520" cy="75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33B7221-742B-1CF7-86BA-B43A72FF7615}"/>
                </a:ext>
              </a:extLst>
            </p:cNvPr>
            <p:cNvGrpSpPr/>
            <p:nvPr/>
          </p:nvGrpSpPr>
          <p:grpSpPr>
            <a:xfrm>
              <a:off x="9081866" y="4486822"/>
              <a:ext cx="62640" cy="49680"/>
              <a:chOff x="9081866" y="4486822"/>
              <a:chExt cx="62640" cy="49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4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FDAB0153-F176-411A-B900-34F74DDA77DD}"/>
                      </a:ext>
                    </a:extLst>
                  </p14:cNvPr>
                  <p14:cNvContentPartPr/>
                  <p14:nvPr/>
                </p14:nvContentPartPr>
                <p14:xfrm>
                  <a:off x="9105626" y="4486822"/>
                  <a:ext cx="38880" cy="3564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FDAB0153-F176-411A-B900-34F74DDA77DD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9096626" y="4477822"/>
                    <a:ext cx="56520" cy="5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B0434B1C-15F4-7290-A59A-F5F693F47DFF}"/>
                      </a:ext>
                    </a:extLst>
                  </p14:cNvPr>
                  <p14:cNvContentPartPr/>
                  <p14:nvPr/>
                </p14:nvContentPartPr>
                <p14:xfrm>
                  <a:off x="9081866" y="4531462"/>
                  <a:ext cx="24120" cy="5040"/>
                </p14:xfrm>
              </p:contentPart>
            </mc:Choice>
            <mc:Fallback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B0434B1C-15F4-7290-A59A-F5F693F47DFF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9072866" y="4522462"/>
                    <a:ext cx="41760" cy="226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1F24ED-8F68-4E73-C333-DF14849142BA}"/>
                    </a:ext>
                  </a:extLst>
                </p14:cNvPr>
                <p14:cNvContentPartPr/>
                <p14:nvPr/>
              </p14:nvContentPartPr>
              <p14:xfrm>
                <a:off x="9395786" y="4324102"/>
                <a:ext cx="6120" cy="1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1F24ED-8F68-4E73-C333-DF14849142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86786" y="4315462"/>
                  <a:ext cx="2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1F0884-9E1C-79B0-9831-86E9F7C904EC}"/>
                    </a:ext>
                  </a:extLst>
                </p14:cNvPr>
                <p14:cNvContentPartPr/>
                <p14:nvPr/>
              </p14:nvContentPartPr>
              <p14:xfrm>
                <a:off x="9745346" y="428126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1F0884-9E1C-79B0-9831-86E9F7C904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36346" y="42726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513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2EC0-A66C-1F27-97C4-6988B96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68705"/>
            <a:ext cx="10515600" cy="1325563"/>
          </a:xfrm>
        </p:spPr>
        <p:txBody>
          <a:bodyPr>
            <a:normAutofit/>
          </a:bodyPr>
          <a:lstStyle/>
          <a:p>
            <a:r>
              <a:rPr lang="da-DK" sz="2800" dirty="0" err="1"/>
              <a:t>Continuous</a:t>
            </a:r>
            <a:r>
              <a:rPr lang="da-DK" sz="2800" dirty="0"/>
              <a:t> and </a:t>
            </a:r>
            <a:r>
              <a:rPr lang="da-DK" sz="2800" dirty="0" err="1"/>
              <a:t>discrete</a:t>
            </a:r>
            <a:r>
              <a:rPr lang="da-DK" sz="2800" dirty="0"/>
              <a:t>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A528A-DF39-F504-1022-CAEA0A978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1352" y="95694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r>
                  <a:rPr lang="da-DK" sz="2000" dirty="0"/>
                  <a:t>differential </a:t>
                </a:r>
                <a:r>
                  <a:rPr lang="da-DK" sz="2000" dirty="0" err="1"/>
                  <a:t>equation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00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r>
                  <a:rPr lang="da-DK" sz="2000" dirty="0"/>
                  <a:t>	</a:t>
                </a:r>
              </a:p>
              <a:p>
                <a:pPr marL="0" indent="0">
                  <a:buNone/>
                </a:pPr>
                <a:r>
                  <a:rPr lang="da-DK" sz="2000" dirty="0"/>
                  <a:t>difference </a:t>
                </a:r>
                <a:r>
                  <a:rPr lang="da-DK" sz="2000" dirty="0" err="1"/>
                  <a:t>equation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 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A528A-DF39-F504-1022-CAEA0A978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1352" y="956945"/>
                <a:ext cx="10515600" cy="4351338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1B6C6C1-11F5-CE00-D674-5921D88F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001" y="406286"/>
            <a:ext cx="2333951" cy="344853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989750-0E9C-2A45-F886-6A05CBC23895}"/>
              </a:ext>
            </a:extLst>
          </p:cNvPr>
          <p:cNvCxnSpPr>
            <a:cxnSpLocks/>
          </p:cNvCxnSpPr>
          <p:nvPr/>
        </p:nvCxnSpPr>
        <p:spPr>
          <a:xfrm flipH="1" flipV="1">
            <a:off x="4888992" y="2340864"/>
            <a:ext cx="67056" cy="53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28E0A4-F1C8-BC79-DB9F-36A69148C7F8}"/>
              </a:ext>
            </a:extLst>
          </p:cNvPr>
          <p:cNvSpPr txBox="1"/>
          <p:nvPr/>
        </p:nvSpPr>
        <p:spPr>
          <a:xfrm>
            <a:off x="4369512" y="2873002"/>
            <a:ext cx="250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Looks </a:t>
            </a:r>
            <a:r>
              <a:rPr lang="da-DK" dirty="0" err="1"/>
              <a:t>familiar</a:t>
            </a:r>
            <a:r>
              <a:rPr lang="da-DK" dirty="0"/>
              <a:t>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0DD4AC6-3C8A-08D2-29EB-2A5F99470695}"/>
              </a:ext>
            </a:extLst>
          </p:cNvPr>
          <p:cNvSpPr txBox="1">
            <a:spLocks/>
          </p:cNvSpPr>
          <p:nvPr/>
        </p:nvSpPr>
        <p:spPr>
          <a:xfrm>
            <a:off x="838200" y="32559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800" dirty="0" err="1"/>
              <a:t>Algebraic</a:t>
            </a:r>
            <a:r>
              <a:rPr lang="da-DK" sz="2800" dirty="0"/>
              <a:t> </a:t>
            </a:r>
            <a:r>
              <a:rPr lang="da-DK" sz="2800" dirty="0" err="1"/>
              <a:t>equation</a:t>
            </a:r>
            <a:endParaRPr lang="da-DK" sz="2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BCC08B2-A66E-1DA8-B01C-C93897B90C81}"/>
              </a:ext>
            </a:extLst>
          </p:cNvPr>
          <p:cNvSpPr txBox="1">
            <a:spLocks/>
          </p:cNvSpPr>
          <p:nvPr/>
        </p:nvSpPr>
        <p:spPr>
          <a:xfrm>
            <a:off x="838200" y="385481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a-D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2F1D6-4036-EB32-D0CD-AEA88498273E}"/>
                  </a:ext>
                </a:extLst>
              </p:cNvPr>
              <p:cNvSpPr txBox="1"/>
              <p:nvPr/>
            </p:nvSpPr>
            <p:spPr>
              <a:xfrm>
                <a:off x="975360" y="4167070"/>
                <a:ext cx="824571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Algebraic</a:t>
                </a:r>
                <a:r>
                  <a:rPr lang="da-DK" dirty="0"/>
                  <a:t> </a:t>
                </a:r>
                <a:r>
                  <a:rPr lang="da-DK" dirty="0" err="1"/>
                  <a:t>equations</a:t>
                </a:r>
                <a:r>
                  <a:rPr lang="da-DK" dirty="0"/>
                  <a:t> </a:t>
                </a:r>
                <a:r>
                  <a:rPr lang="da-DK" dirty="0" err="1"/>
                  <a:t>contain</a:t>
                </a:r>
                <a:r>
                  <a:rPr lang="da-DK" dirty="0"/>
                  <a:t> no derivatives (</a:t>
                </a:r>
                <a:r>
                  <a:rPr lang="da-DK" dirty="0" err="1"/>
                  <a:t>involves</a:t>
                </a:r>
                <a:r>
                  <a:rPr lang="da-DK" dirty="0"/>
                  <a:t> variables and </a:t>
                </a:r>
                <a:r>
                  <a:rPr lang="da-DK" dirty="0" err="1"/>
                  <a:t>constants</a:t>
                </a:r>
                <a:r>
                  <a:rPr lang="da-DK" dirty="0"/>
                  <a:t> </a:t>
                </a:r>
                <a:r>
                  <a:rPr lang="da-DK" dirty="0" err="1"/>
                  <a:t>only</a:t>
                </a:r>
                <a:r>
                  <a:rPr lang="da-DK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dirty="0"/>
                  <a:t>	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2F1D6-4036-EB32-D0CD-AEA884982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" y="4167070"/>
                <a:ext cx="8245719" cy="923330"/>
              </a:xfrm>
              <a:prstGeom prst="rect">
                <a:avLst/>
              </a:prstGeom>
              <a:blipFill>
                <a:blip r:embed="rId4"/>
                <a:stretch>
                  <a:fillRect l="-591" t="-3311" b="-198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F00C771E-38DB-B0B5-8B9D-35816075B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748" y="5001429"/>
            <a:ext cx="3762900" cy="1619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7F33B5-20A4-F709-FC44-1C118C99FAB8}"/>
              </a:ext>
            </a:extLst>
          </p:cNvPr>
          <p:cNvSpPr txBox="1"/>
          <p:nvPr/>
        </p:nvSpPr>
        <p:spPr>
          <a:xfrm>
            <a:off x="4194211" y="4575584"/>
            <a:ext cx="727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The </a:t>
            </a:r>
            <a:r>
              <a:rPr lang="da-DK" dirty="0" err="1"/>
              <a:t>finite</a:t>
            </a:r>
            <a:r>
              <a:rPr lang="da-DK" dirty="0"/>
              <a:t> difference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converted</a:t>
            </a:r>
            <a:r>
              <a:rPr lang="da-DK" dirty="0"/>
              <a:t> to system of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equations</a:t>
            </a:r>
            <a:endParaRPr lang="da-DK" dirty="0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16ED9F65-8E45-6035-D267-1BED134CE30A}"/>
              </a:ext>
            </a:extLst>
          </p:cNvPr>
          <p:cNvSpPr/>
          <p:nvPr/>
        </p:nvSpPr>
        <p:spPr>
          <a:xfrm>
            <a:off x="1916938" y="5091317"/>
            <a:ext cx="5177198" cy="161947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An </a:t>
            </a:r>
            <a:r>
              <a:rPr lang="da-DK" dirty="0" err="1"/>
              <a:t>equation</a:t>
            </a:r>
            <a:r>
              <a:rPr lang="da-DK" dirty="0"/>
              <a:t> or system with </a:t>
            </a:r>
            <a:r>
              <a:rPr lang="da-DK" dirty="0" err="1"/>
              <a:t>both</a:t>
            </a:r>
            <a:r>
              <a:rPr lang="da-DK" dirty="0"/>
              <a:t> differential and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is a ”Differential-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/model” </a:t>
            </a:r>
          </a:p>
        </p:txBody>
      </p:sp>
    </p:spTree>
    <p:extLst>
      <p:ext uri="{BB962C8B-B14F-4D97-AF65-F5344CB8AC3E}">
        <p14:creationId xmlns:p14="http://schemas.microsoft.com/office/powerpoint/2010/main" val="51308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29A93565-B9B6-8443-ABF9-C96D096F9BF0}"/>
              </a:ext>
            </a:extLst>
          </p:cNvPr>
          <p:cNvSpPr txBox="1"/>
          <p:nvPr/>
        </p:nvSpPr>
        <p:spPr>
          <a:xfrm>
            <a:off x="4502428" y="4782951"/>
            <a:ext cx="70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weak</a:t>
            </a:r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1B08A-E98E-FECD-FF87-18F3C202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da-DK" sz="2800" dirty="0" err="1"/>
              <a:t>Mechanistic</a:t>
            </a:r>
            <a:r>
              <a:rPr lang="da-DK" sz="2800" dirty="0"/>
              <a:t> or </a:t>
            </a:r>
            <a:r>
              <a:rPr lang="da-DK" sz="2800" dirty="0" err="1"/>
              <a:t>emperical</a:t>
            </a:r>
            <a:endParaRPr lang="da-DK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07399-757B-ECF1-BACF-AA7C8A2C2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14399"/>
                <a:ext cx="10515600" cy="55064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sz="1800" dirty="0"/>
                  <a:t>Mechanistic: </a:t>
                </a:r>
                <a:r>
                  <a:rPr lang="da-DK" sz="1800" dirty="0" err="1"/>
                  <a:t>based</a:t>
                </a:r>
                <a:r>
                  <a:rPr lang="da-DK" sz="1800" dirty="0"/>
                  <a:t> on </a:t>
                </a:r>
                <a:r>
                  <a:rPr lang="da-DK" sz="1800" dirty="0" err="1"/>
                  <a:t>underlying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laws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physics</a:t>
                </a:r>
                <a:r>
                  <a:rPr lang="da-DK" sz="1800" dirty="0"/>
                  <a:t> and </a:t>
                </a:r>
                <a:r>
                  <a:rPr lang="da-DK" sz="1800" dirty="0" err="1"/>
                  <a:t>chemistry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ideally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we</a:t>
                </a:r>
                <a:r>
                  <a:rPr lang="da-DK" sz="1800" dirty="0"/>
                  <a:t> do not </a:t>
                </a:r>
                <a:r>
                  <a:rPr lang="da-DK" sz="1800" dirty="0" err="1"/>
                  <a:t>need</a:t>
                </a:r>
                <a:r>
                  <a:rPr lang="da-DK" sz="1800" dirty="0"/>
                  <a:t> data to </a:t>
                </a:r>
                <a:r>
                  <a:rPr lang="da-DK" sz="1800" dirty="0" err="1"/>
                  <a:t>formulate</a:t>
                </a:r>
                <a:r>
                  <a:rPr lang="da-DK" sz="1800" dirty="0"/>
                  <a:t> the model).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da-DK" sz="18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a-DK" sz="1800" dirty="0"/>
                  <a:t>	position of </a:t>
                </a:r>
                <a:r>
                  <a:rPr lang="da-DK" sz="1800" dirty="0" err="1"/>
                  <a:t>falling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object</a:t>
                </a:r>
                <a:r>
                  <a:rPr lang="da-DK" sz="1800" dirty="0"/>
                  <a:t> in </a:t>
                </a:r>
                <a:r>
                  <a:rPr lang="da-DK" sz="1800" dirty="0" err="1"/>
                  <a:t>vacuum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mechanistic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a-DK" sz="1800" dirty="0"/>
                  <a:t>	</a:t>
                </a:r>
                <a:r>
                  <a:rPr lang="da-DK" sz="1800" dirty="0" err="1"/>
                  <a:t>growth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bacteria</a:t>
                </a:r>
                <a:r>
                  <a:rPr lang="da-DK" sz="1800" dirty="0"/>
                  <a:t> in a batch </a:t>
                </a:r>
                <a:r>
                  <a:rPr lang="da-DK" sz="1800" dirty="0" err="1"/>
                  <a:t>reactor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semi-mechanistic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p>
                      <m:sSup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…</m:t>
                    </m:r>
                  </m:oMath>
                </a14:m>
                <a:r>
                  <a:rPr lang="da-DK" sz="1800" dirty="0"/>
                  <a:t>	 </a:t>
                </a:r>
                <a:r>
                  <a:rPr lang="da-DK" sz="1800" dirty="0" err="1"/>
                  <a:t>Enteric</a:t>
                </a:r>
                <a:r>
                  <a:rPr lang="da-DK" sz="1800" dirty="0"/>
                  <a:t> </a:t>
                </a:r>
                <a:r>
                  <a:rPr lang="da-DK" sz="1800" dirty="0" err="1"/>
                  <a:t>methane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produced</a:t>
                </a:r>
                <a:r>
                  <a:rPr lang="da-DK" sz="1800" dirty="0"/>
                  <a:t> by a </a:t>
                </a:r>
                <a:r>
                  <a:rPr lang="da-DK" sz="1800" dirty="0" err="1"/>
                  <a:t>dairy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cow</a:t>
                </a:r>
                <a:r>
                  <a:rPr lang="da-DK" sz="1800" dirty="0"/>
                  <a:t>, </a:t>
                </a:r>
                <a:r>
                  <a:rPr lang="da-DK" sz="1800" dirty="0" err="1"/>
                  <a:t>where</a:t>
                </a:r>
                <a:r>
                  <a:rPr lang="da-DK" sz="1800" dirty="0"/>
                  <a:t> x is feed </a:t>
                </a:r>
                <a:r>
                  <a:rPr lang="da-DK" sz="1800" dirty="0" err="1"/>
                  <a:t>intake</a:t>
                </a:r>
                <a:r>
                  <a:rPr lang="da-DK" sz="1800" dirty="0"/>
                  <a:t>, A 				 is age of </a:t>
                </a:r>
                <a:r>
                  <a:rPr lang="da-DK" sz="1800" dirty="0" err="1"/>
                  <a:t>cow</a:t>
                </a:r>
                <a:r>
                  <a:rPr lang="da-DK" sz="1800" dirty="0"/>
                  <a:t>, B is % of fat in diet, C is </a:t>
                </a:r>
                <a:r>
                  <a:rPr lang="da-DK" sz="1800" dirty="0" err="1"/>
                  <a:t>number</a:t>
                </a:r>
                <a:r>
                  <a:rPr lang="da-DK" sz="1800" dirty="0"/>
                  <a:t> of hours </a:t>
                </a:r>
                <a:r>
                  <a:rPr lang="da-DK" sz="1800" dirty="0" err="1"/>
                  <a:t>spend</a:t>
                </a:r>
                <a:r>
                  <a:rPr lang="da-DK" sz="1800" dirty="0"/>
                  <a:t> 					 </a:t>
                </a:r>
                <a:r>
                  <a:rPr lang="da-DK" sz="1800" dirty="0" err="1"/>
                  <a:t>grazing</a:t>
                </a:r>
                <a:r>
                  <a:rPr lang="da-DK" sz="1800" dirty="0"/>
                  <a:t> in the </a:t>
                </a:r>
                <a:r>
                  <a:rPr lang="da-DK" sz="1800" dirty="0" err="1"/>
                  <a:t>field</a:t>
                </a:r>
                <a:r>
                  <a:rPr lang="da-DK" sz="1800" dirty="0"/>
                  <a:t>. (</a:t>
                </a:r>
                <a:r>
                  <a:rPr lang="da-DK" sz="1800" dirty="0" err="1"/>
                  <a:t>finding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correlations</a:t>
                </a:r>
                <a:r>
                  <a:rPr lang="da-DK" sz="1800" dirty="0"/>
                  <a:t>, but not </a:t>
                </a:r>
                <a:r>
                  <a:rPr lang="da-DK" sz="1800" dirty="0" err="1"/>
                  <a:t>neccesary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causality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07399-757B-ECF1-BACF-AA7C8A2C2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14399"/>
                <a:ext cx="10515600" cy="5506497"/>
              </a:xfrm>
              <a:blipFill>
                <a:blip r:embed="rId2"/>
                <a:stretch>
                  <a:fillRect l="-522" t="-99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745D9C9D-F39D-CE27-0D93-B97C2CACD8C4}"/>
              </a:ext>
            </a:extLst>
          </p:cNvPr>
          <p:cNvSpPr/>
          <p:nvPr/>
        </p:nvSpPr>
        <p:spPr>
          <a:xfrm>
            <a:off x="3597310" y="4190163"/>
            <a:ext cx="2498690" cy="1135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741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F85837B-3262-4AE9-29F2-F31EF559C1E7}"/>
              </a:ext>
            </a:extLst>
          </p:cNvPr>
          <p:cNvGrpSpPr/>
          <p:nvPr/>
        </p:nvGrpSpPr>
        <p:grpSpPr>
          <a:xfrm>
            <a:off x="877536" y="214154"/>
            <a:ext cx="10687280" cy="2716052"/>
            <a:chOff x="666520" y="3544189"/>
            <a:chExt cx="10687280" cy="2716052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07490DE5-8D3C-433F-19E4-69C5F8CF845F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3544189"/>
              <a:ext cx="10515600" cy="5492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800" dirty="0" err="1"/>
                <a:t>Coupled</a:t>
              </a:r>
              <a:r>
                <a:rPr lang="da-DK" sz="2800" dirty="0"/>
                <a:t> models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B3505C-0CC8-58CD-1DE0-B4A690BFD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6624" y="3877950"/>
              <a:ext cx="3829584" cy="181000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1E17607-4448-8069-B846-83FD0A2F92ED}"/>
                    </a:ext>
                  </a:extLst>
                </p:cNvPr>
                <p:cNvSpPr txBox="1"/>
                <p:nvPr/>
              </p:nvSpPr>
              <p:spPr>
                <a:xfrm>
                  <a:off x="666520" y="4428365"/>
                  <a:ext cx="4373880" cy="12348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a-DK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da-DK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a-DK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1E17607-4448-8069-B846-83FD0A2F9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520" y="4428365"/>
                  <a:ext cx="4373880" cy="123482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1887E3-2C56-7998-7367-168E2CC7AB2E}"/>
                </a:ext>
              </a:extLst>
            </p:cNvPr>
            <p:cNvSpPr txBox="1"/>
            <p:nvPr/>
          </p:nvSpPr>
          <p:spPr>
            <a:xfrm>
              <a:off x="5664125" y="5783187"/>
              <a:ext cx="547297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100" dirty="0" err="1">
                  <a:hlinkClick r:id="rId4" tooltip="Binay Kanti Dutta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Binay</a:t>
              </a:r>
              <a:r>
                <a:rPr lang="da-DK" sz="1100" dirty="0">
                  <a:hlinkClick r:id="rId4" tooltip="Binay Kanti Dutta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lang="da-DK" sz="1100" dirty="0" err="1">
                  <a:hlinkClick r:id="rId4" tooltip="Binay Kanti Dutta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Kanti</a:t>
              </a:r>
              <a:r>
                <a:rPr lang="da-DK" sz="1100" dirty="0">
                  <a:hlinkClick r:id="rId4" tooltip="Binay Kanti Dutta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lang="da-DK" sz="1100" dirty="0" err="1">
                  <a:hlinkClick r:id="rId4" tooltip="Binay Kanti Dutta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Dutta</a:t>
              </a:r>
              <a:r>
                <a:rPr lang="da-DK" sz="1100" dirty="0"/>
                <a:t>. 2020. </a:t>
              </a:r>
              <a:r>
                <a:rPr lang="en-US" sz="1100" dirty="0"/>
                <a:t>Mathematical Methods in Chemical and Biological Engineering</a:t>
              </a:r>
            </a:p>
            <a:p>
              <a:endParaRPr lang="da-DK" sz="14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FBDD4F2-1A8B-2ED0-9FCD-585B98579AAD}"/>
              </a:ext>
            </a:extLst>
          </p:cNvPr>
          <p:cNvSpPr txBox="1"/>
          <p:nvPr/>
        </p:nvSpPr>
        <p:spPr>
          <a:xfrm>
            <a:off x="2075747" y="2357918"/>
            <a:ext cx="164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coupling</a:t>
            </a:r>
            <a:endParaRPr lang="da-DK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63DC3-A408-A659-AFD0-C3C1E25C20D3}"/>
              </a:ext>
            </a:extLst>
          </p:cNvPr>
          <p:cNvGrpSpPr/>
          <p:nvPr/>
        </p:nvGrpSpPr>
        <p:grpSpPr>
          <a:xfrm>
            <a:off x="1248641" y="3298084"/>
            <a:ext cx="9441611" cy="2343031"/>
            <a:chOff x="1248641" y="3298084"/>
            <a:chExt cx="9441611" cy="234303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101574D-821C-4A3C-75CE-A2136DF7B45C}"/>
                </a:ext>
              </a:extLst>
            </p:cNvPr>
            <p:cNvGrpSpPr/>
            <p:nvPr/>
          </p:nvGrpSpPr>
          <p:grpSpPr>
            <a:xfrm>
              <a:off x="6860668" y="3298084"/>
              <a:ext cx="3829584" cy="2177881"/>
              <a:chOff x="6860668" y="3298084"/>
              <a:chExt cx="3829584" cy="2177881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AFCD363-E242-1077-DEF3-EB30B57917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60668" y="3298084"/>
                <a:ext cx="3829584" cy="1810003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4746297-7BCF-DF56-972A-48EEA50EE063}"/>
                  </a:ext>
                </a:extLst>
              </p:cNvPr>
              <p:cNvGrpSpPr/>
              <p:nvPr/>
            </p:nvGrpSpPr>
            <p:grpSpPr>
              <a:xfrm>
                <a:off x="7481144" y="3974485"/>
                <a:ext cx="2926080" cy="1501480"/>
                <a:chOff x="6976872" y="4554351"/>
                <a:chExt cx="2926080" cy="150148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4404DEF-253A-3D85-979C-61A11C627C47}"/>
                    </a:ext>
                  </a:extLst>
                </p:cNvPr>
                <p:cNvGrpSpPr/>
                <p:nvPr/>
              </p:nvGrpSpPr>
              <p:grpSpPr>
                <a:xfrm>
                  <a:off x="6976872" y="4554351"/>
                  <a:ext cx="2926080" cy="1481965"/>
                  <a:chOff x="6391656" y="5010911"/>
                  <a:chExt cx="2926080" cy="1481965"/>
                </a:xfrm>
              </p:grpSpPr>
              <p:cxnSp>
                <p:nvCxnSpPr>
                  <p:cNvPr id="13" name="Connector: Elbow 12">
                    <a:extLst>
                      <a:ext uri="{FF2B5EF4-FFF2-40B4-BE49-F238E27FC236}">
                        <a16:creationId xmlns:a16="http://schemas.microsoft.com/office/drawing/2014/main" id="{B50CCB96-2C79-02C7-4651-0BE2A08217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668768" y="5010911"/>
                    <a:ext cx="1648968" cy="1481963"/>
                  </a:xfrm>
                  <a:prstGeom prst="bentConnector3">
                    <a:avLst>
                      <a:gd name="adj1" fmla="val 2311"/>
                    </a:avLst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Connector: Elbow 13">
                    <a:extLst>
                      <a:ext uri="{FF2B5EF4-FFF2-40B4-BE49-F238E27FC236}">
                        <a16:creationId xmlns:a16="http://schemas.microsoft.com/office/drawing/2014/main" id="{D9D4085F-4912-D4A6-3CEA-B10350FFC3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6391656" y="5378789"/>
                    <a:ext cx="1277112" cy="1114087"/>
                  </a:xfrm>
                  <a:prstGeom prst="bentConnector3">
                    <a:avLst>
                      <a:gd name="adj1" fmla="val 134487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451A14-68AB-5802-7AF7-37C7EB5ABFA8}"/>
                    </a:ext>
                  </a:extLst>
                </p:cNvPr>
                <p:cNvSpPr txBox="1"/>
                <p:nvPr/>
              </p:nvSpPr>
              <p:spPr>
                <a:xfrm>
                  <a:off x="8020380" y="5748054"/>
                  <a:ext cx="38023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a-DK" sz="1400" dirty="0"/>
                    <a:t>Q</a:t>
                  </a:r>
                  <a:r>
                    <a:rPr lang="da-DK" sz="1400" baseline="-25000" dirty="0"/>
                    <a:t>2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2FE1F7E-6436-4B1E-F01B-8E3E22F84E89}"/>
                </a:ext>
              </a:extLst>
            </p:cNvPr>
            <p:cNvGrpSpPr/>
            <p:nvPr/>
          </p:nvGrpSpPr>
          <p:grpSpPr>
            <a:xfrm>
              <a:off x="1248641" y="3795825"/>
              <a:ext cx="5102921" cy="1845290"/>
              <a:chOff x="1248641" y="3795825"/>
              <a:chExt cx="5102921" cy="184529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896CDC2-96B5-CFE5-50BB-F8D18E8C711A}"/>
                      </a:ext>
                    </a:extLst>
                  </p:cNvPr>
                  <p:cNvSpPr txBox="1"/>
                  <p:nvPr/>
                </p:nvSpPr>
                <p:spPr>
                  <a:xfrm>
                    <a:off x="1248641" y="3795825"/>
                    <a:ext cx="5102921" cy="137236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da-DK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da-DK" dirty="0"/>
                      <a:t> </a:t>
                    </a:r>
                  </a:p>
                  <a:p>
                    <a:endParaRPr lang="da-DK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da-DK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da-DK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a-DK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896CDC2-96B5-CFE5-50BB-F8D18E8C7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41" y="3795825"/>
                    <a:ext cx="5102921" cy="137236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FDDD8C-CCCE-FBEE-35BC-3CCB51A4CA21}"/>
                  </a:ext>
                </a:extLst>
              </p:cNvPr>
              <p:cNvSpPr txBox="1"/>
              <p:nvPr/>
            </p:nvSpPr>
            <p:spPr>
              <a:xfrm>
                <a:off x="2075747" y="5271783"/>
                <a:ext cx="1734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Strong </a:t>
                </a:r>
                <a:r>
                  <a:rPr lang="da-DK" dirty="0" err="1"/>
                  <a:t>coupling</a:t>
                </a:r>
                <a:endParaRPr lang="da-DK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DDE3AE-C0FA-4D44-0A94-06B93E5079DD}"/>
              </a:ext>
            </a:extLst>
          </p:cNvPr>
          <p:cNvSpPr txBox="1"/>
          <p:nvPr/>
        </p:nvSpPr>
        <p:spPr>
          <a:xfrm>
            <a:off x="1049216" y="704235"/>
            <a:ext cx="3569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 on B in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reactors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672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08E6-A248-408C-4A55-9136D541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Deterministic</a:t>
            </a:r>
            <a:r>
              <a:rPr lang="da-DK" dirty="0"/>
              <a:t> or </a:t>
            </a:r>
            <a:r>
              <a:rPr lang="da-DK" dirty="0" err="1"/>
              <a:t>stoichastic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C7B5A-E2A6-C8EE-E9DE-542CFF2C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 err="1"/>
              <a:t>Deterministic</a:t>
            </a:r>
            <a:r>
              <a:rPr lang="da-DK" dirty="0"/>
              <a:t> models have </a:t>
            </a:r>
            <a:r>
              <a:rPr lang="da-DK" dirty="0" err="1"/>
              <a:t>fixed</a:t>
            </a:r>
            <a:r>
              <a:rPr lang="da-DK" dirty="0"/>
              <a:t> </a:t>
            </a:r>
            <a:r>
              <a:rPr lang="da-DK" dirty="0" err="1"/>
              <a:t>numbers</a:t>
            </a:r>
            <a:r>
              <a:rPr lang="da-DK" dirty="0"/>
              <a:t> for parameters (</a:t>
            </a:r>
            <a:r>
              <a:rPr lang="da-DK" dirty="0" err="1"/>
              <a:t>inherently</a:t>
            </a:r>
            <a:r>
              <a:rPr lang="da-DK" dirty="0"/>
              <a:t> </a:t>
            </a:r>
            <a:r>
              <a:rPr lang="da-DK" dirty="0" err="1"/>
              <a:t>there</a:t>
            </a:r>
            <a:r>
              <a:rPr lang="da-DK" dirty="0"/>
              <a:t> is no </a:t>
            </a:r>
            <a:r>
              <a:rPr lang="da-DK" dirty="0" err="1"/>
              <a:t>uncertainty</a:t>
            </a:r>
            <a:r>
              <a:rPr lang="da-DK" dirty="0"/>
              <a:t>)</a:t>
            </a:r>
          </a:p>
          <a:p>
            <a:pPr marL="0" indent="0">
              <a:buNone/>
            </a:pP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Income</a:t>
            </a:r>
            <a:r>
              <a:rPr lang="da-DK" dirty="0"/>
              <a:t> = </a:t>
            </a:r>
            <a:r>
              <a:rPr lang="da-DK" dirty="0" err="1"/>
              <a:t>hourly</a:t>
            </a:r>
            <a:r>
              <a:rPr lang="da-DK" dirty="0"/>
              <a:t> rate * hours </a:t>
            </a:r>
            <a:r>
              <a:rPr lang="da-DK" dirty="0" err="1"/>
              <a:t>worked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Stoichastic</a:t>
            </a:r>
            <a:r>
              <a:rPr lang="da-DK" dirty="0"/>
              <a:t> model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somewhat</a:t>
            </a:r>
            <a:r>
              <a:rPr lang="da-DK" dirty="0"/>
              <a:t> </a:t>
            </a:r>
            <a:r>
              <a:rPr lang="da-DK" dirty="0" err="1"/>
              <a:t>random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Example</a:t>
            </a:r>
            <a:r>
              <a:rPr lang="da-DK" dirty="0"/>
              <a:t>: Chance of rolling 6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Example2: Chance of </a:t>
            </a:r>
            <a:r>
              <a:rPr lang="da-DK" dirty="0" err="1"/>
              <a:t>heart</a:t>
            </a:r>
            <a:r>
              <a:rPr lang="da-DK" dirty="0"/>
              <a:t> </a:t>
            </a:r>
            <a:r>
              <a:rPr lang="da-DK" dirty="0" err="1"/>
              <a:t>attack</a:t>
            </a:r>
            <a:r>
              <a:rPr lang="da-DK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5789B-B824-43D2-AC11-76F0FAD77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003" y="5221916"/>
            <a:ext cx="4804338" cy="549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E426C-D88E-F527-82F7-71E5B1AD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538" y="3548807"/>
            <a:ext cx="2172003" cy="1295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8E16E-8B58-F0CF-F948-3DE9660311A0}"/>
              </a:ext>
            </a:extLst>
          </p:cNvPr>
          <p:cNvSpPr txBox="1"/>
          <p:nvPr/>
        </p:nvSpPr>
        <p:spPr>
          <a:xfrm>
            <a:off x="838200" y="5992297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Deterministic</a:t>
            </a:r>
            <a:r>
              <a:rPr lang="da-DK" dirty="0"/>
              <a:t> </a:t>
            </a:r>
            <a:r>
              <a:rPr lang="da-DK" dirty="0" err="1"/>
              <a:t>universe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388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1BCF-4DD2-B897-9D03-800129DF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Interpolation/</a:t>
            </a:r>
            <a:r>
              <a:rPr lang="da-DK" dirty="0" err="1"/>
              <a:t>extrapolation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CFA75-B382-A011-FE19-D68284483434}"/>
              </a:ext>
            </a:extLst>
          </p:cNvPr>
          <p:cNvSpPr txBox="1"/>
          <p:nvPr/>
        </p:nvSpPr>
        <p:spPr>
          <a:xfrm>
            <a:off x="838200" y="1690688"/>
            <a:ext cx="8062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Applying</a:t>
            </a:r>
            <a:r>
              <a:rPr lang="da-DK" dirty="0"/>
              <a:t> a model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observed</a:t>
            </a:r>
            <a:r>
              <a:rPr lang="da-DK" dirty="0"/>
              <a:t> data range is </a:t>
            </a:r>
            <a:r>
              <a:rPr lang="da-DK" u="sng" dirty="0"/>
              <a:t>interpolation</a:t>
            </a:r>
          </a:p>
          <a:p>
            <a:r>
              <a:rPr lang="da-DK" dirty="0" err="1"/>
              <a:t>Applying</a:t>
            </a:r>
            <a:r>
              <a:rPr lang="da-DK" dirty="0"/>
              <a:t> it </a:t>
            </a:r>
            <a:r>
              <a:rPr lang="da-DK" dirty="0" err="1"/>
              <a:t>outside</a:t>
            </a:r>
            <a:r>
              <a:rPr lang="da-DK" dirty="0"/>
              <a:t> of the </a:t>
            </a:r>
            <a:r>
              <a:rPr lang="da-DK" dirty="0" err="1"/>
              <a:t>observed</a:t>
            </a:r>
            <a:r>
              <a:rPr lang="da-DK" dirty="0"/>
              <a:t> data range is </a:t>
            </a:r>
            <a:r>
              <a:rPr lang="da-DK" dirty="0" err="1"/>
              <a:t>risky</a:t>
            </a:r>
            <a:r>
              <a:rPr lang="da-DK" dirty="0"/>
              <a:t> and is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u="sng" dirty="0" err="1"/>
              <a:t>extrapolation</a:t>
            </a:r>
            <a:r>
              <a:rPr lang="da-DK" u="sng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A891E-5F09-7FB3-3BEB-63CCD77C9DE9}"/>
              </a:ext>
            </a:extLst>
          </p:cNvPr>
          <p:cNvGrpSpPr/>
          <p:nvPr/>
        </p:nvGrpSpPr>
        <p:grpSpPr>
          <a:xfrm>
            <a:off x="6001512" y="2436743"/>
            <a:ext cx="6190488" cy="3997399"/>
            <a:chOff x="6001512" y="2436743"/>
            <a:chExt cx="6190488" cy="399739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1692821-57E3-12F9-BD79-C0B5D6E3CCEF}"/>
                </a:ext>
              </a:extLst>
            </p:cNvPr>
            <p:cNvCxnSpPr>
              <a:cxnSpLocks/>
            </p:cNvCxnSpPr>
            <p:nvPr/>
          </p:nvCxnSpPr>
          <p:spPr>
            <a:xfrm>
              <a:off x="9449209" y="2883821"/>
              <a:ext cx="389735" cy="453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7ED1DC-9BCC-6A0A-9CE7-89B08088EE6F}"/>
                </a:ext>
              </a:extLst>
            </p:cNvPr>
            <p:cNvSpPr txBox="1"/>
            <p:nvPr/>
          </p:nvSpPr>
          <p:spPr>
            <a:xfrm>
              <a:off x="6001512" y="2436743"/>
              <a:ext cx="6190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err="1"/>
                <a:t>Depending</a:t>
              </a:r>
              <a:r>
                <a:rPr lang="da-DK" dirty="0"/>
                <a:t> on the model it is more or </a:t>
              </a:r>
              <a:r>
                <a:rPr lang="da-DK" dirty="0" err="1"/>
                <a:t>less</a:t>
              </a:r>
              <a:r>
                <a:rPr lang="da-DK" dirty="0"/>
                <a:t> </a:t>
              </a:r>
              <a:r>
                <a:rPr lang="da-DK" dirty="0" err="1"/>
                <a:t>risky</a:t>
              </a:r>
              <a:r>
                <a:rPr lang="da-DK" dirty="0"/>
                <a:t> to </a:t>
              </a:r>
              <a:r>
                <a:rPr lang="da-DK" dirty="0" err="1"/>
                <a:t>extrapolate</a:t>
              </a:r>
              <a:endParaRPr lang="da-DK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F51B2E0-13CE-709F-E65D-9C61053A1377}"/>
                </a:ext>
              </a:extLst>
            </p:cNvPr>
            <p:cNvGrpSpPr/>
            <p:nvPr/>
          </p:nvGrpSpPr>
          <p:grpSpPr>
            <a:xfrm>
              <a:off x="8290614" y="3662582"/>
              <a:ext cx="3803796" cy="2771560"/>
              <a:chOff x="6973878" y="3290912"/>
              <a:chExt cx="3803796" cy="277156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F1F9645-281C-C009-B030-4D3B3BDBA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73878" y="3644463"/>
                <a:ext cx="3570838" cy="2418009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BC1A68-3540-32DE-3475-D64ED4E3339F}"/>
                  </a:ext>
                </a:extLst>
              </p:cNvPr>
              <p:cNvSpPr txBox="1"/>
              <p:nvPr/>
            </p:nvSpPr>
            <p:spPr>
              <a:xfrm>
                <a:off x="8132473" y="3927243"/>
                <a:ext cx="1535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CubicSpline</a:t>
                </a:r>
                <a:r>
                  <a:rPr lang="da-DK" dirty="0"/>
                  <a:t>()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26376B7-CD9A-A308-4B48-526F87CEC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8581" y="3290912"/>
                <a:ext cx="3559093" cy="261218"/>
              </a:xfrm>
              <a:prstGeom prst="rect">
                <a:avLst/>
              </a:prstGeom>
            </p:spPr>
          </p:pic>
        </p:grp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C821AB-1626-B1BA-BB32-F4839C6CFEFB}"/>
              </a:ext>
            </a:extLst>
          </p:cNvPr>
          <p:cNvCxnSpPr>
            <a:cxnSpLocks/>
          </p:cNvCxnSpPr>
          <p:nvPr/>
        </p:nvCxnSpPr>
        <p:spPr>
          <a:xfrm flipH="1">
            <a:off x="6600343" y="2944009"/>
            <a:ext cx="209531" cy="456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3819619D-6593-2C40-AA72-FA602D4C1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862" y="3958307"/>
            <a:ext cx="3731304" cy="24180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1E1A993-E67F-DFD9-E51F-499ACC4C8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394" y="3457010"/>
            <a:ext cx="2152950" cy="4667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AC5E5AD-DE1E-AE76-5674-E58EE0E5ED52}"/>
              </a:ext>
            </a:extLst>
          </p:cNvPr>
          <p:cNvGrpSpPr/>
          <p:nvPr/>
        </p:nvGrpSpPr>
        <p:grpSpPr>
          <a:xfrm>
            <a:off x="526646" y="2423729"/>
            <a:ext cx="3605190" cy="2514031"/>
            <a:chOff x="526646" y="2423729"/>
            <a:chExt cx="3605190" cy="25140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FF7748-11B3-8FDD-813C-80A176DE2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646" y="2423729"/>
              <a:ext cx="3605190" cy="2514031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44F5836-43BC-B6F8-1063-901C2EDE3120}"/>
                </a:ext>
              </a:extLst>
            </p:cNvPr>
            <p:cNvCxnSpPr/>
            <p:nvPr/>
          </p:nvCxnSpPr>
          <p:spPr>
            <a:xfrm>
              <a:off x="1280160" y="3662582"/>
              <a:ext cx="283464" cy="1687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3C8D04B-F7C1-5F93-3E36-ABD46DDAEC0D}"/>
                </a:ext>
              </a:extLst>
            </p:cNvPr>
            <p:cNvSpPr/>
            <p:nvPr/>
          </p:nvSpPr>
          <p:spPr>
            <a:xfrm>
              <a:off x="1606893" y="3853003"/>
              <a:ext cx="45720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0ECBF0-B42B-5CA6-86CA-30B8458B4191}"/>
                </a:ext>
              </a:extLst>
            </p:cNvPr>
            <p:cNvSpPr/>
            <p:nvPr/>
          </p:nvSpPr>
          <p:spPr>
            <a:xfrm>
              <a:off x="2352580" y="2778453"/>
              <a:ext cx="45720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759587-C9E2-1DEF-A273-F5D90BACACA8}"/>
                </a:ext>
              </a:extLst>
            </p:cNvPr>
            <p:cNvSpPr txBox="1"/>
            <p:nvPr/>
          </p:nvSpPr>
          <p:spPr>
            <a:xfrm>
              <a:off x="838200" y="3426828"/>
              <a:ext cx="9316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000" dirty="0"/>
                <a:t>Interpolation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01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95983-D40A-206E-0A86-FB877A58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901"/>
            <a:ext cx="5997148" cy="5296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EB5310-4D49-AC36-60CF-6B2FD7BA88AA}"/>
              </a:ext>
            </a:extLst>
          </p:cNvPr>
          <p:cNvSpPr txBox="1"/>
          <p:nvPr/>
        </p:nvSpPr>
        <p:spPr>
          <a:xfrm>
            <a:off x="4822678" y="234136"/>
            <a:ext cx="2011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 err="1"/>
              <a:t>Complexity</a:t>
            </a:r>
            <a:r>
              <a:rPr lang="da-DK" sz="28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F7739A-AF94-F43C-4141-3D3A904B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148" y="2470632"/>
            <a:ext cx="6173061" cy="21910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22254E-B0CB-9C28-C396-3076D02742E2}"/>
                  </a:ext>
                </a:extLst>
              </p14:cNvPr>
              <p14:cNvContentPartPr/>
              <p14:nvPr/>
            </p14:nvContentPartPr>
            <p14:xfrm>
              <a:off x="9897626" y="2733262"/>
              <a:ext cx="2085120" cy="82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22254E-B0CB-9C28-C396-3076D02742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8986" y="2724622"/>
                <a:ext cx="2102760" cy="84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34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4669-BEC3-60AA-316F-8453DE23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46" y="337693"/>
            <a:ext cx="10515600" cy="1325563"/>
          </a:xfrm>
        </p:spPr>
        <p:txBody>
          <a:bodyPr/>
          <a:lstStyle/>
          <a:p>
            <a:pPr algn="ctr"/>
            <a:r>
              <a:rPr lang="da-DK" dirty="0"/>
              <a:t>Model </a:t>
            </a:r>
            <a:r>
              <a:rPr lang="da-DK" dirty="0" err="1"/>
              <a:t>scale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08F90-5B37-6B31-470E-FD9BD6F6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584365"/>
            <a:ext cx="5654040" cy="228145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2EE68D-C861-4F18-31E5-6B722BF5E28A}"/>
              </a:ext>
            </a:extLst>
          </p:cNvPr>
          <p:cNvCxnSpPr/>
          <p:nvPr/>
        </p:nvCxnSpPr>
        <p:spPr>
          <a:xfrm flipV="1">
            <a:off x="308674" y="1530098"/>
            <a:ext cx="0" cy="249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1EFAC4-D0EE-2EFB-961F-1F9026EDD4E0}"/>
              </a:ext>
            </a:extLst>
          </p:cNvPr>
          <p:cNvSpPr txBox="1"/>
          <p:nvPr/>
        </p:nvSpPr>
        <p:spPr>
          <a:xfrm rot="16200000">
            <a:off x="-642302" y="2593588"/>
            <a:ext cx="259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Detail of </a:t>
            </a:r>
            <a:r>
              <a:rPr lang="da-DK" dirty="0" err="1"/>
              <a:t>internal</a:t>
            </a:r>
            <a:r>
              <a:rPr lang="da-DK" dirty="0"/>
              <a:t>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A3AEE-5F31-CBB9-051E-FDBF49E778E9}"/>
              </a:ext>
            </a:extLst>
          </p:cNvPr>
          <p:cNvSpPr txBox="1"/>
          <p:nvPr/>
        </p:nvSpPr>
        <p:spPr>
          <a:xfrm>
            <a:off x="6598920" y="3429000"/>
            <a:ext cx="352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Lumped</a:t>
            </a:r>
            <a:r>
              <a:rPr lang="da-DK" dirty="0"/>
              <a:t>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FD733-511D-B5E5-81CF-18499C5767E9}"/>
              </a:ext>
            </a:extLst>
          </p:cNvPr>
          <p:cNvSpPr txBox="1"/>
          <p:nvPr/>
        </p:nvSpPr>
        <p:spPr>
          <a:xfrm>
            <a:off x="6598920" y="2743497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Distributed parameter models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D7F18D-E9E8-FB56-0E44-333C2B6D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706" y="4026410"/>
            <a:ext cx="1495634" cy="56205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1DC13FE-A5E6-B04E-4985-09E8F130B3EE}"/>
              </a:ext>
            </a:extLst>
          </p:cNvPr>
          <p:cNvGrpSpPr/>
          <p:nvPr/>
        </p:nvGrpSpPr>
        <p:grpSpPr>
          <a:xfrm>
            <a:off x="833246" y="3865820"/>
            <a:ext cx="3812416" cy="2917526"/>
            <a:chOff x="1045018" y="3787140"/>
            <a:chExt cx="3812416" cy="291752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1B00A9-91FA-E526-579B-EAFAA6FC0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797" y="3865820"/>
              <a:ext cx="3667637" cy="283884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807F5E6-1EBD-738A-AD95-C7091DE8583F}"/>
                </a:ext>
              </a:extLst>
            </p:cNvPr>
            <p:cNvSpPr/>
            <p:nvPr/>
          </p:nvSpPr>
          <p:spPr>
            <a:xfrm>
              <a:off x="1069848" y="4919472"/>
              <a:ext cx="256032" cy="7040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3CA88F-D35D-7863-FEA8-F4685F94C6C1}"/>
                </a:ext>
              </a:extLst>
            </p:cNvPr>
            <p:cNvSpPr/>
            <p:nvPr/>
          </p:nvSpPr>
          <p:spPr>
            <a:xfrm>
              <a:off x="1045018" y="3787140"/>
              <a:ext cx="256032" cy="519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F08D7F9-86CA-5A66-7C1B-F07A34D33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706" y="5584900"/>
            <a:ext cx="2143424" cy="4763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E01B1E-EC28-69B6-3405-4CEDA28F93B4}"/>
              </a:ext>
            </a:extLst>
          </p:cNvPr>
          <p:cNvSpPr txBox="1"/>
          <p:nvPr/>
        </p:nvSpPr>
        <p:spPr>
          <a:xfrm>
            <a:off x="5282634" y="4684938"/>
            <a:ext cx="492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Microscopic</a:t>
            </a:r>
            <a:r>
              <a:rPr lang="da-DK" dirty="0"/>
              <a:t> approach: </a:t>
            </a:r>
            <a:r>
              <a:rPr lang="da-DK" dirty="0" err="1"/>
              <a:t>descretization</a:t>
            </a:r>
            <a:r>
              <a:rPr lang="da-DK" dirty="0"/>
              <a:t>, diffusion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DD84A2-CD59-4573-3476-7980B7B1D44B}"/>
              </a:ext>
            </a:extLst>
          </p:cNvPr>
          <p:cNvSpPr txBox="1"/>
          <p:nvPr/>
        </p:nvSpPr>
        <p:spPr>
          <a:xfrm>
            <a:off x="5297793" y="6123279"/>
            <a:ext cx="5506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Macroscopic</a:t>
            </a:r>
            <a:r>
              <a:rPr lang="da-DK" dirty="0"/>
              <a:t> approach: average bulk </a:t>
            </a:r>
            <a:r>
              <a:rPr lang="da-DK" dirty="0" err="1"/>
              <a:t>concentrations</a:t>
            </a:r>
            <a:r>
              <a:rPr lang="da-DK" dirty="0"/>
              <a:t>, </a:t>
            </a:r>
          </a:p>
          <a:p>
            <a:r>
              <a:rPr lang="da-DK" dirty="0"/>
              <a:t>average </a:t>
            </a:r>
            <a:r>
              <a:rPr lang="da-DK" dirty="0" err="1"/>
              <a:t>mass</a:t>
            </a:r>
            <a:r>
              <a:rPr lang="da-DK" dirty="0"/>
              <a:t> transfer </a:t>
            </a:r>
            <a:r>
              <a:rPr lang="da-DK" dirty="0" err="1"/>
              <a:t>coefficient</a:t>
            </a:r>
            <a:endParaRPr lang="da-DK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3DB9EA-F70E-0412-F0AB-32564EDD68C0}"/>
              </a:ext>
            </a:extLst>
          </p:cNvPr>
          <p:cNvSpPr txBox="1"/>
          <p:nvPr/>
        </p:nvSpPr>
        <p:spPr>
          <a:xfrm>
            <a:off x="6598920" y="2242660"/>
            <a:ext cx="39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Often</a:t>
            </a:r>
            <a:r>
              <a:rPr lang="da-DK" dirty="0"/>
              <a:t> </a:t>
            </a:r>
            <a:r>
              <a:rPr lang="da-DK" dirty="0" err="1"/>
              <a:t>involves</a:t>
            </a:r>
            <a:r>
              <a:rPr lang="da-DK" dirty="0"/>
              <a:t> </a:t>
            </a:r>
            <a:r>
              <a:rPr lang="da-DK" dirty="0" err="1"/>
              <a:t>stoichastic</a:t>
            </a:r>
            <a:r>
              <a:rPr lang="da-DK" dirty="0"/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394107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49B4-72F7-8CAC-3B50-0500675B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Menti</a:t>
            </a:r>
            <a:r>
              <a:rPr lang="da-DK" dirty="0"/>
              <a:t> quiz: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3F64C-E494-E5CD-DFDF-612D5A6E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75" y="1009312"/>
            <a:ext cx="482984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3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662</Words>
  <Application>Microsoft Office PowerPoint</Application>
  <PresentationFormat>Widescreen</PresentationFormat>
  <Paragraphs>93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Model classification</vt:lpstr>
      <vt:lpstr>Grouping by opposite pairs</vt:lpstr>
      <vt:lpstr>Examples of model descriptions in litterature</vt:lpstr>
      <vt:lpstr>PowerPoint Presentation</vt:lpstr>
      <vt:lpstr>Steady-state versus transient</vt:lpstr>
      <vt:lpstr>Lumped parameter versus distributed parameter</vt:lpstr>
      <vt:lpstr>Continuous and discrete models</vt:lpstr>
      <vt:lpstr>Mechanistic or emperical</vt:lpstr>
      <vt:lpstr>PowerPoint Presentation</vt:lpstr>
      <vt:lpstr>Deterministic or stoichastic</vt:lpstr>
      <vt:lpstr>Interpolation/extrapolation</vt:lpstr>
      <vt:lpstr>PowerPoint Presentation</vt:lpstr>
      <vt:lpstr>Model scale</vt:lpstr>
      <vt:lpstr>Menti quiz: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2025-05-06T09:42:57Z</dcterms:created>
  <dcterms:modified xsi:type="dcterms:W3CDTF">2025-08-25T07:17:55Z</dcterms:modified>
</cp:coreProperties>
</file>