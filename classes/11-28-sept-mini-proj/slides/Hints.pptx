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829772-E082-40D7-861E-C706158F5D3A}" v="3" dt="2026-09-28T11:23:11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E9A36C-24AF-4275-A911-7A21168AFF04}"/>
              </a:ext>
            </a:extLst>
          </p:cNvPr>
          <p:cNvSpPr txBox="1"/>
          <p:nvPr/>
        </p:nvSpPr>
        <p:spPr>
          <a:xfrm>
            <a:off x="749851" y="4546663"/>
            <a:ext cx="10856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Pay attention to: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/>
              <a:t>Mass transfer from </a:t>
            </a:r>
            <a:r>
              <a:rPr lang="da-DK" dirty="0" err="1"/>
              <a:t>liquid</a:t>
            </a:r>
            <a:r>
              <a:rPr lang="da-DK" dirty="0"/>
              <a:t> to air </a:t>
            </a:r>
            <a:r>
              <a:rPr lang="da-DK" dirty="0" err="1"/>
              <a:t>phase</a:t>
            </a:r>
            <a:r>
              <a:rPr lang="da-DK" dirty="0"/>
              <a:t> (</a:t>
            </a:r>
            <a:r>
              <a:rPr lang="da-DK" dirty="0" err="1"/>
              <a:t>liquid</a:t>
            </a:r>
            <a:r>
              <a:rPr lang="da-DK" dirty="0"/>
              <a:t> or gas </a:t>
            </a:r>
            <a:r>
              <a:rPr lang="da-DK" dirty="0" err="1"/>
              <a:t>phase</a:t>
            </a:r>
            <a:r>
              <a:rPr lang="da-DK" dirty="0"/>
              <a:t> </a:t>
            </a:r>
            <a:r>
              <a:rPr lang="da-DK"/>
              <a:t>units?), tips doc</a:t>
            </a:r>
            <a:endParaRPr lang="da-DK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err="1"/>
              <a:t>Urea</a:t>
            </a:r>
            <a:r>
              <a:rPr lang="da-DK" dirty="0"/>
              <a:t> </a:t>
            </a:r>
            <a:r>
              <a:rPr lang="da-DK" dirty="0" err="1"/>
              <a:t>hydrolysis</a:t>
            </a:r>
            <a:r>
              <a:rPr lang="da-DK" dirty="0"/>
              <a:t> rate </a:t>
            </a:r>
            <a:r>
              <a:rPr lang="da-DK" dirty="0" err="1"/>
              <a:t>constant</a:t>
            </a:r>
            <a:r>
              <a:rPr lang="da-DK" dirty="0"/>
              <a:t>? See </a:t>
            </a:r>
            <a:r>
              <a:rPr lang="da-DK" dirty="0" err="1"/>
              <a:t>Appendix</a:t>
            </a:r>
            <a:r>
              <a:rPr lang="da-DK" dirty="0"/>
              <a:t> G, G.3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/>
              <a:t>Mass transfer </a:t>
            </a:r>
            <a:r>
              <a:rPr lang="da-DK" dirty="0" err="1"/>
              <a:t>coefficient</a:t>
            </a:r>
            <a:r>
              <a:rPr lang="da-DK" dirty="0"/>
              <a:t>? See </a:t>
            </a:r>
            <a:r>
              <a:rPr lang="da-DK" dirty="0" err="1"/>
              <a:t>Appendix</a:t>
            </a:r>
            <a:r>
              <a:rPr lang="da-DK" dirty="0"/>
              <a:t> G, G.1 + tips doc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04C4F5-1903-058E-94F4-0E2C1A67B6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" t="912" r="191" b="957"/>
          <a:stretch>
            <a:fillRect/>
          </a:stretch>
        </p:blipFill>
        <p:spPr>
          <a:xfrm>
            <a:off x="2371904" y="825988"/>
            <a:ext cx="6127328" cy="3603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D802ED-156E-A432-CB23-681B3826E3D3}"/>
              </a:ext>
            </a:extLst>
          </p:cNvPr>
          <p:cNvSpPr txBox="1"/>
          <p:nvPr/>
        </p:nvSpPr>
        <p:spPr>
          <a:xfrm>
            <a:off x="749851" y="465832"/>
            <a:ext cx="2270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 dirty="0"/>
              <a:t>Mini </a:t>
            </a:r>
            <a:r>
              <a:rPr lang="da-DK" sz="2800" dirty="0" err="1"/>
              <a:t>project</a:t>
            </a:r>
            <a:r>
              <a:rPr lang="da-DK" sz="2800" dirty="0"/>
              <a:t> 1</a:t>
            </a: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27FF5E35-4058-CDC3-E815-7DC6F165BAF7}"/>
              </a:ext>
            </a:extLst>
          </p:cNvPr>
          <p:cNvSpPr/>
          <p:nvPr/>
        </p:nvSpPr>
        <p:spPr>
          <a:xfrm>
            <a:off x="4724401" y="2627658"/>
            <a:ext cx="711168" cy="70169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35C26-D937-86BB-BD6E-82DEA8F5869D}"/>
              </a:ext>
            </a:extLst>
          </p:cNvPr>
          <p:cNvSpPr txBox="1"/>
          <p:nvPr/>
        </p:nvSpPr>
        <p:spPr>
          <a:xfrm>
            <a:off x="4044461" y="279384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NH</a:t>
            </a:r>
            <a:r>
              <a:rPr lang="da-DK" baseline="-25000" dirty="0"/>
              <a:t>3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386C9AF7-FC43-4772-BF6D-26FE95C56D62}">
  <ds:schemaRefs/>
</ds:datastoreItem>
</file>

<file path=customXml/itemProps2.xml><?xml version="1.0" encoding="utf-8"?>
<ds:datastoreItem xmlns:ds="http://schemas.openxmlformats.org/officeDocument/2006/customXml" ds:itemID="{C5938109-F486-41EA-929F-D7DF65C5D6B1}">
  <ds:schemaRefs/>
</ds:datastoreItem>
</file>

<file path=customXml/itemProps3.xml><?xml version="1.0" encoding="utf-8"?>
<ds:datastoreItem xmlns:ds="http://schemas.openxmlformats.org/officeDocument/2006/customXml" ds:itemID="{C60B9EDF-596D-4F67-B5E3-411D55B8E8FC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2025-12-12T15:04:36Z</dcterms:created>
  <dcterms:modified xsi:type="dcterms:W3CDTF">2026-09-28T11:23:41Z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