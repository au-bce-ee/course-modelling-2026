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notesSlides/notesSlide1.xml" ContentType="application/vnd.openxmlformats-officedocument.presentationml.notesSlide+xml"/>
  <Override PartName="/ppt/ink/ink36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7"/>
  </p:notesMasterIdLst>
  <p:sldIdLst>
    <p:sldId id="256" r:id="rId2"/>
    <p:sldId id="257" r:id="rId3"/>
    <p:sldId id="264" r:id="rId4"/>
    <p:sldId id="261" r:id="rId5"/>
    <p:sldId id="259" r:id="rId6"/>
    <p:sldId id="271" r:id="rId7"/>
    <p:sldId id="272" r:id="rId8"/>
    <p:sldId id="260" r:id="rId9"/>
    <p:sldId id="273" r:id="rId10"/>
    <p:sldId id="274" r:id="rId11"/>
    <p:sldId id="275" r:id="rId12"/>
    <p:sldId id="276" r:id="rId13"/>
    <p:sldId id="266" r:id="rId14"/>
    <p:sldId id="277" r:id="rId15"/>
    <p:sldId id="278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96" autoAdjust="0"/>
    <p:restoredTop sz="94660"/>
  </p:normalViewPr>
  <p:slideViewPr>
    <p:cSldViewPr snapToGrid="0">
      <p:cViewPr varScale="1">
        <p:scale>
          <a:sx n="58" d="100"/>
          <a:sy n="58" d="100"/>
        </p:scale>
        <p:origin x="9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addSld delSld modSld">
      <pc:chgData name="Frederik Rask Dalby" userId="12c7c68b-47c4-4858-a883-dbd84be7356f" providerId="ADAL" clId="{E9883B15-7D20-4C63-9A3F-08E95C9A44CC}" dt="2026-08-03T12:11:04.729" v="415" actId="47"/>
      <pc:docMkLst>
        <pc:docMk/>
      </pc:docMkLst>
      <pc:sldChg chg="modSp mod">
        <pc:chgData name="Frederik Rask Dalby" userId="12c7c68b-47c4-4858-a883-dbd84be7356f" providerId="ADAL" clId="{E9883B15-7D20-4C63-9A3F-08E95C9A44CC}" dt="2026-07-31T12:34:45.364" v="27" actId="20577"/>
        <pc:sldMkLst>
          <pc:docMk/>
          <pc:sldMk cId="2170053994" sldId="256"/>
        </pc:sldMkLst>
        <pc:spChg chg="mod">
          <ac:chgData name="Frederik Rask Dalby" userId="12c7c68b-47c4-4858-a883-dbd84be7356f" providerId="ADAL" clId="{E9883B15-7D20-4C63-9A3F-08E95C9A44CC}" dt="2026-07-31T12:34:45.364" v="27" actId="20577"/>
          <ac:spMkLst>
            <pc:docMk/>
            <pc:sldMk cId="2170053994" sldId="256"/>
            <ac:spMk id="2" creationId="{E6B76D9F-6D4A-D400-1A1E-61A7659A13D3}"/>
          </ac:spMkLst>
        </pc:spChg>
      </pc:sldChg>
      <pc:sldChg chg="addSp delSp modSp mod">
        <pc:chgData name="Frederik Rask Dalby" userId="12c7c68b-47c4-4858-a883-dbd84be7356f" providerId="ADAL" clId="{E9883B15-7D20-4C63-9A3F-08E95C9A44CC}" dt="2026-07-31T12:36:41.290" v="181" actId="1076"/>
        <pc:sldMkLst>
          <pc:docMk/>
          <pc:sldMk cId="3458156416" sldId="257"/>
        </pc:sldMkLst>
        <pc:spChg chg="mod">
          <ac:chgData name="Frederik Rask Dalby" userId="12c7c68b-47c4-4858-a883-dbd84be7356f" providerId="ADAL" clId="{E9883B15-7D20-4C63-9A3F-08E95C9A44CC}" dt="2026-07-31T12:36:15.606" v="168" actId="1076"/>
          <ac:spMkLst>
            <pc:docMk/>
            <pc:sldMk cId="3458156416" sldId="257"/>
            <ac:spMk id="3" creationId="{846039FD-9831-C0F4-2DD9-692A1F10F422}"/>
          </ac:spMkLst>
        </pc:spChg>
        <pc:picChg chg="mod">
          <ac:chgData name="Frederik Rask Dalby" userId="12c7c68b-47c4-4858-a883-dbd84be7356f" providerId="ADAL" clId="{E9883B15-7D20-4C63-9A3F-08E95C9A44CC}" dt="2026-07-31T12:36:41.290" v="181" actId="1076"/>
          <ac:picMkLst>
            <pc:docMk/>
            <pc:sldMk cId="3458156416" sldId="257"/>
            <ac:picMk id="4" creationId="{3C85C644-C07C-621C-FF48-A5D085A40678}"/>
          </ac:picMkLst>
        </pc:picChg>
        <pc:picChg chg="mod">
          <ac:chgData name="Frederik Rask Dalby" userId="12c7c68b-47c4-4858-a883-dbd84be7356f" providerId="ADAL" clId="{E9883B15-7D20-4C63-9A3F-08E95C9A44CC}" dt="2026-07-31T12:36:17.326" v="169" actId="1076"/>
          <ac:picMkLst>
            <pc:docMk/>
            <pc:sldMk cId="3458156416" sldId="257"/>
            <ac:picMk id="5" creationId="{92BE9950-F451-49D9-FFEE-5B3026828311}"/>
          </ac:picMkLst>
        </pc:picChg>
        <pc:picChg chg="add mod">
          <ac:chgData name="Frederik Rask Dalby" userId="12c7c68b-47c4-4858-a883-dbd84be7356f" providerId="ADAL" clId="{E9883B15-7D20-4C63-9A3F-08E95C9A44CC}" dt="2026-07-31T12:36:40.317" v="180" actId="1076"/>
          <ac:picMkLst>
            <pc:docMk/>
            <pc:sldMk cId="3458156416" sldId="257"/>
            <ac:picMk id="6" creationId="{5D3A4EE4-E9F5-FCB4-C9F4-1D3BE6AE125B}"/>
          </ac:picMkLst>
        </pc:picChg>
        <pc:picChg chg="mod">
          <ac:chgData name="Frederik Rask Dalby" userId="12c7c68b-47c4-4858-a883-dbd84be7356f" providerId="ADAL" clId="{E9883B15-7D20-4C63-9A3F-08E95C9A44CC}" dt="2026-07-31T12:36:18.773" v="170" actId="1076"/>
          <ac:picMkLst>
            <pc:docMk/>
            <pc:sldMk cId="3458156416" sldId="257"/>
            <ac:picMk id="7" creationId="{45EF9AE5-F7A4-067A-1C5D-676845EC33FA}"/>
          </ac:picMkLst>
        </pc:picChg>
      </pc:sldChg>
      <pc:sldChg chg="addSp delSp modSp mod">
        <pc:chgData name="Frederik Rask Dalby" userId="12c7c68b-47c4-4858-a883-dbd84be7356f" providerId="ADAL" clId="{E9883B15-7D20-4C63-9A3F-08E95C9A44CC}" dt="2026-07-31T12:41:33.797" v="377" actId="404"/>
        <pc:sldMkLst>
          <pc:docMk/>
          <pc:sldMk cId="1405357401" sldId="264"/>
        </pc:sldMkLst>
        <pc:spChg chg="mod">
          <ac:chgData name="Frederik Rask Dalby" userId="12c7c68b-47c4-4858-a883-dbd84be7356f" providerId="ADAL" clId="{E9883B15-7D20-4C63-9A3F-08E95C9A44CC}" dt="2026-07-31T12:37:41.198" v="261" actId="20577"/>
          <ac:spMkLst>
            <pc:docMk/>
            <pc:sldMk cId="1405357401" sldId="264"/>
            <ac:spMk id="2" creationId="{87D1964F-7CC3-9171-87C1-917B42CF3FC9}"/>
          </ac:spMkLst>
        </pc:spChg>
        <pc:spChg chg="add mod">
          <ac:chgData name="Frederik Rask Dalby" userId="12c7c68b-47c4-4858-a883-dbd84be7356f" providerId="ADAL" clId="{E9883B15-7D20-4C63-9A3F-08E95C9A44CC}" dt="2026-07-31T12:38:51.200" v="267" actId="207"/>
          <ac:spMkLst>
            <pc:docMk/>
            <pc:sldMk cId="1405357401" sldId="264"/>
            <ac:spMk id="6" creationId="{BDB8A921-BC4E-B6DC-391D-58146F5EE50D}"/>
          </ac:spMkLst>
        </pc:spChg>
        <pc:spChg chg="add mod">
          <ac:chgData name="Frederik Rask Dalby" userId="12c7c68b-47c4-4858-a883-dbd84be7356f" providerId="ADAL" clId="{E9883B15-7D20-4C63-9A3F-08E95C9A44CC}" dt="2026-07-31T12:39:28.246" v="306" actId="1076"/>
          <ac:spMkLst>
            <pc:docMk/>
            <pc:sldMk cId="1405357401" sldId="264"/>
            <ac:spMk id="10" creationId="{22814370-1906-2ED4-32F9-9D387421A186}"/>
          </ac:spMkLst>
        </pc:spChg>
        <pc:spChg chg="add mod">
          <ac:chgData name="Frederik Rask Dalby" userId="12c7c68b-47c4-4858-a883-dbd84be7356f" providerId="ADAL" clId="{E9883B15-7D20-4C63-9A3F-08E95C9A44CC}" dt="2026-07-31T12:41:33.797" v="377" actId="404"/>
          <ac:spMkLst>
            <pc:docMk/>
            <pc:sldMk cId="1405357401" sldId="264"/>
            <ac:spMk id="11" creationId="{95D25E09-FE66-1B55-0C56-7E86E5D0C109}"/>
          </ac:spMkLst>
        </pc:spChg>
        <pc:picChg chg="add mod">
          <ac:chgData name="Frederik Rask Dalby" userId="12c7c68b-47c4-4858-a883-dbd84be7356f" providerId="ADAL" clId="{E9883B15-7D20-4C63-9A3F-08E95C9A44CC}" dt="2026-07-31T12:38:40.684" v="265" actId="1076"/>
          <ac:picMkLst>
            <pc:docMk/>
            <pc:sldMk cId="1405357401" sldId="264"/>
            <ac:picMk id="5" creationId="{1336340C-78B5-8797-A4A4-2E7B8F4B5FC6}"/>
          </ac:picMkLst>
        </pc:picChg>
        <pc:cxnChg chg="add mod">
          <ac:chgData name="Frederik Rask Dalby" userId="12c7c68b-47c4-4858-a883-dbd84be7356f" providerId="ADAL" clId="{E9883B15-7D20-4C63-9A3F-08E95C9A44CC}" dt="2026-07-31T12:39:08.193" v="269" actId="13822"/>
          <ac:cxnSpMkLst>
            <pc:docMk/>
            <pc:sldMk cId="1405357401" sldId="264"/>
            <ac:cxnSpMk id="8" creationId="{333FB2C6-5893-8016-FEB3-89901D89580A}"/>
          </ac:cxnSpMkLst>
        </pc:cxnChg>
      </pc:sldChg>
      <pc:sldChg chg="modSp mod">
        <pc:chgData name="Frederik Rask Dalby" userId="12c7c68b-47c4-4858-a883-dbd84be7356f" providerId="ADAL" clId="{E9883B15-7D20-4C63-9A3F-08E95C9A44CC}" dt="2026-07-31T12:44:09.811" v="408" actId="20577"/>
        <pc:sldMkLst>
          <pc:docMk/>
          <pc:sldMk cId="2671666807" sldId="274"/>
        </pc:sldMkLst>
        <pc:spChg chg="mod">
          <ac:chgData name="Frederik Rask Dalby" userId="12c7c68b-47c4-4858-a883-dbd84be7356f" providerId="ADAL" clId="{E9883B15-7D20-4C63-9A3F-08E95C9A44CC}" dt="2026-07-31T12:43:56.686" v="407" actId="20577"/>
          <ac:spMkLst>
            <pc:docMk/>
            <pc:sldMk cId="2671666807" sldId="274"/>
            <ac:spMk id="6" creationId="{AF67A817-F75A-EA52-71F3-D2258B31C4BA}"/>
          </ac:spMkLst>
        </pc:spChg>
        <pc:spChg chg="mod">
          <ac:chgData name="Frederik Rask Dalby" userId="12c7c68b-47c4-4858-a883-dbd84be7356f" providerId="ADAL" clId="{E9883B15-7D20-4C63-9A3F-08E95C9A44CC}" dt="2026-07-31T12:44:09.811" v="408" actId="20577"/>
          <ac:spMkLst>
            <pc:docMk/>
            <pc:sldMk cId="2671666807" sldId="274"/>
            <ac:spMk id="11" creationId="{F07DD9F7-42F8-55D9-77A2-16A887832A2B}"/>
          </ac:spMkLst>
        </pc:spChg>
      </pc:sldChg>
      <pc:sldChg chg="delSp modSp new del mod">
        <pc:chgData name="Frederik Rask Dalby" userId="12c7c68b-47c4-4858-a883-dbd84be7356f" providerId="ADAL" clId="{E9883B15-7D20-4C63-9A3F-08E95C9A44CC}" dt="2026-08-03T12:11:04.729" v="415" actId="47"/>
        <pc:sldMkLst>
          <pc:docMk/>
          <pc:sldMk cId="1629653014" sldId="28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1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3 768,'0'0'4225,"6"-3"-4097,-6 15-896,7 7 352,-7-1-608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2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1029 0 3377,'82'97'1685,"-80"-96"-1691,-1 1 0,1-1-1,-1 1 1,1-1-1,0 0 1,-1 1-1,1-1 1,0 0-1,0 0 1,0 0 0,0-1-1,2 2 1,-3-2 278,0 0 1,-1 0-1,1 0 1,0 0-1,0 0 1,-1 0 0,1 0-1,0 0 1,-1 0-1,1 0 1,0-1-1,0 1 1,-1 0 0,1 0-1,0-1 1,-1 1-1,1 0 1,-1-1-1,1 1 1,0-1 0,0 0-1,-1 1 64,1-1 0,-1 1 0,1-1 0,-1 0 0,0 1 0,1-1 0,-1 1 0,0-1 0,1 0 0,-1 1 0,0-1 0,0 0 0,0 1 0,0-1 0,0 0 0,0 0 0,0 1 0,0-1 0,0 0 0,0 1 1,0-2-1,-7-5 263,-18 3-607,1 2 0,-1 1 1,1 0-1,-25 4 0,-15-1 39,23 1 9,-1 1 0,1 2 0,0 2 1,1 2-1,-54 20 0,67-21-23,-27 8 35,1 3-1,1 1 0,1 3 0,1 3 0,-88 61 0,120-73-9,0 1 1,1 0-1,1 2 0,1 0 1,0 1-1,-13 23 0,17-20 35,2 2 1,1-1-1,0 2 0,2-1 0,1 1 0,1-1 0,-2 45 0,-9 49 322,6-51-326,4 0-1,4 121 0,3-79-30,0-101-30,0-1 0,1 0 0,-1 0 0,1 0 1,1 0-1,0-1 0,-1 1 0,2-1 0,-1 0 0,1 0 0,0-1 0,7 8 0,17 21 29,-5 4 366,2-1 1,2-1-1,1-2 1,50 45-1,-14-20 339,-29-26-408,1-1 0,43 27 1,15 14-134,-80-59 28,2 0 0,0-1 1,0-1-1,1-1 1,1 0-1,0-1 1,34 12-1,125 26 570,93 30 693,-224-64-907,0-2-1,68 8 1,5 1-93,173 31 547,36 6-1043,-248-45 0,132 3 0,-45-7 0,263 13 0,-171-14 0,57-6 0,-22-1 0,125 3 0,-270-5 0,-107 1 0,0-3 0,-1-1 0,1-2 0,-1-2 0,0-2 0,-1-2 0,0-1 0,-1-2 0,56-30 0,-75 31 0,0 0 0,-2-2 0,0 0 0,33-36 0,54-84 0,-92 110 0,0 0 0,-2 0 0,-1-1 0,-1-1 0,9-41 0,-1 8 0,-9 25 0,-2 0 0,-2 0 0,-1-1 0,-2 0 0,-4-51 0,2 30 0,-1 40 0,-1 0 0,0 0 0,-2 0 0,0 0 0,-1 0 0,0 1 0,-2 0 0,-13-27 0,-10-10 0,-44-60 0,48 77 0,-4-5 0,-3 2 0,-1 1 0,-73-63 0,-134-87 0,174 138 0,-9-2 0,-3 2 0,-1 4 0,-2 4 0,-175-65 0,135 68 0,-2 6 0,-2 5 0,-135-13 0,-440-9 0,581 45 0,-236 3 0,192 5 0,-170-20 0,275 14 0,-64 4 0,55 1 0,-310-1 0,200 12-2434,216-12-7985,-2 0-389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4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3716 25 1408,'0'0'18562,"-21"0"-17183,-528-12 3330,-4 0-3494,377 12-714,-259 34 0,-313 112 300,184-51-435,119-27-330,379-57-26,41-8 4,-1 1 0,1 2 0,0 0 0,-31 13 0,56-19-43,0 0 0,0 0 1,0 0-1,0 0 0,0 0 0,0 1 0,0-1 0,1 0 0,-1 0 0,0 0 0,0 0 0,0 0 0,0 0 0,0 0 0,0 0 1,0 0-1,0 0 0,0 1 0,0-1 0,0 0 0,0 0 0,0 0 0,0 0 0,0 0 0,0 0 0,0 0 0,0 0 0,0 1 1,0-1-1,0 0 0,0 0 0,0 0 0,0 0 0,0 0 0,0 0 0,0 0 0,0 0 0,0 1 0,0-1 0,0 0 0,0 0 1,0 0-1,0 0 0,0 0 0,0 0 0,0 0 0,0 0 0,-1 0 0,1 0 0,0 0 0,0 1 0,0-1 0,0 0 0,0 0 1,0 0-1,0 0 0,0 0 0,0 0 0,-1 0 0,1 0 0,0 0 0,0 0 0,0 0 0,0 0 0,0 0 0,0 0 0,0 0 1,-1 0-1,1 0 0,13 2-1736,14 0-2162,11-2-3832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4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1232,'0'0'11627,"1"12"-4151,61-83-6250,-46 50-897,1 1-1,1 1 0,22-18 0,-26 24-260,0 0 0,0-1 0,14-21 0,35-36-41,-60 70-99,1 1 5,-3 0 54,0 0 77,3 0 27,-3 0-286,-1 34-10959,0-19 2384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4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1760,'0'0'21600,"40"15"-16959,183 67-1385,-198-72-3112,-1 0 0,0 1 0,-1 1 0,-1 2 0,34 24 1,-51-35-137,-4-2-54,-19 2-12028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1:51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1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00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0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0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1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2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5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0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0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0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45.3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56.6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02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2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6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6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4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5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7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7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2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2.9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3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4.1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4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5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5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6.5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4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4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4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0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2032,'0'0'10781,"1"-2"-11164,12-11 10046,-10 14-9613,-1 1 0,1-1 0,0 1 1,0 0-1,-1-1 0,1 1 0,-1 0 0,0 1 1,1-1-1,-1 0 0,0 1 0,0-1 0,0 1 1,-1 0-1,1-1 0,-1 1 0,0 0 1,1 0-1,-1 0 0,0 0 0,-1 0 0,2 4 1,5 18 215,0 1 1,-1-1 0,-2 1 0,3 52-1,5 29-204,-12 77-92,1-184-1,0 0-1,0 0 1,0 0 0,-1 0-1,1 0 1,0 0 0,0 0-1,0-1 1,-1 1-1,1 0 1,0 0 0,0-1-1,-1 1 1,1-1-1,0 1 1,-1 0 0,1-1-1,0 1 1,-1-1-1,1 0 1,-1 1 0,1-1-1,-1 1 1,1-1-1,0-1 1,7-29 112,-2-1-1,-1 0 1,-1 0-1,-1-48 1,-2 66-39,0 1 0,1 0 0,0 0 0,1 0 0,0 0 0,1 0-1,1 1 1,0-1 0,1 1 0,13-21 0,-19 32-36,1 1 1,-1-1-1,1 0 0,-1 1 0,1-1 0,-1 0 1,1 1-1,0-1 0,-1 1 0,1-1 0,0 1 0,-1 0 1,1-1-1,0 1 0,0 0 0,-1-1 0,1 1 1,0 0-1,0 0 0,0 0 0,0-1 0,-1 1 1,1 0-1,0 0 0,0 0 0,0 1 0,-1-1 0,2 0 1,23 16 390,13 32 208,44 86 54,-79-128-679,0 1 0,-1 0 0,0 0 0,0 0 0,-1 0 0,1 0 0,-2 1 0,1-1 0,-1 0 0,-1 13 0,0 2-14,1-21-35,3-4-68,-1 0 64,0 0 0,-1-1 0,1 1 0,-1-1 0,1 1 1,-1-1-1,0 1 0,0-1 0,0-4 0,2-2 77,2-9 76,1-4-62,1 0-1,0 0 1,2 1 0,1 0 0,0 0-1,2 1 1,25-36 0,-21 36 10,-13 17-4,0 0-1,0-1 1,0 1 0,0 0-1,0 0 1,1 1 0,0-1-1,0 1 1,0 0 0,0-1-1,0 2 1,1-1 0,-1 1 0,1-1-1,-1 1 1,1 0 0,0 1-1,0-1 1,0 1 0,8-1-1,-10 5-4,0 0-1,0 0 0,0 0 1,-1 0-1,0 0 1,1 0-1,-1 1 1,0-1-1,-1 1 0,1-1 1,1 9-1,6 5 92,0 2-43,0 0-1,-2 0 1,0 0 0,-1 1-1,-1 0 1,4 32 0,-9-49-76,1 0 0,-1 0 1,1 0-1,-1-1 0,1 1 0,0 0 1,0-1-1,0 1 0,0 0 1,1-1-1,-1 1 0,1-1 0,0 0 1,-1 0-1,1 1 0,3 1 1,-2-2-575,0-1 0,0 1 0,0-1 0,1 0 1,-1 0-1,0 0 0,1-1 0,-1 1 1,1-1-1,-1 0 0,0 0 0,5 0 0,12 0-7496,-1 0-2979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0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61 288,'0'0'11330,"-16"1"-10681,6-1-424,1 0 0,-1 0 0,1 1 0,-1 1 0,1 0 0,0 0 1,0 0-1,0 1 0,0 1 0,0 0 0,1 0 0,-1 0 1,1 1-1,0 0 0,1 1 0,-14 12 0,14-10-21,0 0 0,0 0 0,0 1 0,1 1 0,1-1-1,0 1 1,0 0 0,0 0 0,2 0 0,-1 0 0,1 1 0,1 0 0,0-1 0,0 1 0,1 0-1,0 0 1,2 13 0,-1-23-170,0-1 1,0 1-1,0-1 0,0 1 0,1 0 0,-1-1 1,0 1-1,1-1 0,-1 1 0,0-1 1,1 1-1,-1-1 0,1 1 0,-1-1 0,1 1 1,-1-1-1,1 1 0,-1-1 0,1 0 0,-1 1 1,1-1-1,-1 0 0,1 0 0,0 1 0,-1-1 1,1 0-1,0 0 0,-1 0 0,1 0 1,0 0-1,0 0 0,28 1 266,-21-1-188,5 0-60,3 1-43,1-1 1,0 0 0,-1-1-1,1 0 1,-1-2 0,0 0 0,1-1-1,-1 0 1,-1-1 0,1-1 0,15-9-1,-12 5-12,-1-1 1,-1-1-1,0-1 0,28-26 0,-40 33-19,0 0 0,0 0 0,0-1 0,-1 1 0,0-1 0,0 0 0,-1 0 0,0-1 0,0 1 1,0-1-1,-1 0 0,0 0 0,-1 1 0,0-1 0,0-14 0,-1 20 4,-1 1 1,1-1 0,-1 1-1,0-1 1,1 1-1,-1 0 1,0-1-1,0 1 1,0 0-1,0 0 1,0-1 0,-1 1-1,1 0 1,0 0-1,0 0 1,-1 1-1,1-1 1,0 0-1,-1 0 1,1 1 0,-1-1-1,1 1 1,-1-1-1,1 1 1,-1 0-1,-2-1 1,-53-8-96,45 8 75,-10-2-95,1 1-126,0-1 1,0-1-1,0-1 0,-39-14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398 329 1488,'0'0'7079,"-31"1"-6617,-99 7 4,117-8-146,0 1 0,1 0-1,-1 1 1,0 1 0,1 0-1,0 0 1,-1 2 0,2-1 0,-1 1-1,0 1 1,1 0 0,0 1-1,-15 12 1,22-16-92,0 0-1,0 1 1,0 0-1,0 0 1,1 0 0,0 0-1,0 1 1,0-1-1,0 1 1,1 0 0,-1 0-1,1 0 1,1 0-1,-3 10 1,1 1 94,1 1-1,1-1 1,1 24-1,1-16 57,-1-22-344,0-1 0,1 0 0,-1 1 0,1-1 0,-1 0 0,1 0 0,0 1 0,0-1 0,-1 0 0,1 0 0,0 0 0,0 0 0,0 0 0,0 0 0,0 0 0,0 0 0,0-1 0,1 1 0,-1 0 0,0-1 0,0 1 0,1-1 0,-1 1 0,0-1 0,1 1 0,-1-1 0,0 0 0,1 0 0,-1 0 0,2 0 0,49 3 296,-47-3-295,11 1-44,1-1-1,-1-1 1,0-1-1,-1-1 0,19-4 1,-26 4-5,-1 0 0,0 0 0,0-1 0,0 0 0,0 0 0,0-1-1,-1 0 1,0 0 0,0 0 0,0-1 0,-1 0 0,8-9 0,-4 1 0,0 0-1,-1 0 0,0-1 0,-1 0 0,0 0 1,-2-1-1,0 0 0,0 0 0,3-30 1,-3-7-273,-3-93 0,-3 77 107,-1 68 163,0 0-1,0 0 1,0 0 0,0 0-1,0 0 1,0 0 0,0 0 0,0 1-1,0-1 1,0 1 0,0 0 0,-1-1-1,1 1 1,0 0 0,0 0 0,-3 1-1,5-1 23,-1 1-1,0-1 0,1 0 1,-1 1-1,1-1 0,-1 1 1,1 0-1,-1-1 0,1 1 1,0-1-1,-1 1 0,1 0 1,0-1-1,-1 1 0,1 0 1,0-1-1,0 1 0,-1 0 1,1-1-1,0 1 0,0 0 0,0 0 1,0-1-1,0 1 0,0 0 1,0 1-1,1 24 136,-1-22-103,1 15 65,2 0-1,0 0 1,1 0 0,1-1-1,11 31 1,10 32-131,1 15-66,-24-87 100,1 0 0,0 0 1,0 0-1,1-1 0,0 1 0,0-1 1,1-1-1,8 9 0,-11-13 1,1-1 0,0 1 0,0-1 0,0 0 0,0 0 0,0 0 0,0 0 0,0-1 0,1 0 0,-1 0 0,1 0 0,8 1 0,60-3-140,-43 0 97,52 4 57,-49-1-84,0-1-1,0-2 1,0-1 0,37-7-1,-62 7 32,0 0 0,1-1-1,-1 0 1,0 0-1,0-1 1,-1 0-1,1 0 1,12-11-1,-16 12 30,-1 0-1,0-1 1,0 1 0,0-1-1,0 1 1,-1-1 0,1 0-1,-1 0 1,0 0 0,0-1-1,-1 1 1,1 0 0,-1-1-1,0 1 1,0-1-1,0 1 1,-1-1 0,1-5-1,-1-79-133,-4 88 15,0 0 1,0 0-1,0 0 1,0 1-1,0 0 1,0 0-1,-8 1 1,8-1 120,-2 0 35,0 0 0,1 0-1,-1 1 1,0-1 0,1 1-1,-1 1 1,0-1 0,1 1 0,0 0-1,-1 0 1,1 1 0,-6 3 0,8-4-3,0 1 0,0 0 0,0 0 0,0 1 1,0-1-1,1 0 0,-1 1 0,1 0 0,0-1 1,0 1-1,0 0 0,1 0 0,-1 0 0,1 0 1,0 0-1,-1 8 0,1-6 7,0 0-1,0-1 1,1 1-1,-1 0 1,1 0 0,0 0-1,1 0 1,0 0-1,0-1 1,2 9 0,-2-11-18,1-1 1,-1 0-1,1 1 1,0-1-1,0 0 1,0 0-1,0 0 1,0 0-1,0 0 1,0-1-1,1 1 1,-1-1-1,1 1 1,-1-1-1,1 0 1,0 0 0,-1 0-1,1 0 1,0 0-1,0-1 1,5 1-1,20 2-87,1 0 0,48-4-1,-25 0-33,-43 0 30,0 0 0,-1-1-1,1 1 1,0-2 0,-1 1-1,1-1 1,-1-1 0,0 1-1,0-1 1,0-1 0,-1 1-1,0-2 1,10-7-1,10-11-792,47-53-1,-61 62 637,1 0 96,-1-1 0,-1-1 1,-1 0-1,-1 0 1,0-1-1,-1-1 0,-1 1 1,0-1-1,-2-1 1,0 1-1,-2-1 1,0 0-1,-1 0 0,0-1 1,-2 1-1,-2-27 1,1 46 85,1 0 0,-1 0 1,0 1-1,0-1 0,0 0 1,0 0-1,-1 0 0,1 0 1,0 1-1,0-1 0,0 0 1,-1 0-1,1 0 0,0 0 0,-1 1 1,1-1-1,-1 0 0,1 1 1,-1-1-1,1 0 0,-1 1 1,0-1-1,1 0 0,-1 1 1,0-1-1,1 1 0,-1-1 1,0 1-1,0 0 0,1-1 1,-2 1-1,-29 1-65,31-1 152,-1 1 0,0 0 0,1-1 0,-1 1 1,0 0-1,1 0 0,-1 0 0,1 0 0,-1 0 0,1-1 0,-1 1 0,1 0 0,0 0 1,-1 0-1,1 0 0,0 0 0,0 0 0,0 0 0,0 0 0,0 0 0,0 0 0,0 2 1,1 34 678,-1-26-497,-2 46 543,0-41-489,1 1-1,0 0 1,1 0 0,1-1 0,1 1-1,0 0 1,1-1 0,10 29-1,-2-21-43,2-1-1,1-1 0,0 0 0,2-1 1,0 0-1,1-1 0,1-1 0,1-1 1,32 24-1,-48-40-213,0 0 1,0-1-1,-1 1 1,1-1-1,0 0 1,0 0-1,0 0 1,1-1-1,-1 1 0,6 0 1,9-1-5629,-16 0 4490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5089,'0'0'10496,"-1"6"-10267,-4 42 253,2 0 0,4 59 0,0-30-602,31-76-5287,-19-1 651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4961,'0'0'14643,"0"-3"-14099,0 6-512,0 1-64,0 2-240,0 6-1696,7-3-1761,25 3-4385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1664,'0'0'8984,"-3"23"-8014,-2 7-685,-2 8 344,2 1 0,0 39 0,-2 203 1595,6-219-2153,-1-30-66,2-1 0,4 39-1,-3-67 24,-1-1 0,1 0-1,-1 1 1,1-1 0,0 0-1,-1 0 1,1 0 0,0 1-1,1-1 1,-1 0 0,0 0-1,1 0 1,-1-1 0,1 1-1,-1 0 1,1 0-1,0-1 1,0 1 0,0-1-1,0 0 1,0 1 0,0-1-1,0 0 1,0 0 0,0-1-1,1 1 1,-1 0 0,0-1-1,1 1 1,-1-1 0,0 1-1,3-1 1,-2 0-625,0-1 0,-1 1 0,1-1 1,-1 1-1,1-1 0,0 0 0,-1 0 0,0 0 1,1 0-1,-1 0 0,4-3 0,7-5-5316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80 2753,'0'0'14981,"0"0"-14851,0-1 0,0 1 1,0 0-1,0 0 0,-1 0 0,1-1 0,0 1 0,0 0 0,0 0 0,0-1 0,0 1 0,0 0 0,0 0 0,0-1 0,0 1 0,0 0 0,0 0 0,0-1 0,0 1 0,0 0 0,0 0 0,0 0 0,0-1 0,0 1 0,0 0 0,0 0 0,1-1 0,-1 1 0,0 0 0,0 0 0,0 0 0,0-1 0,0 1 0,1 0 0,-1 0 0,0 0 0,0 0 0,0-1 0,1 1 0,-1 0 0,0 0 0,0 0 0,1 0 0,-1 0 0,0 0 0,0 0 0,0 0 0,1 0 0,-1 0 0,0 0 0,0 0 0,1 0 0,-1 0 0,1 0 0,338-58 2378,-280 48-4719,-20 7-7466,-20 3-707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3025,'0'0'10391,"-1"10"-9047,-6 397 6849,9-237-7810,-2-60-210,0-109-202,0-1 0,0 0 1,0 1-1,1-1 0,-1 0 0,0 0 0,0 1 1,0-1-1,1 0 0,-1 1 0,0-1 0,0 0 1,1 0-1,-1 0 0,0 1 0,0-1 1,1 0-1,-1 0 0,0 0 0,1 1 0,-1-1 1,0 0-1,1 0 0,-1 0 0,0 0 0,1 0 1,-1 0-1,0 0 0,1 0 0,-1 0 0,0 0 1,1 0-1,-1 0 0,0 0 0,1 0 0,-1 0 1,0 0-1,1 0 0,-1-1 0,0 1 0,1 0 1,-1 0-1,0 0 0,0 0 0,1-1 0,-1 1 1,0 0-1,0 0 0,1-1 0,-1 1 1,0 0-1,0 0 0,0-1 0,1 0 0,15-11-3799,-7-3-2034,2 2-3236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8850,'0'0'18308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5553,'0'4'17524,"0"7"-14157,0 57-3379,-1 13 14,7 162 52,-3 1-374,-5-130-8610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5841,'0'0'23397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2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1520,'0'8'22137,"0"27"-20629,7 134 1194,-5-153-2484,0 1-1,1 0 0,1-1 1,1 0-1,0 0 0,1 0 0,16 29 1,-1 3 326,-18-38-527,0 1-1,-1-1 0,-1 0 1,0 1-1,0-1 0,-1 1 1,0-1-1,-3 15 0,2-13 17,0-1-1,1 1 1,0 0-1,1 0 0,4 23 1,-3-23-56,0 1 1,-1-1-1,0 1 0,-1 0 1,-3 21-1,1 7-23,2 17 204,1-58-170,0 0 1,0 0-1,0 0 1,0 0-1,0 0 1,0 0-1,0 0 1,-1-1-1,1 1 1,0 0-1,0 0 1,0-1-1,0 1 1,0 0-1,-1-1 1,1 1-1,0-1 1,0 1-1,-1-1 0,1 0 1,0 0-1,10-21-3942,-9 7-5780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2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5201,'0'0'15483,"3"2"-13135,-1-1-2001,-1-1 1,0 1 0,0 0-1,0 0 1,0 0 0,0 0-1,0 0 1,0 0 0,0 1 0,0-1-1,0 0 1,-1 0 0,1 1-1,0-1 1,-1 0 0,1 1-1,-1-1 1,0 1 0,1-1-1,-1 1 1,0-1 0,0 1 0,0-1-1,0 0 1,0 1 0,0-1-1,-1 3 1,1-4-404,0 1 0,1-1 0,-1 0 0,0 1 0,0-1 0,0 0 0,0 0 0,0 1 0,1-1 0,-1 0 0,0 0 0,0 0 0,0 1-1,1-1 1,-1 0 0,0 0 0,0 0 0,1 1 0,-1-1 0,0 0 0,0 0 0,1 0 0,-1 0 0,0 0 0,1 0 0,-1 0 0,0 0 0,1 0 0,-1 1 0,0-1 0,0 0 0,1-1 0,-1 1 0,0 0 0,1 0 0,-1 0 0,0 0 0,1 0 0,-1 0 0,0 0-1,0 0 1,1 0 0,-1-1 0,0 1 0,0 0 0,1 0 0,-1 0 0,0-1 0,0 1 0,1 0 0,12-9-6899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6:0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6440 9 1568,'-6'-8'18761,"-2"7"-19945,-19 6 1322,0 2 0,1 0-1,0 2 1,-40 19 0,41-17-37,-92 44 239,69-30-214,-102 35 0,112-46-90,2 2 0,-1 2 0,-61 40 0,39-22-39,-115 71 98,-83 46-56,205-122-38,1 3-1,-85 74 1,16-12 154,-61 61 16,112-93 160,51-48-321,-169 163 444,103-90-296,-64 72 525,121-128-522,0 2-1,-40 73 1,-4 33 396,-89 156-264,99-122-179,58-163-113,-11 33 0,-128 377 68,110-342 27,5-14-86,-41 77 1,59-123-18,0 0 0,1 1 0,-6 26 1,-5 13 14,-57 126 104,42-103-104,29-68-13,0-1-1,-2 1 1,0-1 0,-14 22-1,3-7 4,-220 353 1261,123-236-1155,35-49 176,37-47 60,-59 88 0,10 24 387,55-92-192,-3-2 0,-93 119-1,61-112-513,-16 19 6,45-46 28,-89 75 0,39-40 14,-70 61 66,50-47-81,18-9-39,32-27 16,-90 64 1,69-66-59,-149 114 310,183-132-251,-81 62-94,-150 80 118,230-151 3,2 3-1,1 1 0,2 3 0,-49 51 0,30-24 14,31-34-70,-72 54 0,54-46-49,45-35-152,-3 2 313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30:4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26 377 464,'0'-3'18012,"0"-7"-13519,0-48-2678,0-195 719,0 249-2530,-1-1 0,0 1 1,-1 0-1,1 0 0,-1 0 0,1 0 0,-1 0 1,0 0-1,-1 0 0,-2-3 0,0 2-4592,7 15 363,8 2-1971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30:4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3009,'0'0'5465,"0"-24"9653,7 20-14070,0 0 1,1 1 0,-1 0 0,15-4-1,35-3-261,1 3-1,-1 2 0,1 3 1,91 8-1,-72 5-709,-50-6-213,1-1 1,31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1:4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13 944,'0'0'7050,"-26"-13"2712,10 14-9472,1 0 1,0 1-1,0 1 1,0 1 0,0 0-1,1 0 1,-1 1-1,1 1 1,0 1-1,-24 15 1,-4 7 18,-73 66 0,113-93-290,-32 31 92,0 2 0,3 2 1,-30 44-1,51-66-75,2 1-1,0 0 1,0 0 0,2 0-1,0 1 1,1 0 0,0 0-1,1 1 1,-1 26 0,1 20 23,5 86 1,2-51-67,-3-93 10,-1 7 3,0-1 1,2 1 0,-1 0-1,2-1 1,0 0-1,0 1 1,1-1-1,0 0 1,1 0 0,7 14-1,21 29 486,60 75 0,-36-52 127,-38-55-273,1-1 0,30 28-1,-27-30-192,-2 1 0,24 32 0,-27-32 41,0-1-1,2-1 0,30 26 0,-4-5-61,-27-24 167,1-1 0,1-1 0,1-1 0,33 16 0,-7-3 161,-29-16-437,22 15 277,1-2 0,1-3 0,1-1 0,82 25 0,249 32 1703,-309-65-1854,1-4-1,82-1 1,71 7 109,162 13-258,-56-6 0,-30 9 0,412-13 0,-657-20 0,0-3 0,-1-2 0,0-2 0,85-31 0,-90 25 0,0-3 0,-2-1 0,49-32 0,-67 36 0,-1 0 0,0-1 0,-1-1 0,-1-1 0,-1-1 0,25-34 0,-35 42 0,0 0 0,-2-1 0,1 0 0,-2 0 0,0-1 0,-1 0 0,0 0 0,-1 0 0,-1-1 0,0 0 0,-1 0 0,-1 0 0,1-19 0,9-124 0,-11 119 0,0 17 0,-1 0 0,-1 1 0,0-1 0,-2 0 0,-1 1 0,-8-28 0,-65-136 0,70 170 0,-5-5 0,0 1 0,-1 1 0,-17-20 0,7 9 0,-14-13 0,-2 2 0,-1 1 0,-46-34 0,70 61 0,-42-32 0,-1 3 0,-2 2 0,-2 3 0,-2 3 0,-97-37 0,122 58 0,0 2 0,-82-10 0,-29-8 0,151 29 0,-81-24 0,-1 4 0,-1 4 0,-120-9 0,-29 24 0,115 3 0,-213-25 0,93 2 0,74 8 0,-150-18 0,-7-5 0,261 29 0,-75 2 0,-104-1-548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3:4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4739 933 28066,'-4739'-933'0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3:4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3169,'0'0'10735,"0"-40"-4411,1 38-6244,-1 0 0,1-1-1,-1 1 1,1 0 0,0 0-1,0 0 1,0 0-1,0 0 1,1 0 0,-1 0-1,1 0 1,-1 0 0,1 1-1,-1-1 1,1 0 0,0 1-1,0 0 1,0-1-1,3-1 1,46-23 471,-40 20-508,43-18 168,-24 12-310,-2-1 1,45-28-1,-70 39-5,0 1 0,1 0 0,-1 0 0,0 0 0,0 1 0,1-1 0,-1 1 1,7 0-1,6 0-2662,-11 0 308,-4 9-4927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3:4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3441,'0'0'6406,"7"-3"-6123,-2 0-173,-3 1-76,0 1 0,0 0 0,0-1 0,1 1 0,-1 0 0,0 0 0,0 1 0,1-1 0,-1 0 0,0 1 0,1-1 0,2 1 0,4-2 93,0-1-1,0 1 0,0-1 1,0-1-1,13-7 1,-11 5 8916,-13 77-3019,0-44-5101,1 0 0,1 1 0,2-1 1,9 50-1,-10-71-939,1 0 0,0 0 0,0 0 0,1-1 0,-1 1-1,1-1 1,1 1 0,-1-1 0,1 0 0,0 0 0,0-1 0,0 1 0,1-1 0,-1 0 0,1 0 0,0 0-1,1-1 1,-1 0 0,0 0 0,1 0 0,0 0 0,0-1 0,-1 0 0,1 0 0,1-1 0,-1 0 0,0 0 0,0 0-1,0-1 1,0 0 0,9 0 0,57 0-5683,-25 0-1831,-7 0-5065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7138,'0'0'18804,"0"18"-18708,0-8-96,0-4 0,0 3-1633,0 3-1792,0 0-3008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8002,'0'0'16979,"12"21"-19331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0 944,'0'0'11627,"0"1"-11318,0 4-282,0-4-62,0 11 7350,0 16-5604,0 332 5034,-13-302-6859,13-57-36,0-20-396,-1-11 700,0 23-131,0 1 0,1-1 0,0 0 0,0 1 0,0-1 1,1 0-1,0 1 0,0-1 0,0 1 0,1 0 0,0-1 1,0 1-1,1 0 0,5-10 0,30-36 69,-31 42-129,-1 0 0,2 0-1,-1 1 1,1-1 0,1 2 0,12-11 0,-17 17 62,1 0 1,-1 1-1,0 0 1,1 0-1,-1 0 0,0 1 1,9-1-1,-11 1-53,1 0 0,-1-1-1,0 1 1,0 0 0,1 0 0,-1 1-1,0-1 1,1 0 0,-1 1-1,0 0 1,0-1 0,0 1 0,0 0-1,0 0 1,0 0 0,4 3 0,12 25-56,-11-19 209,0 0 0,0 0 0,-1 1 0,-1 0 0,0 0 0,0 1 0,-1-1 0,0 1 0,-1 0 0,-1 0 0,2 13 0,-4 99-40,0-123 67,0-1-483,1 0 302,0 1-1,0-1 0,0 0 1,0 0-1,0 0 1,-1 0-1,1 0 0,0 0 1,0 0-1,0-1 0,0 1 1,-1 0-1,1 0 1,0-1-1,0 1 0,0-1 1,-1 1-1,1 0 1,0-1-1,0 1 0,-1-1 1,1 0-1,-1 1 0,1-1 1,0 1-1,0-2 1,20-20-258,-19 20 211,62-81-852,-52 64 767,0 1-1,2 1 1,0 0-1,1 0 1,1 2-1,1 0 1,24-18 0,-36 30 194,0 1 0,0-1 1,0 1-1,1 0 0,-1 0 1,1 1-1,0-1 1,-1 1-1,11 0 0,-15 1-6,1 0 1,0 0-1,0 0 0,0 0 0,-1 0 1,1 1-1,0-1 0,0 1 0,-1-1 0,1 1 1,0 0-1,-1-1 0,1 1 0,-1 0 0,1 0 1,-1 0-1,1 1 0,-1-1 0,0 0 0,0 0 1,1 1-1,-1-1 0,0 1 0,0-1 1,0 1-1,0-1 0,-1 1 0,1-1 0,0 1 1,-1 0-1,1 0 0,-1-1 0,1 5 0,6 77 692,-7-68-498,1 0 0,0 0 0,1 0 0,1 0 0,0 0 0,0 0 0,2-1 0,0 0 0,11 22 0,-15-35-371,0 0 1,0 0-1,1 1 0,-1-1 1,1 0-1,-1 0 0,0 0 1,1-1-1,0 1 0,-1 0 1,1 0-1,-1-1 0,1 1 0,0-1 1,0 0-1,-1 1 0,1-1 1,0 0-1,-1 0 0,1 0 1,0 0-1,0 0 0,-1-1 1,1 1-1,0 0 0,-1-1 0,1 0 1,0 1-1,-1-1 0,1 0 1,2-1-1,2-1-1466,1 0-1,-1 0 1,0-1-1,0 0 1,0 0 0,5-6-1,10-14-10215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7762,'0'0'16374,"0"4"-13484,0 21-1931,6 182 1030,-6-206-2193,0 1-1,0 0 0,0-1 0,0 1 0,1 0 0,-1-1 0,0 1 1,1-1-1,-1 1 0,1-1 0,0 1 0,-1-1 0,1 1 1,0-1-1,0 0 0,0 1 0,0-1 0,0 0 0,2 2 0,-2-2-775,1 0-1,0 0 1,0 0-1,0 0 1,1 0-1,-1 0 0,0-1 1,0 1-1,0-1 1,1 0-1,-1 1 0,0-1 1,3 0-1,8 0-7647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1 672,'0'0'24821,"-12"9"-24677,12 0-144,0 12-1584,0-2-2081,0-1-5008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0 5969,'0'0'12166,"-15"10"-10459,-34 22 104,2 2 0,-79 74 0,111-91-1596,-49 57 572,58-66-771,0 0 1,0 1-1,1-1 1,1 1-1,-1 0 0,2 1 1,-5 12-1,7-11-973,2-10 693,-1-1-1,0 1 0,0-1 0,1 0 0,-1 0 0,0 1 0,1-1 0,-1 0 0,0 1 0,1-1 1,-1 0-1,0 0 0,1 0 0,-1 0 0,1 1 0,-1-1 0,0 0 0,1 0 0,-1 0 1,1 0-1,-1 0 0,0 0 0,1 0 0,-1 0 0,1 0 0,-1 0 0,1 0 0,-1 0 1,0 0-1,1 0 0,-1-1 0,1 1 0,-1 0 0,0 0 0,1 0 0,-1-1 0,0 1 0,1 0 1,23-11-6263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6545,'0'0'16305,"0"5"-14262,0 1-1647,1 0-1,-1 0 0,1 0 1,0 0-1,1 0 1,-1 0-1,1 0 0,0 0 1,1-1-1,0 1 1,-1-1-1,2 0 0,-1 1 1,1-2-1,-1 1 0,1 0 1,1-1-1,5 6 1,17 17-289,1-1 0,53 38 1,-30-34-4181,5-6-6053,-36-18 1231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20 171 7458,'0'0'12552,"14"-3"-12163,4-2-334,0-1 0,0 0 0,30-16 0,-43 20-280,-1 0-1,1-1 0,-1 0 0,0 1 1,0-1-1,0-1 0,0 1 0,0 0 1,-1-1-1,0 0 0,0 0 1,0 0-1,0 0 0,0-1 0,-1 1 1,0-1-1,0 1 0,0-1 0,0 0 1,-1 0-1,0 0 0,1-8 0,-2 12 55,0 0-1,-1 0 1,1-1 0,-1 1-1,1 0 1,-1 0-1,0 0 1,0-1 0,1 1-1,-1 0 1,0 0-1,0 0 1,0 0-1,0 1 1,0-1 0,0 0-1,0 0 1,-1 1-1,1-1 1,0 0 0,0 1-1,0-1 1,-1 1-1,1-1 1,0 1-1,-1 0 1,1 0 0,0 0-1,-1 0 1,1 0-1,0 0 1,-3 0 0,-59 1 756,47 1-843,11-2 438,1 0-1,-1 1 0,1 0 1,-1 0-1,1 0 0,-1 1 1,1 0-1,0 0 0,0 0 1,-5 3-1,6-3 152,0 0 1,0 0-1,1 0 0,-1 1 1,1-1-1,-1 1 1,1 0-1,0 0 0,0 0 1,0 0-1,0 0 1,1 0-1,-1 0 0,1 0 1,0 1-1,0-1 1,0 1-1,0-1 0,1 1 1,-1-1-1,1 4 0,0-2 37,0 0-1,0 0 0,0 1 0,0-1 0,1 0 0,0 0 0,0 0 0,1-1 0,-1 1 0,1 0 0,0 0 1,3 4-1,-2-6-250,0 0 0,0 0 0,0 0 0,1 0 0,-1 0 1,1-1-1,0 0 0,0 0 0,0 0 0,0 0 0,0 0 0,0-1 1,0 0-1,6 1 0,14 3 81,0-1 0,1-1 0,-1-2 0,28-1 0,-34 0-321,-12-1-82,1 0 0,0 0 1,-1-1-1,0 0 1,1-1-1,-1 1 0,0-1 1,0 0-1,0 0 0,-1-1 1,1 0-1,-1 0 0,0 0 1,0-1-1,0 0 1,-1 0-1,0 0 0,5-7 1,-2 4-708,-2 0 1,1-1 0,-1 1 0,-1-1 0,0 0 0,0 0 0,0-1-1,-1 1 1,-1-1 0,0 1 0,2-19 0,-4 27 908,0 0 1,0 0-1,0 0 1,0 0-1,0 0 0,0 0 1,0 0-1,0 1 1,1-1-1,-1 0 0,0 0 1,0 0-1,1 0 1,-1 0-1,1 1 0,-1-1 1,0 0-1,1 0 1,0 0-1,11 4 2533,-9 0-2343,-1-1-1,1 1 0,-1 0 1,0 0-1,0 0 1,0 0-1,-1 0 0,1 1 1,1 3-1,8 33 439,-2 1-1,-2 1 1,-1 0 0,-1 66-1,-5-107-618,0-1 0,0 0 0,0 0 0,0 1 0,0-1 0,0 0 0,0 0 0,0 1-1,0-1 1,0 0 0,0 0 0,0 0 0,0 1 0,0-1 0,0 0 0,0 0 0,0 1-1,0-1 1,1 0 0,-1 0 0,0 0 0,0 1 0,0-1 0,0 0 0,0 0 0,1 0-1,-1 0 1,0 1 0,0-1 0,0 0 0,0 0 0,1 0 0,-1 0 0,0 0 0,0 0-1,1 1 1,-1-1 0,0 0 0,0 0 0,0 0 0,1 0 0,-1 0 0,0 0-1,0 0 1,1 0 0,-1 0 0,0 0 0,0 0 0,1 0 0,-1 0 0,0 0 0,0 0-1,0-1 1,1 1 0,-1 0 0,0 0 0,1 0 0,8-14 255,-6-1-59,1 0-1,0 0 0,1 0 0,0 0 1,2 1-1,-1 0 0,18-26 1,-20 35-120,0-1 0,1 0 1,0 1-1,0 0 0,1 0 1,-1 0-1,1 1 0,0 0 0,0 0 1,0 1-1,1-1 0,-1 1 1,1 1-1,0-1 0,0 1 1,0 0-1,0 1 0,0 0 1,10-1-1,80 1-2856,-35 12-4809,-22 3-3337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8402,'0'0'10786,"7"3"-12162,-1 3-1249,0 3-2000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10866,'0'0'13683,"6"19"-13875,-6-16-320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7090,'0'0'14243,"0"178"-13251,0-141-208,0-4-304,0-2-464,0-4-32,6-5-400,7-7-912,6-9-1217,0-6-3456,1 0-3665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0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8242,'0'0'24525,"13"-3"-24525,7 3 0,5 0 0,7 0 0,0-3 0,13 0-168,19-6-4489,-12 0-3297,-7 3-3120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1344,'0'0'17180,"0"31"-13659,0 28-2778,-1 53 4246,21 176 1,13-135-4990,-33-152-12,0-1 0,1 1 0,-1 0 0,0 0 0,0 0 0,1 0-1,-1 0 1,0-1 0,1 1 0,-1 0 0,1 0 0,-1-1 0,1 1 0,-1 0 0,1-1 0,0 1 0,-1-1 0,1 1 0,0 0 0,-1-1-1,1 1 1,0-1 0,0 0 0,0 1 0,-1-1 0,1 0 0,0 1 0,0-1 0,0 0 0,0 0 0,0 0 0,-1 0 0,1 0-1,0 0 1,0 0 0,2 0 0,-2-1-22,1 1-1,0-1 1,-1 1-1,1-1 1,-1 0-1,1 0 1,-1 0 0,1 1-1,-1-2 1,0 1-1,1 0 1,-1 0-1,0 0 1,0 0-1,0-1 1,0 1-1,0-1 1,1-1-1,16-32-150,0 1-1,2 2 1,36-46-1,-43 62 24,2 0 1,0 1-1,1 0 0,0 2 0,1 0 1,0 1-1,1 0 0,19-9 1,-35 21 120,-1 0 1,1-1 0,-1 1 0,0 0-1,1-1 1,-1 1 0,1 0 0,-1 0-1,1 0 1,-1 0 0,1 1 0,-1-1 0,1 0-1,-1 1 1,1-1 0,-1 1 0,0-1-1,1 1 1,-1-1 0,0 1 0,0 0-1,1 0 1,-1 0 0,0 0 0,0 0-1,0 0 1,0 0 0,0 0 0,0 0-1,0 0 1,-1 1 0,1-1 0,1 3-1,27 58 378,-18-34-130,-9-24-166,0 0-1,0 0 0,1 0 0,0 0 0,0-1 0,0 1 1,0-1-1,0 0 0,1 1 0,-1-1 0,1-1 1,0 1-1,0-1 0,0 1 0,0-1 0,1 0 0,6 2 1,-2-2-50,-1-1 1,1 1-1,0-1 1,0-1 0,0 0-1,-1 0 1,1 0-1,16-4 1,-4-1-183,1-1 0,-1-1 0,0 0 1,-1-2-1,0-1 0,30-18 0,-42 23 101,0-1 0,-1 1 0,0-1 0,0-1-1,0 0 1,7-8 0,-11 11-64,-1-1-1,1 1 1,-1-1 0,0 1-1,0-1 1,0 0 0,-1 0-1,0 0 1,0 0-1,0 0 1,-1 0 0,1-10-1,-11 15-447,-5 0 716,0 1 0,0 0 0,0 1 0,0 1 0,0 0 1,-19 8-1,30-10 46,-1 0 1,1 1-1,0 0 1,1 0-1,-1 0 1,0 1 0,1-1-1,-1 1 1,1 0-1,0 0 1,0 0-1,0 0 1,0 1-1,0-1 1,1 1-1,-1-1 1,1 1 0,0 0-1,1 0 1,-1 0-1,0 0 1,1 0-1,0 1 1,0-1-1,0 0 1,1 1 0,-1 4-1,1 11 181,-1-15-125,1 1 0,0-1 0,0 1-1,1-1 1,0 1 0,2 7 0,-3-11-175,1 0 0,0 0 0,0 0 0,0 0 1,1-1-1,-1 1 0,0 0 0,1-1 0,-1 1 1,1-1-1,-1 0 0,1 0 0,0 1 0,0-1 1,-1 0-1,1 0 0,0 0 0,0-1 0,0 1 1,0 0-1,3 0 0,20 4-713,1-2 1,0 0-1,0-1 1,49-4-1,-8 0-1347,-24 0-2927,-10-3-1143,4-3-2536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3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206 332 3649,'0'0'13019,"-13"0"-11174,11 0-1827,-5 0 356,0 0 1,-1 0 0,1 1-1,-1 0 1,1 1-1,0 0 1,0 0-1,0 0 1,0 1 0,0 0-1,1 0 1,-1 0-1,1 1 1,0 0 0,0 1-1,-11 8 1,11-6-75,0-1 0,0 1 1,1 0-1,0 0 0,0 0 1,0 1-1,1-1 1,0 1-1,1 1 0,0-1 1,0 0-1,1 1 0,0-1 1,0 1-1,1 0 0,0-1 1,0 16-1,5-23-266,0 0 0,-1 0 1,1 0-1,0-1 0,0 1 0,0-1 0,0 0 0,0 0 1,7-1-1,-3 1 0,24 0-22,-17 1-244,-1 0-1,1-2 1,0 0 0,20-4 0,-31 4-65,0 0 0,1-1-1,-1 1 1,0-1 0,0 0 0,0 0 0,-1 0 0,1-1 0,0 1-1,-1-1 1,0 0 0,1 0 0,-1 0 0,-1 0 0,1-1 0,0 1-1,-1-1 1,1 0 0,2-6 0,0-4-1436,1-1 0,-2 0 0,0 0 0,0 0-1,1-23 1,-1-41-849,-7 79 3049,1-1-333,1 1 0,-1 0 1,0 0-1,1 0 0,-1 0 1,0 0-1,0 0 0,1 1 1,-1-1-1,0 0 0,1 1 1,-1-1-1,1 1 0,-1 0 1,-1 1-1,1 9 772,0 0 0,1 1-1,0-1 1,1 1 0,3 22 0,-1 4 866,-2-35-1718,0 0-1,0 0 1,1 0-1,-1 1 1,1-1 0,0 0-1,0 0 1,0 0-1,0 0 1,1-1 0,-1 1-1,1 0 1,0-1-1,0 1 1,0 0-1,4 3 1,-1-2 132,0 1-1,1-1 1,-1-1-1,1 1 1,0-1-1,0 0 1,10 4-1,0-2 148,1 0-1,0-2 1,-1 0-1,1 0 1,27-1-1,-26-1-508,0-2-1,0 0 1,-1-1-1,29-6 0,-39 5 95,1 1-1,-1-1 1,-1-1-1,1 1 1,0-1-1,-1 0 1,0 0-1,0-1 1,0 0 0,0 0-1,-1-1 1,0 1-1,7-10 1,-2 1-209,1 0 0,-2-1 1,0 0-1,-1 0 1,0-1-1,-1 0 1,-1 0-1,-1-1 1,0 0-1,-1 0 1,-1 0-1,0 0 1,-1-19-1,-1 10-99,0 10 90,-1 1-1,-1-1 1,0 1 0,0 0-1,-2-1 1,0 1 0,-9-25-1,10 35 322,2 3-29,-1 0 0,1 1-1,-1-1 1,0 1 0,1-1 0,-1 1 0,0-1 0,0 1 0,0 0 0,0-1 0,0 1 0,-3-2 0,1 1-43,0 2 0,0-1 1,0 0-1,-1 0 0,1 1 0,0 0 1,0 0-1,0 0 0,-4 0 0,6 0 747,1 35 2302,-2 40-801,1-27-1031,1 0-1,9 62 1,-7-96-1056,0 0 0,2 0-1,0 0 1,0-1 0,1 0 0,1 0 0,0 0 0,1-1 0,0 1-1,1-2 1,0 1 0,14 13 0,-19-21-222,0-1 1,0-1-1,1 1 0,-1 0 0,1-1 1,0 0-1,0 1 0,0-2 1,0 1-1,0 0 0,0-1 1,0 0-1,1 0 0,-1 0 1,7 0-1,-10-1-62,-1 0-1,1 0 1,0 0 0,-1 0-1,1 0 1,-1-1 0,1 1 0,-1 0-1,1 0 1,0-1 0,-1 1-1,0 0 1,1-1 0,-1 1 0,1-1-1,-1 1 1,1 0 0,-1-1-1,0 1 1,1-1 0,-1 1 0,0-1-1,1 0 1,-1 1 0,0-1-1,0 1 1,0-1 0,1 1 0,-1-1-1,0 0 1,0 0 0,1-22-3396,-1 20 2565,0-22-3969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6273,'0'0'26494,"64"-18"-26494,-19 12 0,6 0 0,-6-1 0,-7-2 0,1 0 0,-13 3-1096,-1 0-4281,-12 3-3329,0 3-1728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3601,'0'0'14606,"1"5"-14270,4 11 8874,37-15-8895,-10 0-118,54-6 0,-75 3-248,1 0 0,-1-1-1,0 0 1,0-1 0,-1 0-1,1-1 1,-1 0 0,14-9 0,-20 12-13,-1-1 1,1 1 0,-1-1 0,1 0 0,-1 0-1,0 0 1,0 0 0,0 0 0,0-1 0,-1 1 0,0-1-1,1 0 1,1-5 0,-2 4-515,-1-1 0,0 0-1,0 1 1,0-1 0,-1 0 0,0-6 0,-41 14-847,37-2 1451,0 0 0,0 0 0,0 0 0,0 0 1,0 1-1,0-1 0,1 1 0,-1 0 0,0 0 0,0 0 0,1 1 0,-5 1 0,-14 11 151,0 0 0,1 1 0,1 1 0,-24 24 0,38-34-74,0 1-1,1 0 0,0 0 0,0 1 0,0-1 1,1 1-1,0 0 0,1 0 0,-1 1 1,2-1-1,-1 1 0,1-1 0,1 1 0,-1 0 1,1 15-1,1 40 2221,0-63-2270,1 0-1,-1 0 1,0 0-1,1 0 1,-1 0-1,1-1 1,-1 1 0,1 0-1,0 0 1,-1-1-1,1 1 1,0 0-1,-1-1 1,1 1-1,0-1 1,0 1 0,0-1-1,0 1 1,-1-1-1,1 1 1,0-1-1,0 0 1,0 0-1,0 1 1,0-1 0,0 0-1,0 0 1,1 0-1,35 3 471,-31-3-433,246 1 1178,-133-2-5964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4945,'0'0'7540,"19"-6"1836,-18 11-9083,0 0 0,1 0 0,0 0 0,0 0 0,0-1 0,0 1 0,5 7 0,5 10 139,-6-5-49,-1 1 0,6 37 0,-10-44-311,1 0 0,-1-1 0,2 1 0,-1 0 0,2-1 0,-1 1 1,1-1-1,1 0 0,0 0 0,1-1 0,-1 0 0,11 13 0,-13-20-49,0 0-1,-1-1 1,1 1 0,0-1-1,0 0 1,1 1 0,-1-1-1,0-1 1,0 1 0,0 0-1,1-1 1,-1 1 0,0-1-1,0 0 1,1 0 0,-1-1-1,0 1 1,1-1 0,-1 1-1,0-1 1,0 0 0,0 0-1,0-1 1,0 1 0,0 0-1,0-1 1,0 0 0,0 0 0,-1 0-1,1 0 1,-1 0 0,1 0-1,-1-1 1,0 1 0,2-4-1,32-45 75,1 1 0,3 2-1,59-56 1,-125 130-15772,1-10 5296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215 111 32,'0'0'17286,"5"-4"-16053,16-14 724,-32 18-1266,-2 3-504,-1 0-1,1 0 1,0 1-1,0 1 1,1 0-1,-1 1 1,1 0 0,0 1-1,1 0 1,-1 1-1,1 0 1,1 1-1,0 0 1,0 1-1,1 0 1,-15 19 0,22-23-39,-1 0 0,1 0 0,0 0 1,0 0-1,0 0 0,1 0 0,-1 8 1,1-12-123,1-1 1,0 1-1,0 0 0,0-1 1,0 1-1,0 0 1,0-1-1,0 1 1,1 0-1,-1-1 1,0 1-1,1-1 0,-1 1 1,1 0-1,0-1 1,0 1-1,-1-1 1,1 0-1,0 1 0,0-1 1,0 0-1,0 1 1,1-1-1,-1 0 1,0 0-1,0 0 1,1 0-1,-1 0 0,1 0 1,2 0-1,12 4-45,1-2-1,0 0 0,0-1 1,0-1-1,31-1 1,-40 0-88,0-1-1,0 0 1,0 0 0,0 0 0,0-1 0,0-1 0,-1 1 0,1-1 0,-1-1 0,0 1 0,0-1 0,0 0 0,0-1 0,9-8 0,-13 10-151,-1 0 1,0 0-1,0-1 0,-1 1 0,1 0 0,-1-1 0,1 1 0,-1-1 0,0 0 1,0 1-1,-1-1 0,1-4 0,0-51-3201,-1 36 2509,0 23 814,-1 0-337,1 1 467,0 0 0,-1 0 1,1 0-1,0 0 0,-1 0 0,1 0 0,0-1 0,0 1 1,0 0-1,0 0 0,0 0 0,0 0 0,0 0 1,0 0-1,1 0 0,-1 0 0,0-1 0,0 1 0,1 0 1,-1 0-1,1 0 0,-1 0 0,1 0 0,12 23 202,-9-18-144,1 0-1,1-1 0,-1 0 0,1 0 0,0 0 0,0-1 0,1 0 0,-1 0 0,1-1 0,0 1 0,0-1 0,0-1 0,0 0 0,0 0 0,1 0 0,-1-1 0,14 2 1,-14-3-61,1 1 1,0-1 0,0-1 0,0 1 0,0-1 0,0 0 0,-1-1 0,1 0 0,0 0 0,-1-1 0,1 0-1,-1 0 1,0-1 0,0 0 0,-1 0 0,12-9 0,-10 5-186,0 0-1,-1 0 1,0-1 0,-1 0 0,0 0-1,0-1 1,0 1 0,-2-1-1,1-1 1,-1 1 0,-1 0-1,5-22 1,-8 32 198,0 0-1,0 0 1,0 0-1,1 0 1,-1 1-1,0-1 1,0 0-1,0 0 1,0 0 0,0 0-1,0 0 1,0 0-1,1 0 1,-1 0-1,0 0 1,0 0-1,0 0 1,0 0-1,0-1 1,0 1 0,1 0-1,-1 0 1,0 0-1,0 0 1,0 0-1,0 0 1,0 0-1,0 0 1,0 0-1,0 0 1,1 0-1,-1 0 1,0-1 0,0 1-1,0 0 1,0 0-1,0 0 1,0 0-1,0 0 1,0 0-1,0 0 1,0-1-1,0 1 1,0 0 0,0 0-1,0 0 1,0 0-1,0 0 1,0 0-1,0 0 1,0-1-1,0 1 1,0 0-1,0 0 1,0 0 0,0 0-1,0 0 1,0 0-1,0-1 1,0 1-1,0 0 1,0 0-1,0 0 1,0 0-1,-1 0 1,1 0-1,3 10 520,-3 58 330,-1-3-282,2-1 0,12 78 0,-9-111-180,-1 1-1,-3 40 0,0-35-73,0-37-303,0 0 0,0 0 0,0 1 0,0-1 0,1 0 0,-1 0-1,0 0 1,0 1 0,0-1 0,1 0 0,-1 0 0,0 0-1,0 0 1,1 1 0,-1-1 0,0 0 0,1 0 0,-1 0-1,0 0 1,0 0 0,1 0 0,-1 0 0,0 0 0,1 0 0,-1 0-1,0 0 1,0 0 0,1 0 0,-1 0 0,0 0 0,1 0-1,-1 0 1,0 0 0,0 0 0,1 0 0,-1-1 0,0 1-1,1 0 1,-1 0 0,0 0 0,0 0 0,0-1 0,1 1 0,-1 0-1,0 0 1,0-1 0,0 1 0,1 0 0,-1 0 0,0-1-1,0 1 1,0 0 0,0 0 0,0-1 0,0 1 0,0 0-1,0-1 1,1-62 36,-7-156 271,6 215-324,-5-88 18,5 87-8,0-1-1,1 0 1,-1 0-1,1 0 0,1 0 1,-1 1-1,1-1 1,0 0-1,0 1 1,1-1-1,-1 1 1,6-8-1,3 0 13,1 1 0,0 0 0,0 1 0,1 1 1,1 0-1,-1 1 0,2 0 0,-1 1 0,1 0 0,0 1 0,1 1 0,0 1 0,0 0 0,0 1 0,0 1 1,1 0-1,-1 1 0,27 1 0,-41 1-23,-1 0 1,1 1-1,-1-1 0,1 1 1,-1 0-1,1-1 1,-1 1-1,0 0 0,1 0 1,-1 0-1,0 0 0,0 0 1,0 0-1,0 0 1,1 1-1,-2-1 0,1 0 1,0 1-1,0-1 1,0 0-1,0 1 0,-1-1 1,1 1-1,-1-1 0,1 1 1,-1 0-1,0-1 1,0 1-1,1-1 0,-1 1 1,0 2-1,1 63 69,-1-52 39,0 93 1835,-1-104-1901,0-1 0,0 0 0,0 1 0,0-1 0,-1 0 0,1 0 0,-1 0 0,0 0 0,0 0 0,0 0-1,-1 0 1,1-1 0,0 1 0,-1-1 0,0 0 0,0 0 0,1 0 0,-1 0 0,-1 0 0,1 0 0,0-1 0,0 0 0,0 1-1,-7 0 1,-9 5 81,0-2 0,0 0 1,-23 3-1,-8-3-15,-66-3 1,91-2-232,24 0 58,1 0 0,-1 0-1,1 0 1,-1 0 0,1 0 0,-1 0-1,0 0 1,1 0 0,-1-1 0,1 1-1,-1 0 1,1 0 0,-1-1-1,1 1 1,-1 0 0,1-1 0,-1 1-1,1 0 1,-1-1 0,1 1 0,-1-1-1,1 1 1,0 0 0,-1-1-1,1 1 1,0-1 0,0 1 0,-1-1-1,1 0 1,0 1 0,0-1-1,0 1 1,-1-1 0,1 1 0,0-1-1,0 0 1,0 1 0,0-1 0,0 1-1,0-1 1,0 1 0,0-1-1,1 0 1,-1 1 0,0-1 0,0 1-1,0-1 1,1 1 0,-1-1 0,1 0-1,0-2-307,0 0-1,0 1 0,1-1 1,-1 0-1,1 1 0,0 0 1,-1-1-1,1 1 1,0 0-1,5-3 0,28-14-5178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55 6289,'-2'-2'16361,"-8"6"-16187,0 2 1,1-1-1,-1 1 0,1 0 1,0 1-1,1 0 0,-12 12 1,16-14-143,0 0 1,1 0-1,0 0 1,-1 1 0,2-1-1,-1 1 1,1 0-1,-1 0 1,2 0-1,-1 0 1,1 0 0,0 0-1,0 1 1,0 10-1,1-14-13,-1 0-1,1 0 1,0 0 0,0-1-1,0 1 1,1 0 0,-1 0-1,0 0 1,1-1-1,0 1 1,0 0 0,0-1-1,0 1 1,0-1-1,0 1 1,1-1 0,3 5-1,-2-5-56,1-1 0,0 1 1,0-1-1,1 0 0,-1 0 0,0 0 0,0 0 0,0-1 0,1 0 0,-1 0 0,8-1 0,-3 2-123,0-1-1,1-1 1,-1 1 0,0-2-1,15-3 1,-20 3-15,1 0-1,-1 0 1,0 0 0,0-1 0,-1 0-1,1 0 1,0 0 0,-1 0 0,0-1 0,0 1-1,0-1 1,5-7 0,-4 5-57,-1-1 1,1 0-1,-1 0 0,-1 0 1,1-1-1,-1 1 1,0-1-1,-1 1 0,0-1 1,0 1-1,-1-1 0,1 0 1,-3-11-1,2 14 126,0 4 74,0 0-1,0 0 1,-1 0-1,1 1 1,0-1-1,-1 0 1,1 0-1,-1 1 1,1-1-1,-1 0 0,1 1 1,-1-1-1,1 0 1,-1 1-1,0-1 1,1 1-1,-1-1 1,0 1-1,0-1 1,1 1-1,-1 0 0,0-1 1,0 1-1,0 0 1,0-1-1,-1 1 1,-30-6-247,17 3 143,-4-3 126,16-1 413,5 6-373,-1 0-1,1-1 1,0 1-1,0 0 0,0 0 1,0 1-1,0-1 1,0 0-1,0 1 0,0-1 1,0 1-1,0 0 1,3-1-1,51-10 119,-36 6-387,0 0 0,42-2 0,-53-2-2953,-8 8 3187,-1 0 1,0 0-1,0 1 0,1-1 1,-1 0-1,0 1 1,1-1-1,-1 0 0,0 1 1,1-1-1,-1 1 1,1-1-1,-1 1 0,1-1 1,-1 1-1,1-1 1,0 1-1,-1-1 0,1 1 1,-1-1-1,1 1 1,0 0-1,0 0 1,-1-1-1,1 1 0,0 0 1,-1 0-1,1 0 1,0 0-1,0 0 0,-1 0 1,1 0-1,0 0 1,0 0-1,-1 0 0,1 0 1,0 0-1,-1 0 1,1 1-1,0-1 0,0 0 1,-1 1-1,1-1 1,0 0-1,-1 1 0,1-1 1,-1 1-1,1-1 1,-1 1-1,2 0 0,1 2 24,-1 1 0,1-1 0,0 1 0,-1 0 0,0 0 0,0 0 0,0 0 0,0 0 0,-1 0 0,1 0 0,-1 1 0,0-1 0,0 5-1,2 67 127,0-12 160,-3-60-135,0-3-73,0 1 0,0-1 0,0 0 0,0 1 0,0-1 0,1 0 0,-1 0 1,0 1-1,1-1 0,-1 0 0,1 0 0,-1 1 0,1-1 0,-1 0 0,1 0 0,0 0 0,0 0 1,-1 0-1,1 0 0,0 0 0,0 0 0,0 0 0,0 0 0,0 0 0,0-1 0,2 2 1,-2-2 68,-1-28 939,0 24-1028,0 0-1,0 1 1,0-1-1,1 1 1,0-1 0,0 1-1,0 0 1,0-1-1,0 1 1,0 0-1,1 0 1,0-1-1,-1 1 1,1 0 0,0 1-1,1-1 1,-1 0-1,0 1 1,1-1-1,0 1 1,-1 0 0,1-1-1,0 2 1,0-1-1,0 0 1,1 0-1,-1 1 1,0 0 0,6-2-1,49-7-741,-2 8-4644,-52 2 4698,21 0-7387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220 200 5809,'0'0'9024,"-17"4"-7600,12-3-1298,-11 2 247,0 1-1,0 1 1,1 1-1,-1 0 1,1 1-1,-23 15 1,33-19-230,0 0 0,1 0 0,-1 1 0,1 0 1,0 0-1,0 0 0,0 0 0,0 1 0,1-1 0,0 1 1,0 0-1,0 0 0,1 0 0,-1 0 0,1 1 1,1-1-1,-1 1 0,1-1 0,-1 1 0,2-1 0,-1 1 1,1 0-1,0-1 0,1 12 0,-1-15-132,1 0-1,-1 0 0,1 0 1,0 0-1,0 0 1,0 0-1,0-1 1,0 1-1,0 0 1,0-1-1,0 1 0,1-1 1,-1 1-1,1-1 1,-1 0-1,1 1 1,-1-1-1,1 0 1,0 0-1,0 0 0,-1 0 1,1-1-1,0 1 1,0 0-1,0-1 1,0 1-1,0-1 0,0 0 1,0 0-1,0 1 1,4-2-1,4 2-390,1 0 0,-1-1 0,0 0-1,1-1 1,15-4 0,-23 5 195,0-1 0,-1-1-1,1 1 1,-1 0 0,1-1-1,-1 1 1,1-1 0,-1 0 0,0 0-1,1 0 1,-1 0 0,0 0 0,-1 0-1,4-4 1,21-42-2666,0 2 55,-21 42 2700,-4 6 63,0-1 0,1 1-1,-2 0 1,1 0 0,0 0-1,0-1 1,-1 1 0,1 0 0,-1 0-1,1 0 1,-1 0 0,0 0-1,0 4 1,6 19 107,-3-21 84,-1 1-1,1-1 1,0 1-1,0-1 1,1 0 0,0 0-1,-1 0 1,1 0-1,0-1 1,1 0-1,-1 0 1,0 0-1,1 0 1,0-1 0,0 1-1,0-1 1,8 2-1,4-1 154,0 0 0,0-1 0,0-1-1,21-1 1,-25 0-524,-10-1 187,0 0 0,-1 0 0,1 0-1,0-1 1,-1 1 0,1-1 0,-1 0 0,0 1-1,0-1 1,1 0 0,-1 0 0,0-1 0,0 1-1,-1 0 1,1-1 0,-1 1 0,3-4 0,25-47-500,-24 40 402,0-1 0,0 0 0,-1-1 0,-1 1 0,-1-1 0,2-20 0,-5-95-1943,-1 48 774,2 81 1448,0 1-138,-1 0 0,0 0 0,1 0 0,-1 0 0,0 0 1,1 1-1,-1-1 0,1 0 0,-1 0 0,1 1 0,-1-1 1,1 0-1,-1 1 0,1-1 0,-1 1 0,1-1 0,-1 1 0,1-1 1,-1 1-1,1-1 0,0 1 0,-1-1 0,1 1 0,0-1 1,0 1-1,-1 0 0,1-1 0,0 1 0,0-1 0,0 1 0,0 0 1,0 0-1,-6 21 489,6 17 1213,-2-8-1289,2 1 0,1-1 0,2 0 0,1 0 0,1 0 0,16 51 0,-13-56-292,-7-20-111,1 0 0,-1 0 1,1-1-1,0 1 0,1-1 1,-1 1-1,1-1 1,5 7-1,-2-8-62,-6-5-127,1 1 0,-1-1 0,1 1 0,-1 0 0,1-1 0,-1 1 0,1-1 0,-1 1-1,1-1 1,-1 0 0,0 1 0,1-1 0,-1 1 0,0-1 0,1 0 0,-1 1 0,0-1 0,0 0-1,0 1 1,0-1 0,1 0 0,-1 0 0,0 1 0,0-1 0,0 0 0,-1 1 0,1-1 0,0 0 0,0-1-1,0-31-2232,0 28 1481,0-2 304,0 0 1,-1 0 0,0 0-1,0 0 1,-1 0-1,1 0 1,-1 1 0,-6-13-1,7 17 824,-1-1 0,0 0 0,0 1 0,0-1 0,0 1 0,0-1 0,0 1 0,0 0 0,-4-2 0,-10-3 4977,-3 4 3853,64 3-7078,-11 1-1533,0-1-1,1-2 1,51-9 0,-48 8-337,-37 3-269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7090,'0'0'8385,"26"162"-8273,-19-143-16,-1-1-96,0-6 0,1 3-128,-1-5-160,-6-1-880,7-3-608,-7-3-305,6-3-1200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8066,'0'0'10210,"7"40"-19508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49 2865,'0'0'7206,"-19"10"-6008,-60 33-184,75-40-945,1-1 0,0 1 1,-1-1-1,1 1 1,0 0-1,1 0 0,-1 1 1,1-1-1,-1 0 0,1 1 1,0-1-1,0 1 1,1 0-1,-1 0 0,1 0 1,-2 5-1,2 0 38,0 1-1,0 0 0,1 0 1,2 17-1,-1-2 164,-2-22-231,1 1-1,0-1 0,0 0 0,0 0 1,0 0-1,1 1 0,-1-1 0,1 0 0,0 0 1,0 0-1,0 0 0,0 0 0,1 0 1,-1 0-1,1 0 0,-1-1 0,1 1 1,0-1-1,0 1 0,0-1 0,1 1 0,-1-1 1,0 0-1,1 0 0,0 0 0,-1-1 1,1 1-1,0-1 0,0 1 0,0-1 1,0 0-1,0 0 0,0 0 0,0 0 0,0-1 1,0 1-1,1-1 0,5 0 0,2 1 16,0 0 0,0-1 1,1 0-1,-1-1 0,0 0 0,0-1 0,0 0 0,0-1 0,13-4 0,-20 5-57,0 0-1,-1 0 1,1 0 0,0 0 0,-1-1-1,1 0 1,-1 1 0,0-1 0,0-1 0,0 1-1,0 0 1,0-1 0,-1 1 0,0-1-1,0 0 1,0 0 0,0 0 0,0 0 0,-1 0-1,0 0 1,1 0 0,-2 0 0,1-1-1,0 1 1,-1 0 0,0-8 0,0 3-125,0-1-1,0 0 1,-1 1 0,-1-1 0,1 1 0,-1-1-1,-7-15 1,7 19 16,-2 1-1,1-1 1,-1 1-1,1 0 1,-1 1-1,-1-1 1,1 1-1,-1 0 1,1 0 0,-1 0-1,0 0 1,-1 1-1,1 0 1,-10-4-1,14 6 404,1 1-247,0 0 0,0 0 0,0 0 0,0 0 0,0 0 0,0-1 0,-1 1 0,1 0 0,0 0 0,0 0 0,0 0 0,0-1 0,0 1 0,0 0 0,0 0 0,0 0 0,0 0 0,0 0 0,0-1 0,0 1 0,0 0 0,0 0 0,1 0 0,-1 0 0,0-1 0,0 1-1,0 0 1,0 0 0,0 0 0,0 0 0,0 0 0,0-1 0,0 1 0,1 0 0,-1 0 0,0 0 0,0 0 0,0 0 0,0 0 0,0 0 0,1 0 0,-1 0 0,0 0 0,0-1 0,0 1 0,0 0 0,1 0 0,-1 0 0,0 0 0,0 0 0,15-3 41,0 0 1,1 1-1,-1 0 1,25 1-1,37-3 208,-74 3-413,0-1 0,1 1-1,-1 0 1,0-1 0,0 0 0,0 0-1,0 0 1,0 0 0,0 0 0,2-3-1,-3 3 100,0 0-1,0 0 1,1 0-1,-1 0 1,0 1-1,1-1 1,-1 1-1,1 0 1,-1 0-1,1 0 0,0 0 1,-1 0-1,6-1 1,-7 2 346,12 16 134,-7 4-436,0 0-1,-1 1 1,-1 0-1,-1-1 1,-1 1-1,-1 0 0,-3 37 1,2-29-14,0-28 2,0 0 0,0 0 0,0 0 0,-1 0 0,1 0 0,0 0 0,0-1 0,1 1 0,-1 0 0,0 0 0,0 0-1,0 0 1,1 0 0,-1 0 0,0 0 0,1 0 0,-1-1 0,1 1 0,-1 0 0,1 0 0,-1-1 0,1 1 0,-1 0-1,1-1 1,0 1 0,0 0 0,-1-1 0,1 1 0,0-1 0,0 1 0,-1-1 0,1 1 0,0-1 0,0 0 0,0 0 0,0 1-1,0-1 1,0 0 0,0 0 0,0 0 0,-1 0 0,1 0 0,0 0 0,0 0 0,0 0 0,0 0 0,0 0 0,0-1-1,0 1 1,0 0 0,-1-1 0,1 1 0,0 0 0,0-1 0,0 1 0,-1-1 0,1 0 0,0 1 0,0-1 0,-1 1 0,1-1-1,-1 0 1,2-1 0,3-4 6,0-1 0,0 0 1,0 0-1,-1 0 0,0 0 0,0-1 0,-1 0 0,4-11 0,-3 8-31,0 0-1,1 0 1,10-17-1,-13 26 45,-1 1 0,0 0 0,1 0-1,-1 0 1,1 0 0,-1 0 0,1 0 0,-1 0-1,1 0 1,0 0 0,-1 1 0,1-1 0,0 1-1,0-1 1,-1 1 0,1 0 0,0 0-1,0 0 1,0 0 0,-1 0 0,1 0 0,0 0-1,0 0 1,0 1 0,2 0 0,0 0 18,0 0 1,0 1-1,0-1 0,0 1 1,-1 0-1,1 0 1,0 0-1,-1 0 0,0 1 1,4 2-1,6 11 292,-1 1 0,-1-1-1,0 2 1,-1 0 0,-1 0-1,10 29 1,5 11-83,-22-55-481,-1 1 1,0 0-1,0 0 0,0 0 0,0 0 0,-1 1 0,0-1 0,0 0 0,0 6 0,0 1-3522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3329,'0'0'14189,"8"0"-12394,19 0-293,-17 0 2158,3 0 3586,-13 40-6200,0 245-1046,-13-160 0,9-135-326,0-1 0,1 0 0,0 0 0,-2-17 0,5-183 412,0 209-69,1-1 0,-1 0 0,1 1 0,0-1 0,0 1 0,0-1 0,0 1 0,0-1 0,0 1 0,1 0 0,-1-1 0,1 1 0,-1 0 0,1 0 0,0 0 0,0 0 0,0 0 0,0 1 0,0-1 0,1 1 0,-1-1 0,0 1 0,4-1 0,1-2 50,0 1 0,1 0 0,-1 0 0,1 1 0,0 0 0,12-1 0,-18 3-64,80-3-48,-76 3 36,0 1 0,1 0 0,-1 0 0,0 0 0,0 1 0,0 0 0,0 0 0,0 1 0,-1 0 0,10 5 0,-6-1-5,1-2 1,0 1-1,0-2 1,0 1-1,1-1 1,-1-1-1,1 0 1,0 0-1,20 1 0,-1-2-43,1-1 0,40-5 0,-69 4 11,0 0 1,0-1-1,0 0 1,1 1-1,-1-1 0,0 0 1,0 0-1,0 0 1,0 0-1,0 0 0,-1-1 1,1 1-1,0 0 0,0-1 1,-1 0-1,1 1 1,-1-1-1,0 0 0,1 0 1,-1 0-1,0 0 1,0 0-1,0 0 0,0 0 1,0 0-1,-1 0 0,1 0 1,-1 0-1,1-5 1,1-7-743,-1 0 0,0 0 0,-2-25 0,0 16 328,0 22 435,1 0-1,-1 0 1,1 1-1,-1-1 1,1 0-1,-1 0 0,0 0 1,1 1-1,-1-1 1,0 0-1,0 1 1,1-1-1,-1 0 0,0 1 1,0-1-1,0 1 1,0-1-1,0 1 1,0 0-1,0-1 0,0 1 1,0 0-1,0 0 1,0 0-1,0 0 1,0 0-1,0 0 0,0 0 1,0 0-1,-2 0 1,-1 0 0,1 0 0,-1 0 0,0 1 0,1-1 0,-1 1 1,0 0-1,1 0 0,-6 2 0,-2 4 204,-1 1 0,1 1 0,1 0 0,-1 1 0,2 0 0,-14 17 0,-48 76 1663,44-62-1208,20-30-402,0 0 0,0 1 0,1 0 1,0 0-1,1 1 0,1-1 0,0 1 0,1 0 0,0 0 0,1 1 1,0-1-1,1 15 0,1-27-220,1 0 1,-1 0-1,1-1 1,0 1-1,0 0 0,-1 0 1,1 0-1,0-1 1,0 1-1,0 0 1,0-1-1,0 1 0,0 0 1,0-1-1,0 0 1,0 1-1,0-1 1,0 1-1,0-1 0,1 0 1,0 0-1,30 7 77,-28-6-87,32 5-688,0-1 0,0-2 0,0-2 0,39-3 0,-72 1-313,0 1 0,1-1-1,-1 0 1,0 0 0,0 0 0,0 0 0,0-1 0,0 1 0,6-4-1,5-5-7719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2176,'0'0'17223,"0"3"-16631,1 1 0,-1-1-1,0 0 1,0 0 0,-1 0 0,1 0 0,-1 0 0,1 0 0,-2 4-1,-9 11 423,-1-1-1,-21 25 0,17-24-631,-23 39 0,32-46-284,2 0 1,0 0-1,0 1 1,1 0-1,0 0 1,1 0-1,1 0 0,0 0 1,0 1-1,1 15 1,3-27-103,0 0 0,1 0 0,-1-1-1,0 1 1,0-1 0,1 1 0,-1-1 0,0 0 0,1 0 0,-1 0 0,0 0 0,1 0 0,2-1 0,-1 1-30,4 0-55,0-1-1,0 0 0,0 0 1,0-1-1,0 0 1,0 0-1,0-1 0,0 0 1,-1 0-1,1-1 1,-1 0-1,0 0 0,0-1 1,-1 0-1,1 0 1,-1 0-1,0-1 0,-1 0 1,1 0-1,-1-1 1,5-7-1,-5 4-562,1-1-1,-2 0 1,0 1 0,0-1-1,-1-1 1,0 1 0,-1 0-1,0-1 1,0 1 0,-2-1-1,1 0 1,-4-21 0,3 5-230,-1 76 2809,-1-30-1347,1 0 0,2 1 0,-1-1 0,2 0-1,5 23 1,-6-37-508,1 1 0,-1-1-1,1 0 1,0 0 0,0 0 0,0 0-1,1 0 1,0 0 0,-1 0-1,1-1 1,0 1 0,1-1 0,-1 0-1,1 0 1,-1 0 0,1-1-1,0 1 1,0-1 0,0 0 0,0 0-1,1 0 1,-1-1 0,0 1-1,1-1 1,7 1 0,53 5-299,-33-13-2017,-30 6 1645,0-1 0,0 0 1,0 0-1,0 0 0,0 0 1,0 0-1,0-1 0,-1 1 1,1 0-1,0-1 0,1-2 1,5-8-6676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6 3585,'0'0'11306,"-6"-1"-10215,2 0-962,-1 0 193,0 0 0,1 0 0,-1 1 0,0-1 0,0 1 0,1 0 0,-1 1 0,0-1 0,0 1 0,1 0 0,-1 0 0,0 0 0,1 1 0,-1 0 0,-5 2 0,3 1 99,0 0 0,1 0 0,-1 1 0,1 0 0,0 0 1,1 0-1,-1 1 0,1 0 0,0 0 0,1 0 0,0 0 0,0 1 0,-2 8 0,1 0 178,1 0 0,1 0-1,1 0 1,0 1 0,1 30 0,1-35-393,0-7-111,0 0 0,0 1 0,0-1 0,1 1-1,-1-1 1,1 0 0,2 7 0,-1-10-79,-1 0 0,1 0 0,-1 0 1,1 1-1,0-1 0,-1-1 0,1 1 0,0 0 0,0 0 1,0-1-1,1 1 0,-1-1 0,0 0 0,1 0 0,-1 0 1,0 0-1,5 1 0,3 2-168,-1-2 0,1 1 0,0-1 0,0-1 0,-1 0 0,17 0 0,-19-1-368,-1 0 0,1-1 0,0 0 0,-1 0 0,1-1 0,-1 0 0,1 0 0,-1-1 0,0 1 0,0-1 0,0-1 0,0 1 0,-1-1 0,1 0 0,8-8 1,25-30-5211,0 4-2746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1664,'0'0'16679,"-1"31"-15090,-5 208 2260,6-220-3281,1-1-1,0 0 0,7 30 1,-6-39-432,1-1-1,0 1 1,1 0 0,0-1 0,0 0-1,1 0 1,0 0 0,0-1 0,7 8 0,-6-8-81,3 3 37,-1 0 0,0 0 0,0 1-1,11 21 1,-18-34-183,0 1-1,-1-1 1,1 1-1,0-1 1,-1 0-1,1 1 1,-1-1 0,0 0-1,0 1 1,1-1-1,-1 0 1,0 0-1,0 1 1,0-1-1,-1 0 1,1 0-1,0 1 1,-1-1-1,1 0 1,-1 1-1,1-1 1,-1 1-1,0-1 1,0 1 0,0-1-1,0 1 1,0-1-1,0 1 1,0 0-1,0-1 1,-1 1-1,1 0 1,-3-2-1,0 1-109,0-1 0,-1 1 0,2-1-1,-1 0 1,0-1 0,1 1 0,-1 0 0,-5-8-1,8 9 223,0-1 0,0 1 0,0 0 0,0 0 0,0-1 0,0 1 0,1 0 0,-1-1 0,1 1 0,0-1 0,0 1 0,0-1 0,0 1 0,0 0 0,0-1 0,0 1 0,1-1 0,-1 1 0,1 0 0,0-1 0,1-2 0,2 1 79,0 1 0,0 0-1,0 0 1,0 0 0,0 0 0,1 0 0,-1 1 0,1 0 0,0 0 0,0 0 0,0 1 0,9-2 0,3-2 140,48-19-75,72-22 62,-135 45-366,-2 38-888,-2 29 1173,0-42-43,1-1 0,1 1 1,1-1-1,1 1 0,6 30 1,4-30-826,-7-24-2080,-2-15-1537,-3-9-3799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7554,'0'0'14883,"0"6"-16404,0 3-2287,0 3-3954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88 5761,'0'0'10328,"-5"-1"-9160,-2 0-915,1 0-1,-1 0 1,1 0-1,-1 1 1,1 0 0,-1 1-1,1-1 1,0 1 0,-1 1-1,1-1 1,0 1-1,0 0 1,-1 0 0,2 1-1,-1 0 1,0 0-1,-5 4 1,6-4-110,0 0-1,1 1 1,0-1-1,-1 1 1,1 0-1,0 0 1,1 1-1,-1-1 1,1 1-1,0 0 1,0-1 0,0 1-1,1 1 1,0-1-1,0 0 1,0 1-1,1-1 1,-1 1-1,1-1 1,0 11-1,1 0-24,-1-10-62,1 1 1,0 0 0,1-1 0,-1 1 0,1 0 0,3 7-1,-3-12-49,0 0 0,0 0-1,0 0 1,0 0 0,1 0-1,-1 0 1,0 0 0,1 0-1,0-1 1,-1 1 0,1-1-1,0 1 1,0-1 0,0 0-1,0 0 1,0 0 0,0 0-1,0 0 1,1 0-1,-1 0 1,4 0 0,9 3 0,0-1 1,1-1 0,-1-1 0,1 0-1,-1-1 1,1 0 0,-1-1 0,19-4-1,-23 3-79,-1-1-1,0 0 1,0 0 0,0-1-1,-1 0 1,1-1-1,-1 0 1,0 0-1,0-1 1,-1 0-1,0-1 1,15-14 0,-20 16-173,-1 0 1,0-1-1,0 1 0,0 0 1,0-1-1,-1 1 1,0-1-1,0 1 1,0-1-1,-1 0 1,0 1-1,0-1 1,0 0-1,-2-8 1,1-12-212,0 22 432,0 0 0,0 1 0,-1-1 0,0 0 0,1 0 0,-1 1 0,0-1 1,-1 1-1,1-1 0,0 1 0,-1 0 0,0 0 0,0 0 0,0 0 0,-5-3 0,-2-2 2,-1-1 0,0 2-1,-21-12 2431,54 19-1083,34-1-1606,1-2 0,-1-3-1,74-17 1,-129 23 226,0 1-1,0-1 1,-1 1 0,1-1-1,0 0 1,0 1 0,-1-1-1,1 1 1,0 0 0,0-1 0,-1 1-1,1 0 1,-1-1 0,1 1-1,0 0 1,-1-1 0,0 1-1,1 0 1,-1 0 0,1 0 0,-1 0-1,0 0 1,0-1 0,1 1-1,-1 0 1,0 0 0,0 0-1,0 0 1,0 0 0,0 0 0,0 1-1,4 44 292,-3-33-348,3 31 268,10 75-56,-12-108-25,0 1 0,1 0 0,1-1 0,0 0 0,1 0 0,0 0 0,9 15 0,-14-26-75,0 1 0,1 0-1,-1-1 1,0 1 0,1-1-1,-1 1 1,1-1 0,-1 1-1,1-1 1,-1 1-1,1-1 1,-1 1 0,1-1-1,-1 0 1,1 1 0,0-1-1,-1 0 1,1 1 0,-1-1-1,1 0 1,0 0 0,-1 1-1,1-1 1,0 0 0,-1 0-1,1 0 1,0 0-1,-1 0 1,1 0 0,0 0-1,0 0 1,-1-1 0,1 1-1,0 0 1,-1 0 0,1 0-1,-1-1 1,1 1 0,0 0-1,-1-1 1,1 1-1,-1 0 1,1-1 0,-1 1-1,1-1 1,-1 1 0,1-1-1,-1 1 1,1-1 0,-1 0-1,0 1 1,1-1 0,-1 1-1,0-1 1,0 0 0,1 1-1,-1-1 1,0 0-1,0 1 1,0-2 0,15-42-92,-15 44 107,6-31-172,10-39-658,-15 66 777,1 0 1,-1 0-1,1 0 0,0 0 1,0 0-1,0 0 0,1 1 1,-1-1-1,1 1 0,0 0 1,0 0-1,0 0 0,5-3 1,-6 4 74,0 1 1,0 0-1,0 0 1,0 1 0,0-1-1,1 0 1,-1 1-1,0-1 1,1 1 0,-1 0-1,0 0 1,1 0-1,-1 0 1,0 0 0,1 0-1,-1 0 1,0 1-1,0-1 1,1 1-1,-1 0 1,0 0 0,0 0-1,3 1 1,-2 0 40,1 0 0,-1 1-1,0-1 1,-1 0 0,1 1 0,0 0 0,-1-1 0,1 1 0,-1 0 0,0 0-1,0 1 1,0-1 0,2 4 0,54 164 1141,-56-160-1477,5 14 467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6481,'0'0'10133,"2"9"-9613,0 0-434,27 146 4667,-25-129-4517,1 0 0,14 44 0,2 8-1715,-20-76 653,0 4 901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7794,'0'0'18180,"173"9"-17828,-134-9 16,12 0-368,-6 0-144,6 0 128,-6-13-881,-6 1-1615,-1-3-1329,-12 0-2064,-7 9-4145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6049,'0'0'11301,"13"22"-7068,-12 2-2414,1 0 0,7 31 0,-4-31-1716,-1 1-1,0 30 0,-5-18-121,-1-28 24,1-1 1,1 1-1,0 0 0,0-1 1,0 1-1,1 0 1,1-1-1,-1 1 0,1-1 1,1 1-1,-1-1 1,5 8-1,-6-15-101,-1-1-1,0 1 1,1-1 0,-1 1-1,0-1 1,1 1 0,-1-1-1,1 1 1,-1-1 0,0 0 0,1 1-1,-1-1 1,1 0 0,-1 0-1,1 1 1,0-1 0,-1 0-1,1 0 1,-1 0 0,1 0 0,-1 1-1,1-1 1,-1 0 0,1 0-1,0 0 1,-1 0 0,1 0-1,-1 0 1,1-1 0,0 1 0,-1 0-1,1 0 1,-1 0 0,1-1-1,-1 1 1,1 0 0,-1 0-1,1-1 1,-1 1 0,1 0 0,-1-1-1,1 1 1,-1-1 0,0 1-1,1 0 1,-1-1 0,18-25 587,-15 21-678,6-7 179,1-2 66,1 1 0,0 0 0,0 0 0,19-15 0,-14 16-177,-12 8 88,1 0-1,-1 1 0,1-1 1,0 1-1,0 0 1,0 0-1,0 0 0,1 1 1,-1 0-1,1 0 1,-1 0-1,1 1 1,0 0-1,0 0 0,0 0 1,11 0-1,7 1 87,-16-1-121,0 1 1,-1 0-1,1 0 0,0 1 0,-1 0 1,14 4-1,-19-4 60,1 0 1,-1 1-1,1-1 1,-1 1-1,0-1 1,0 1-1,0 0 0,0 0 1,0 0-1,0 0 1,0 0-1,0 1 1,-1-1-1,0 0 0,1 1 1,-1-1-1,0 1 1,0-1-1,0 1 0,0 0 1,-1 0-1,1 4 1,4 30 69,-5-29-20,1 0 1,0-1 0,1 1-1,-1-1 1,5 13 0,-4-17-37,-1 0 0,1-1 1,0 1-1,-1-1 0,1 1 1,0-1-1,0 0 0,1 0 1,-1 0-1,0 0 0,1 0 1,-1 0-1,1-1 0,-1 1 1,1-1-1,0 0 1,0 0-1,0 0 0,3 1 1,5 1-79,1-1 1,-1 0-1,1 0 1,0-1-1,0-1 1,0 0-1,0 0 1,-1-1-1,13-3 1,-17 3 24,0-1 0,0 0-1,0-1 1,-1 1 0,1-1 0,-1 0 0,1-1 0,-1 0 0,0 0 0,0 0 0,-1 0-1,0-1 1,1 0 0,-1 0 0,-1-1 0,6-6 0,-3 1-190,0 0-1,-1-1 1,-1 1 0,0-1 0,0 0 0,-1-1-1,-1 1 1,0-1 0,0 1 0,0-22 0,-3 33 230,-1 0 1,0 1-1,0-1 1,1 0-1,-1 1 0,0-1 1,0 1-1,0-1 1,0 1-1,0-1 1,1 1-1,-1-1 1,0 1-1,0 0 1,0 0-1,0 0 1,0-1-1,0 1 1,0 0-1,0 0 0,0 0 1,-2 1-1,-29-2-86,29 1 39,-8 0-75,4-1 243,0 1-1,0 0 1,0 1 0,0 0 0,-11 2 0,17-2-51,-1-1 1,1 1-1,-1 0 1,1-1-1,-1 1 1,1 0-1,0 0 1,-1 0-1,1 0 1,0 0-1,0 0 1,0 0 0,0 1-1,0-1 1,0 0-1,0 1 1,0-1-1,0 0 1,1 1-1,-1-1 1,1 1-1,-1-1 1,1 1-1,-1 0 1,1-1-1,0 1 1,0-1-1,0 1 1,0 2-1,0 8 214,0 0-1,-1 0 0,0 0 0,0 0 0,-2 0 0,-3 14 1,6-26-234,0 1 1,0-1-1,0 1 1,0-1-1,0 1 1,0-1-1,0 0 1,0 1-1,0-1 1,0 1 0,0-1-1,1 1 1,-1-1-1,0 1 1,0-1-1,0 1 1,1-1-1,-1 0 1,0 1-1,1-1 1,-1 0-1,0 1 1,1-1 0,-1 0-1,1 1 1,-1-1-1,0 0 1,1 0-1,-1 1 1,1-1-1,-1 0 1,1 0-1,-1 0 1,1 0-1,-1 1 1,0-1 0,1 0-1,-1 0 1,1 0-1,-1 0 1,1 0-1,-1 0 1,1 0-1,0-1 1,28 1-297,-23 0 392,48 0-893,60-1-9224,-82-1 5271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8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231 303 3681,'0'0'10381,"-22"4"-8952,-72 13 14,87-16-1172,1 1 0,-1-1 0,1 2 0,0-1 0,0 1 0,0-1 0,0 2 0,0-1 0,1 1 0,-1 0 0,1 0-1,0 0 1,-8 9 0,10-8-11,0-1-1,0 1 1,1 0-1,0 0 1,-1 0-1,1 0 1,1 0-1,-1 0 1,1 0-1,0 1 0,0-1 1,1 1-1,-1 7 1,1-12-256,1 1 1,-1-1 0,1 0-1,-1 0 1,1 0 0,-1 0-1,1 0 1,0 0-1,-1 0 1,1 0 0,0 0-1,0 0 1,-1 0 0,1 0-1,0-1 1,0 1-1,0 0 1,0-1 0,0 1-1,0-1 1,1 1 0,-1-1-1,0 1 1,0-1-1,0 0 1,0 1 0,1-1-1,-1 0 1,0 0 0,0 0-1,2 0 1,50 0-496,-40 0 130,-5-1 50,-1 0 1,1 0-1,-1-1 1,0 1 0,0-2-1,0 1 1,0-1-1,0 0 1,0-1-1,-1 1 1,1-1 0,-1 0-1,0-1 1,-1 0-1,1 0 1,-1 0 0,7-9-1,-6 7-259,0 0-1,0-1 1,-1 0-1,0 0 1,-1 0 0,0-1-1,0 0 1,-1 0-1,0 0 1,0 0-1,-1 0 1,-1 0 0,2-18-1,-3 27 814,1 27 1573,1-22-1611,0 0-1,0 0 1,0 0 0,1 0-1,0 0 1,0-1-1,0 1 1,1-1 0,-1 0-1,1 0 1,0 0-1,0 0 1,0-1-1,8 5 1,8 4 288,42 21-1,-52-28-364,-7-4-147,1 1-1,-1-1 1,1 0-1,0 0 0,0 0 1,-1-1-1,1 1 0,0-1 1,0 0-1,0 0 1,-1 0-1,1-1 0,0 1 1,0-1-1,0 0 0,-1 0 1,1 0-1,0-1 0,-1 1 1,0-1-1,1 0 1,-1 0-1,0 0 0,5-4 1,5-5-34,0-1 0,-1-1 0,0 0 0,11-16-1,-6 7 74,-12 14-143,1 0 0,-1 0 1,0-1-1,-1 1 0,0-1 0,0 0 0,-1-1 0,0 1 0,-1-1 0,2-18 0,-1-6-946,-4-62 0,0 37 1092,1 58-138,0 15 83,-13 83 3622,13-82-3265,0 24 824,5 47-1,-3-72-952,1 1 1,1-1-1,0-1 0,0 1 0,2-1 1,11 23-1,-5-13 15,33 53 139,-43-71-366,2-1 0,-1 1 0,1-1 0,-1 0 0,1 0 0,0 0-1,0-1 1,1 1 0,-1-1 0,1 0 0,0-1 0,5 4 0,-9-6-116,-1 0 0,1 1 0,-1-1 0,1 0-1,-1 0 1,1 0 0,-1 1 0,1-1 0,0 0 0,-1 0 0,1 0 0,-1 0 0,1 0 0,0 0-1,-1 0 1,1 0 0,-1 0 0,1 0 0,-1-1 0,1 1 0,0 0 0,-1 0 0,1 0 0,-1-1-1,1 1 1,-1 0 0,1-1 0,-1 1 0,1 0 0,-1-1 0,0 1 0,1-1 0,-1 1 0,1 0 0,-1-1-1,0 1 1,1-2 0,0-21-5083,-2 13 3855,1-9-3707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4913,'0'0'21669,"134"-18"-19781,-89 12-688,0 3-223,-6 0-833,-7 0-48,-7 3-96,-5-3-497,-14 3-863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2:2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2:3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9778,'0'0'12099,"0"7"-15156,0-1-528,0 3-768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1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9346,'0'0'6273,"-13"31"-10882,7-28 576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3761,'0'0'15606,"9"1"-9647,33 1-1511,62-3-2951,170-25-1,-135 11-8906,-161 15-71,2 0-889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5153,'0'0'13280,"21"2"-7589,-17-1-7496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3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11282,'0'0'17876,"19"6"-17300,-19-3-736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12 464,'0'-12'21205,"1"34"-20664,1 1 1,1-1 0,7 22 0,-5-21-56,-1-1 1,-1 1-1,1 25 1,-4 395 233,0-443-740,1 1 1,-1-1 0,1 1-1,-1-1 1,1 1 0,-1-1 0,1 0-1,-1 1 1,1-1 0,0 0-1,-1 1 1,1-1 0,-1 0-1,1 0 1,0 0 0,-1 0-1,1 1 1,0-1 0,-1 0 0,1 0-1,0 0 1,-1 0 0,1-1-1,0 1 1,-1 0 0,1 0-1,-1 0 1,1 0 0,0-1-1,-1 1 1,1 0 0,-1 0-1,1-1 1,-1 1 0,1-1 0,0 1-1,-1 0 1,0-1 0,1 1-1,-1-1 1,1 1 0,-1-1-1,0 1 1,1-1 0,0-1-1,1-21 60,1 0-1,2-1 0,0 1 0,2 1 1,0-1-1,1 1 0,23-41 0,-22 44-3,-7 13-13,1 0 1,1 0-1,-1 0 0,1 0 1,0 1-1,0-1 1,1 1-1,-1 0 0,1 0 1,0 0-1,1 1 1,-1 0-1,1 0 0,0 0 1,0 1-1,0 0 1,0 0-1,1 0 0,-1 1 1,1 0-1,11-2 1,-17 3-39,1 1 1,0-1-1,-1 1 1,1-1-1,0 1 1,0-1-1,-1 1 1,1 0-1,0 0 1,0 0-1,0 0 1,0 0-1,-1 1 1,1-1-1,0 1 1,0-1-1,-1 1 1,1-1-1,0 1 1,-1 0-1,1 0 1,-1 0-1,2 1 1,0 1-21,-1 1 0,0 0 0,-1 0 0,1 0 0,-1 0 0,1 0 1,-1 0-1,-1 0 0,2 5 0,-2-6 94,15 39 70,-12-36-106,-1 1 1,1 0-1,-1 0 1,0 0-1,0 0 1,0 14 0,5 46-102,6-29 804,-8-27-590,-4-9-150,1-1-1,-1 1 1,1-1 0,-1 1 0,1-1-1,0 1 1,-1-1 0,1 0 0,0 0-1,0 0 1,0 0 0,0 0 0,0 0-1,0-1 1,0 1 0,0-1 0,0 1-1,1-1 1,-1 0 0,0 0 0,0 0-1,0 0 1,0 0 0,0 0 0,1-1-1,1 0 1,5 0-55,-1-1 0,-1 1 1,1-1-1,0-1 0,15-6 0,1-4-57,-1-2 1,0 0-1,0-2 0,-2 0 0,38-40 0,-55 53-98,1-1 0,-1-1-1,0 1 1,-1-1 0,1 1 0,-1-1-1,-1 0 1,1 0 0,2-9-1,-1 2-240,-1 0-1,0 0 1,-1 0 0,-1 0-1,0-20 1,-1 33 361,-2 0 40,-6-1 67,0 0 1,0 1-1,0 0 1,0 1-1,0 0 1,0 0-1,0 0 1,0 1-1,1 0 1,-1 1-1,0 0 1,1 0-1,0 1 1,0 0-1,-10 6 1,14-7 38,-1 0 1,1 0-1,-1 0 1,1 0-1,0 0 1,0 1 0,0 0-1,1-1 1,-1 1-1,1 0 1,0 0-1,0 1 1,0-1 0,1 0-1,-1 1 1,1-1-1,0 0 1,1 1-1,-1 0 1,1-1 0,0 1-1,0-1 1,0 7-1,-12 75 881,12-83-842,1 0 0,0 0 0,1 0 0,-1-1 0,0 1 0,1-1 0,0 1 0,-1-1 0,1 1-1,0-1 1,0 0 0,0 0 0,1 0 0,-1 0 0,0 0 0,1-1 0,-1 1 0,1-1 0,-1 0 0,1 1 0,0-1 0,5 1 0,69 22 1034,-76-24-1099,35 5 761,-19-4-2058,1 2-5190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270 276 2449,'0'0'3864,"-14"-1"-3090,6 1-665,0-1 125,-1 0 1,0 1-1,1 1 0,-1-1 0,1 1 1,-1 0-1,1 1 0,-1 0 0,1 1 1,-14 5-1,9-1 269,1 1 0,0 0 1,0 0-1,1 2 0,0-1 0,1 1 1,-10 12-1,15-16-256,1 1 0,0 0 0,0 1 1,0-1-1,0 1 0,1-1 0,1 1 0,-1 0 1,1 0-1,1 0 0,-1 1 0,2-1 0,-1 13 1,1-13-65,-1-3-102,1 0-1,0 0 1,0 0 0,1-1-1,-1 1 1,1 0 0,0-1-1,3 8 1,-3-10-80,1 0-1,-1-1 1,1 1 0,-1-1 0,1 1 0,-1-1 0,1 0-1,0 1 1,0-1 0,0 0 0,0 0 0,0 0 0,0-1-1,0 1 1,0 0 0,0-1 0,0 1 0,0-1 0,0 0-1,1 0 1,-1 0 0,2 0 0,12 2-100,-1-1 0,1-1 0,0 0 1,-1-2-1,28-4 0,-37 4 36,0 0 1,0 0 0,0-1-1,0 0 1,0 0-1,-1 0 1,0 0 0,1-1-1,-1 0 1,-1 0 0,1-1-1,0 1 1,-1-1-1,0 0 1,0 0 0,4-8-1,-6 8-79,0 0-1,0 0 1,-1 1-1,1-1 1,-1 0-1,0-1 1,-1 1-1,1 0 1,-1 0-1,0 0 1,-1-9-1,0 9 69,1-1-1,0 1 1,0 0 0,0-1-1,1 1 1,-1 0-1,1 0 1,1 0 0,-1 0-1,3-6 1,2-8-22,-6 16-10,1 10 248,-1-1 19,0 116 3061,0-118-3164,1-1 0,0 0-1,0 0 1,0 0 0,0 0 0,0 0 0,1 0-1,-1 0 1,1 0 0,0 0 0,0-1-1,3 4 1,30 31 213,-32-34-266,1-3-34,0 1 0,0 0-1,0-1 1,0 0 0,0 0 0,-1 0 0,1 0 0,0 0-1,0-1 1,0 0 0,0 0 0,-1 0 0,1 0 0,4-3-1,-3-1 3,-1-1 0,1 1 0,-2-1 0,1 0 0,-1-1 0,1 1 0,-2-1 0,1 1 0,-1-1 0,0 0 0,0 0-1,1-13 1,0-12-61,-1-49 0,-3 58 64,1-298 286,0 335-167,-1 7 68,2 0 1,-1 0 0,2 0-1,1-1 1,1 1-1,8 26 1,33 105 1416,-20-62-749,-24-88-772,-1 0-1,1-1 0,0 1 0,0-1 1,0 1-1,-1-1 0,1 0 1,1 1-1,-1-1 0,0 0 1,0 0-1,0 0 0,1 0 0,-1 0 1,0 0-1,1 0 0,-1 0 1,1 0-1,-1-1 0,1 1 1,-1-1-1,4 1 0,43 4 1904,-42-5-2453,1 0-1,-1 1 1,1-1 0,-1 1 0,0 1-1,11 2 1,7 1-1831,-9-7-5315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3489,'0'0'9103,"51"-6"1361,49-9-3518,-72 12-6527,1-1-1,38-11 0,-56 11-2570,1 0-2414,-2 3-2841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1920,'5'13'23468,"-3"-8"-22586,-2 5-484,2-1 0,-1 1 0,1-1 0,1 0 0,0 0-1,0 0 1,1 0 0,4 8 0,10 27 296,-12-19-443,-1 0 0,-1 1 0,-2-1 0,0 1-1,-2 0 1,-3 33 0,0 13 79,4-67-335,-1-1 1,-1 1-1,1-1 0,0 1 0,-1-1 1,0 0-1,0 1 0,0-1 0,-1 0 1,0 1-1,1-1 0,-1 0 0,-1 0 1,1 0-1,-1-1 0,1 1 0,-1-1 1,0 1-1,0-1 0,-1 0 0,1 0 1,-1 0-1,1-1 0,-1 1 0,0-1 1,-8 4-1,3 0-123,0-1 0,-1 0 1,0-1-1,0 0 0,0 0 0,0-1 0,0 0 1,-1-1-1,0 0 0,1-1 0,-22 0 0,-37-1-362,68 0 292,-2-58-4851,7 22-5439,2 20 337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20 80,'0'0'11058,"0"-1"-10774,0 0 0,0 0 0,0 0 0,0 0 0,-1 0 0,1 0 0,0 0 0,0 0 0,-1 0 0,1 0 0,-1 0 0,1 0 0,-1 0 0,1 0 0,-1 0 0,1 1 0,-1-1 0,-1-1 0,-12 2 382,0 0 1,-1 1-1,1 1 0,0 1 1,0-1-1,-26 10 0,31-8-473,1 0 0,0 1 0,-1 0 0,2 0 0,-1 1 0,0 0 0,1 0 0,0 0 0,1 1 0,0 0 0,-9 13 0,11-14-75,1 0 0,-1 1-1,1-1 1,1 1 0,-1-1-1,1 1 1,0 0 0,1 0-1,0 0 1,0 0-1,0 0 1,1 0 0,0 0-1,1 9 1,-1-3 78,0-12-180,1-1 0,-1 1 0,0 0-1,1 0 1,-1 0 0,1 0 0,-1 0 0,1-1 0,-1 1 0,1 0 0,0 0 0,-1-1 0,1 1 0,0 0 0,0-1 0,-1 1 0,1-1 0,0 1-1,0-1 1,0 0 0,0 1 0,0-1 0,-1 0 0,1 1 0,0-1 0,0 0 0,0 0 0,0 0 0,0 0 0,0 0 0,0 0 0,1 0-1,42 0 162,-29-1-282,-8 1 51,0 0 1,0-1-1,0 0 0,0 0 0,0 0 1,0-1-1,0 0 0,0-1 0,-1 1 1,1-1-1,-1-1 0,0 1 0,0-1 0,0 0 1,9-8-1,-9 6-239,1-1 0,-2-1 0,1 1 1,-1-1-1,0 0 0,0 0 0,-1 0 0,-1-1 0,1 0 1,-1 1-1,3-16 0,-1-37-134,2 76 1689,-8 9-1085,0-17 4,1 1 0,0-1 0,0 1 0,1-1 0,1 10 0,-1-15-140,-1 0 0,1 0-1,0-1 1,-1 1 0,1 0 0,0-1-1,0 1 1,0-1 0,0 1 0,0-1-1,1 0 1,-1 1 0,0-1-1,1 0 1,-1 0 0,1 0 0,-1 0-1,1 0 1,-1 0 0,1 0 0,0-1-1,-1 1 1,1 0 0,0-1 0,0 0-1,2 1 1,11 1-590,0 0 1,0-1-1,0-1 1,23-2-1,-29 0-944,0 1 0,0-2 0,0 1 0,0-1 0,9-4 0,7-5-6981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6289,'0'0'10963,"-17"11"-9590,-53 38-188,66-46-957,0 0 1,0 0-1,0 1 1,1 0-1,-1 0 1,1 0-1,0 0 1,0 0-1,1 1 1,-1-1-1,1 1 1,0-1 0,0 1-1,-1 7 1,1-2 516,1 0 0,0 0 0,1 0 0,1 21 0,1-1 1229,-2-28-1933,1 0 0,0 0 0,0 0 0,-1 0 1,2 0-1,-1 0 0,0-1 0,0 1 0,0 0 0,1-1 0,-1 1 0,1-1 1,-1 1-1,1-1 0,0 0 0,-1 0 0,1 0 0,0 0 0,0 0 1,0 0-1,0 0 0,0-1 0,0 1 0,0-1 0,0 1 0,0-1 0,2 0 1,61 8-1141,-52-7-245,1-2-1,0 0 1,-1 0-1,0-2 0,1 1 1,-1-2-1,0 0 1,0 0-1,20-10 1,6-8-4791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0 1 3489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 3489,'182'-95'2995,"-145"77"-480,-33 52 5191,4-1-5341,-4-22-2277,-2 0 0,1 0 0,-1 0 1,0 16-1,5 137 123,-7-163-273,39-3-930,-26-3 932,0-1 0,-1 0 0,0-1 0,0 0 0,17-15 1,26-15-849,-23 16-22,-26 16 758,-1 1 0,1-1 0,1 1 0,-1 1 0,0 0-1,1-1 1,0 2 0,-1-1 0,1 1 0,0 0 0,14-1 1293,-22 6-933,0-1 0,1 1 0,-1 0 0,0 0-1,0 0 1,-1-1 0,1 1 0,-1-1-1,1 1 1,-1-1 0,0 1 0,0-1 0,0 0-1,0 0 1,0 0 0,-4 2 0,4-2-79,-1 0 1,1 0-1,0 0 0,0 0 1,0 1-1,0-1 0,0 1 1,0-1-1,1 1 0,-1-1 1,1 1-1,0 0 1,-1 0-1,1 0 0,1 0 1,-2 4-1,2 4 258,-1-8-106,1-1 0,0 1 0,0 0 0,0 0 0,1-1 0,-1 1 0,0 0 0,1-1 0,0 1 1,1 4-1,0-6-192,-1 0-1,1 1 1,-1-1 0,1 0 0,-1 0 0,1 0 0,0 0 0,0 0 0,-1-1 0,1 1 0,0-1-1,0 1 1,0-1 0,0 1 0,-1-1 0,1 0 0,0 0 0,2 0 0,25 3-2,-6 0-452,0-1 0,0-1 0,46-4 0,-64 2 339,0-1 0,0 0 0,-1 0-1,1-1 1,-1 1 0,0-1 0,1 0-1,-1 0 1,-1 0 0,7-7 0,38-43-309,-42 45 160,1-2-407,0-2 1,-1 1 0,0-1 0,6-18 0,-10 22 494,0 1 0,-1-1 0,0 0 1,0 1-1,-1-10 0,0 16 22,-21 1-33,0 1 0,0 1 0,-24 4 0,39-5 153,0 1 0,0 0 0,0 0-1,0 0 1,0 1 0,1-1 0,-1 1 0,1 1 0,-1-1-1,1 1 1,0 0 0,1 0 0,-1 0 0,1 1 0,-5 5-1,8-6 62,-1 0 0,0 0 0,1 0 0,0 0-1,0 1 1,0-1 0,1 0 0,-1 9-1,1-11-50,0 0-1,0 1 0,0-1 0,0 0 0,0 1 0,0-1 0,1 0 0,-1 0 1,1 1-1,-1-1 0,1 0 0,0 0 0,0 0 0,0 1 0,0-1 1,1 0-1,2 3 0,6 1 106,1 0-1,1-1 1,-1 0 0,1-1-1,0 0 1,0-1 0,0 0 0,24 2-1,11-2-161,48-3 0,-43-1-34,-33 0-238,0-1-1,0 0 0,-1-2 0,0 0 1,0-1-1,0-1 0,0-1 1,-1 0-1,0-1 0,0-1 0,-1-1 1,0 0-1,-1-1 0,0-1 0,21-21 1,-32 27 61,0-1 1,0 1 0,-1-1 0,1 0-1,-1 0 1,-1 0 0,0 0 0,0 0-1,0-1 1,-1 1 0,0-1 0,0 1-1,-1-9 1,5-24-1611,-3 23 1542,0-1 1,-1 1-1,-3-28 0,0-7 264,2 51-184,-1 0 274,0 1-1,0 0 0,0 0 0,0 0 0,0 0 0,0 0 0,0 0 1,0 1-1,0-1 0,0 0 0,0 0 0,0 1 0,0-1 1,1 0-1,-1 1 0,0-1 0,0 1 0,0-1 0,0 1 0,1 0 1,-1-1-1,0 1 0,0 0 0,1 0 0,-1-1 0,1 1 1,-1 0-1,0 0 0,1 0 0,0 0 0,-1 0 0,1 0 0,0 0 1,-1 0-1,1 0 0,0 0 0,0 0 0,0 0 0,0 0 1,0 0-1,0 0 0,0 1 0,0 59 1189,2-37-875,-2-6-148,-1 19 495,7 49 0,-4-72-586,1-1 0,0 1 0,1-1 0,1 1 0,0-1 0,12 23 0,-11-26-30,0 0 0,0-1 0,1 0 0,0 0 0,1-1 0,11 11 0,-16-16-219,0-1 0,0 1 0,1-1 0,-1 0 0,0-1 0,1 1 0,-1-1 0,1 1 0,0-1 0,-1 0 0,1 0 0,0 0 0,0-1 0,-1 0 0,1 1 0,0-1 0,0-1 0,0 1 0,0 0 0,-1-1 0,1 0 0,6-2-1,-9 3-109,1-1 0,-1 0 0,0 0 0,0 1-1,0-1 1,0 0 0,0 0 0,0 0-1,0 0 1,0 0 0,0 0 0,-1-1-1,1 1 1,0 0 0,-1 0 0,1 0 0,-1-1-1,1 1 1,-1 0 0,1-1 0,-1-2-1,1-14-3257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40 144,'0'0'30182,"187"-15"-29829,-155 12-65,-7 3-288,-5-3-496,-1 0-1185,0-4-1968,0 1-1760,1 3-4049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7378,'0'0'19196,"13"7"-13003,-12-5-6193,5 2-2423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5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7746,'0'0'18868,"0"18"-12940,0-15-5703,1-2-632,1 0 0,0-1-1,0 1 1,-1-1 0,1 0 0,0 1 0,0-1-1,0 0 1,-1 0 0,1 0 0,0 0 0,2-1-1,16 1-8250,-1 0-1931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1520,'4'16'30673,"0"-14"-30862,205-17 1503,-99 5-2202,6 5-4475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3649,'1'0'21393,"10"0"-13843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2176,'0'0'16940,"0"19"-3289,0-17-13735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2929,'0'0'13755,"5"37"-10488,3-3-471,7 71 0,-11 109-1684,-4-136-919,0-78 191,2-9-702,0 1 248,0-1 0,1 1 1,0-1-1,1 1 0,0 0 0,0 0 0,1 0 0,0 1 0,8-10 0,11-10-608,34-30 0,-40 39 195,-11 11 304,1 1 1,-1 0-1,1 0 0,0 0 1,0 1-1,0 0 1,1 1-1,10-4 0,-17 7 183,1 0 0,0 0 0,0 1 0,0-1 0,-1 1 0,1 0 0,0 0 0,0 0 0,0 0 0,0 0 0,0 1 0,0-1 0,0 1 0,-1 0 0,1 0 0,0 0 0,-1 0 0,1 0 0,0 0 0,-1 1 0,1-1 0,-1 1 0,0 0 0,0 0 0,0 0 0,0 0 0,0 0 0,0 0 0,3 5 0,2 5 289,-1-1 1,0 1 0,7 21 0,-10-23-116,0-1 0,1 0 0,0 0 1,1-1-1,0 1 0,0-1 0,1 0 1,8 10-1,-8-14-132,-1 0 0,1 0 0,0-1 0,0 1 0,0-1 0,0 0 0,1-1 0,-1 0 0,1 0 0,0 0 0,-1-1 0,1 0 0,0 0 0,0-1 0,0 1 0,0-2 0,0 1 0,-1-1 0,1 0 0,8-2 0,10-3-289,1-2 0,-1 0 0,44-22 0,-28 11-315,-25 13 207,-1 0 1,0-1-1,0-1 1,0-1-1,-1 0 1,0-1 0,-1 0-1,16-17 1,-7 5-123,-20 20 413,1 0-1,-1 0 1,0 0-1,0 0 1,0-1-1,0 1 0,0-1 1,0 1-1,-1-1 1,1 0-1,-1 1 1,0-1-1,0 0 0,0 0 1,0 0-1,0 0 1,-1 0-1,1 0 0,-1 0 1,0-5-1,0 7 44,-1 0-1,1 0 1,-1 1-1,1-1 1,-1 0-1,0 0 1,1 1-1,-1-1 1,0 0-1,0 1 1,0-1-1,0 0 1,1 1-1,-1-1 1,0 1-1,0 0 1,0-1 0,0 1-1,0 0 1,0 0-1,0-1 1,0 1-1,0 0 1,0 0-1,0 0 1,0 0-1,-2 1 1,-36-2-170,33 1 55,0 0 248,1-1-1,-1 1 0,1 0 1,0 0-1,-1 1 1,1 0-1,-1 0 0,1 0 1,0 0-1,0 1 0,0 0 1,0 0-1,0 0 1,0 1-1,0 0 0,1 0 1,-1 0-1,-7 7 1,2-1 199,0-1 1,0 1-1,1 1 0,-9 13 1,14-18-102,1 0 0,1 0 0,-1 0 0,1 1 0,0-1-1,0 0 1,0 1 0,1 0 0,0-1 0,0 1 0,0 0 0,1 7 0,-1-11-92,1 0 0,0 0 1,0 0-1,0 0 0,1 0 1,-1 0-1,0 0 0,1 0 1,-1-1-1,1 1 0,-1 0 1,1 0-1,0 0 0,0-1 1,0 1-1,0 0 0,0-1 0,0 1 1,1-1-1,1 3 0,1-2 49,-1-1-1,1 1 0,0 0 0,0-1 0,0 0 0,0 0 1,0 0-1,5 0 0,8 2-104,101 17-715,-78-16-2887,0-3-3775,-21-1-184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3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258 212 2176,'0'0'9437,"-14"0"-7474,2 1-1323,1 0 0,0 1 0,0 1 0,0 0 0,1 0 0,-1 1 1,1 0-1,-1 0 0,1 2 0,-10 6 0,7-4-264,1 0-1,0 2 1,0-1 0,1 2 0,0-1 0,0 1 0,-8 13 0,17-22-319,1 0 0,-1-1 0,1 1 0,0 0 0,0 0 1,0 0-1,0 0 0,0 0 0,0 0 0,0 0 0,1 1 0,-1-1 1,1 0-1,-1 0 0,1 0 0,0 1 0,0-1 0,0 0 0,0 0 0,1 1 1,-1-1-1,0 0 0,1 0 0,0 0 0,0 3 0,1-3-39,0 1 0,1-1-1,-1 0 1,0 1 0,1-1-1,-1 0 1,1-1 0,0 1-1,0 0 1,0-1 0,0 1-1,0-1 1,0 0 0,0 0-1,4 1 1,7 1-458,-1 0-1,1-1 1,-1-1-1,1 0 1,0 0-1,18-3 1,-25 2 258,0-1 0,-1 0 0,1-1 0,0 0 0,0 0 0,-1 0 0,1-1 0,-1 0 0,0 0 0,0 0 0,0-1 0,0 0 1,9-9-1,-10 8-66,0 0 1,-1 0 0,1-1 0,-1 0 0,0 0-1,-1 0 1,0-1 0,0 1 0,4-14 0,-4 6-425,-1 1 0,0-1 0,-1 0 1,-1-15 1758,0 49 2251,0-15-3242,0 0 0,0-1-1,0 1 1,1 0-1,0-1 1,0 1 0,0-1-1,1 1 1,-1-1 0,1 1-1,0-1 1,0 0 0,1 0-1,3 5 1,3-2-40,0 1 0,1-1 1,0-1-1,0 0 0,0 0 0,1-1 0,0 0 0,0-1 0,0 0 1,1-1-1,-1 0 0,1-1 0,-1 0 0,1-1 0,0-1 1,0 1-1,20-4 0,-26 2-136,0 0 0,0-1-1,0 0 1,-1-1 0,1 1 0,0-1 0,-1 0 0,0 0 0,1-1-1,-2 0 1,1 0 0,0 0 0,-1 0 0,1-1 0,-1 1-1,-1-1 1,1 0 0,-1-1 0,1 1 0,3-10 0,3-6-261,0-1 1,-1 0 0,-2-1-1,6-23 1,-4 6-609,-2 18 248,-2-1 0,-1 0 0,-1-1 0,1-25 5121,-4 73-2785,1-6-1380,1-1-1,0-1 1,1 1 0,1 0 0,1-1-1,0 0 1,2 0 0,-1 0 0,11 17-1,11 33 86,-19-40-198,2-1 1,18 32-1,-26-51-187,1 0 0,0 0 0,1-1 0,-1 1 0,1-1 0,0 0 0,1 0 0,-1 0-1,1-1 1,0 0 0,0 0 0,0-1 0,12 6 0,0-6-1124,-17-3 790,1 0 0,-1 0-1,1 0 1,-1 0 0,1 0-1,-1 0 1,1 0 0,-1-1-1,1 1 1,-1-1 0,0 1-1,1-1 1,-1 0 0,1 1-1,-1-1 1,1-1 0,6-9-4660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9074,'0'0'23693,"122"-18"-23693,-64 9 0,-7 2 0,-6 1 0,-7 0 0,-6 3 0,-6-3 0,-7 3-4873,1 3-3641,-8 0-2016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10 976,'0'0'7527,"5"-2"-5060,23-4 9824,-23 5-11651,-4 0-570,-1 1 0,1 0 0,-1 0 0,1 0-1,0 1 1,-1-1 0,1 0 0,-1 0 0,1 0 0,-1 0-1,1 0 1,-1 1 0,1-1 0,-1 0 0,1 0 0,-1 1-1,0-1 1,1 0 0,-1 1 0,1-1 0,-1 0 0,0 1 0,1-1-1,-1 1 1,0-1 0,1 0 0,-1 1 0,0-1 0,0 1-1,0-1 1,1 2 0,-1 18-714,-1-7 811,1-13-191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1180 8 576,'4'-3'8629,"6"-1"-6424,-3 4-1531,-7 0-260,1 0 0,-1 0 0,1 0 0,0 0-1,-1-1 1,1 1 0,-1 0 0,1 0 0,0 1-1,-1-1 1,1 0 0,0 0 0,-1 0 0,1 0 0,-1 0-1,1 1 1,-1-1 0,1 0 0,3 3 2896,-3-2-2896,0 10 768,-54 16-1032,13-8-130,5-4 8,1 2 0,-35 24 0,-2-2 70,4 3-51,33-19-30,20-13 6,1 0-1,0 0 1,1 2-1,-14 14 0,-57 56-6,-18 33 113,60-65-116,-22 12-123,34-29 138,21-26-23,2 0 1,-1 1 0,1 0-1,0 0 1,1 0-1,-7 13 1,-38 63-182,17-11-144,30-66 268,0 1-1,-1-1 1,0 1 0,0-1-1,-1-1 1,-6 9 0,-11 16-115,-44 104-490,48-95 556,8-18-3,0 0 0,-10 40 0,13-39-51,-19 45 1,17-48 33,1 1 0,-10 41 0,13 10 135,5-58-18,0 0 1,-1 0 0,0 0-1,-6 22 1,3-21-29,1 1-1,1-1 1,0 28-1,-5 28 118,4-48-73,1 1 0,1 0 1,3 42-1,1-4 3,-3 274 17,1-315 11,1 0 0,2 0 0,0 0 0,9 27 1,9 40 76,-20-76-59,1 0-1,1 1 1,0-1 0,0-1-1,1 1 1,1-1 0,0 1-1,1-2 1,0 1 0,0-1-1,1 0 1,14 13 0,-6-4-34,-11-12-3,0 1-1,0 0 1,-1-1-1,0 2 1,-1-1-1,4 11 1,-5-12 12,0 0 1,1 0 0,0 0 0,0 0 0,1 0 0,0-1 0,0 1-1,10 10 1,6 5 293,-1 0-1,20 33 1,3 2-145,-6-19-102,-29-32-106,0 0 0,-1 1 0,0-1 0,0 1 0,-1 0 0,0 1-1,9 15 1,-11-16 46,1-1 0,0 1 0,0-1 0,1 1 0,-1-1 0,10 8-1,-10-13-19,-3-1 10,-1-2-1789,0 2 1779,0-1 0,0 1 0,0-1 0,0 1 0,0-1 0,-1 1 0,1 0 0,0-1 0,0 1 0,0-1 0,0 1 0,-1 0 0,1-1 0,0 1 0,0 0 0,-1-1 0,1 1 1,0 0-1,-1-1 0,1 1 0,0 0 0,-1 0 0,1-1 0,0 1 0,-1 0 0,1 0 0,-1 0 0,1-1 0,0 1 0,-1 0 0,1 0 0,-1 0 0,1 0 0,-1 0 0,1 0 0,0 0 0,-1 0 0,0 0-9,-44 0-42,-147 0 446,191 0-129,-3 0-1734,-11-1 4074,9-1 603,18-1-2065,13 2-922,-1 0 0,29 4 0,-31-2-201,-1 0 1,1-1 0,22-4-1,7 2-317,-50 2 626,13-28-1802,-1-2 1585,1 0 1,1 2 0,1 0 0,28-36 0,-39 56-99,1 0 1,-2-1-1,1 0 0,-1 1 1,0-1-1,-1 0 0,0-1 1,1-9-1,-4 19-130,0 0 1,1 0-1,-1 0 0,0 1 1,0-1-1,0 0 1,0 0-1,2 1-1898,-2-1 1898,1 1 1,-1-1-1,0 0 0,0 0 1,0 0-1,0-1 0,0 1 1,1 0-1,-1 0 0,0 0 1,0 0-1,0 0 0,0 0 1,0 0-1,1 0 0,-1 0 1,0 0-1,1-1-669,-3 12-4986,-9 1-3003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317 285 6609,'6'-3'17100,"-44"1"-16904,27 1-144,0 0 0,-1 1 0,1 0 0,0 0 0,-1 1 0,1 1 0,0 0 0,-15 5 0,9 2 67,1 0 0,0 0-1,1 2 1,-20 17 0,28-23-183,0 1 0,1 1 0,0-1 0,1 1 0,0 0 0,0 1 0,0-1 0,1 1 1,0 0-1,0 0 0,-4 15 0,7-22 45,1 1-1,-1 0 1,1-1 0,-1 1 0,1 0 0,0-1-1,0 1 1,0 0 0,0 0 0,0-1 0,0 1-1,0 0 1,1 0 0,-1-1 0,0 1 0,1 0-1,0-1 1,-1 1 0,1 0 0,0-1 0,0 1-1,0-1 1,0 1 0,0-1 0,0 0 0,0 1-1,1-1 1,-1 0 0,0 0 0,1 0 0,-1 0-1,1 0 1,-1 0 0,1 0 0,2 1 0,5 0-200,0 0 0,0-1 0,0 1 0,0-2 0,17 0 0,-26 0 207,20 0-617,-8 1 206,-1-1 1,1-1 0,22-3 0,-29 2 364,-1 1 1,0-1 0,1 0-1,-1 0 1,0 0 0,0 0 0,0-1-1,0 0 1,0 0 0,0 0 0,-1 0-1,0 0 1,4-5 0,3-6-127,-1-1 0,0 0 0,0-1 0,-2 0 0,0 0 1,-1-1-1,0 0 0,-2 0 0,0 0 0,3-33 0,-2-10 638,-4-94 1,-2 104 819,20 224 230,-17-150-1331,1-2-1,0 1 0,2 0 1,10 28-1,-4-11 420,-7-28-319,0-1 0,2 0 1,-1 0-1,1 0 1,1 0-1,11 14 0,-5-7-44,-9-14-92,4-1-4954,0 1-1444,-1 2 1377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201 309 5745,'0'0'7685,"-5"1"-6683,-8 3-614,-1 0 0,1 0-1,0 2 1,0-1 0,0 2-1,1-1 1,0 2 0,0 0-1,1 0 1,0 1-1,1 0 1,-1 1 0,2 0-1,-11 14 1,18-20-288,1 0 0,-1 0 0,1 1-1,0-1 1,0 1 0,1-1 0,-1 0 0,1 1 0,0-1 0,0 1 0,1 5-1,0 5 138,2-14-252,1 0 0,-1 0-1,1-1 1,0 1 0,-1-1 0,1 0 0,-1 0-1,1 0 1,4-1 0,-4 1-1,16 1-200,-8-1 135,1 0 1,0 0 0,0-2 0,16-2 0,-26 3-12,0 0 0,1 0 0,-1 0 1,0-1-1,0 1 0,0-1 0,-1 0 0,1 0 1,0 0-1,-1 0 0,1 0 0,-1 0 1,1-1-1,-1 1 0,0-1 0,0 0 0,0 1 1,-1-1-1,1 0 0,2-6 0,17-39-2055,-15 37 1960,0 1 1,-2-1 0,1 0 0,-1-1-1,-1 1 1,0-1 0,2-18-1,-5 8 1089,0 50 1157,0-22-1990,0-1 0,1 1-1,-1 0 1,1 0 0,0-1 0,1 1 0,-1 0 0,1-1-1,0 1 1,1-1 0,-1 0 0,1 0 0,0 0 0,0 0-1,1 0 1,0-1 0,-1 1 0,1-1 0,1 0 0,-1 0-1,1-1 1,-1 1 0,1-1 0,0 0 0,5 2 0,6 3-55,0-2-1,0 0 1,1 0 0,-1-2 0,1 0 0,0-1 0,1-1 0,29 1 0,-43-4-71,-1 0 0,0-1-1,1 1 1,-1-1 0,0 1 0,0-1 0,1 0-1,-1 0 1,-1 0 0,1-1 0,0 1-1,-1-1 1,1 1 0,-1-1 0,0 0 0,1 0-1,-2 0 1,1 0 0,0-1 0,-1 1 0,2-4-1,5-8-396,-2-1 0,0 0 0,5-20 0,-4-9-291,-2 0 0,-2 0 0,-4-74 0,0 40 513,1 78 198,0 7 852,-13 118 1991,13 28-459,1-145-2236,0 0 1,1 0-1,0 0 1,1-1 0,-1 1-1,1-1 1,0 1-1,1-1 1,0 0-1,5 7 1,-3-5-83,0 1-1,1-1 1,-1 0 0,2-1 0,-1 0 0,15 10 0,-7-10 689,-2-7-3335,-13 0 2241,1-1-1,0 1 1,0-1 0,-1 1 0,1-1-1,0 1 1,-1-1 0,1 0 0,0 1-1,-1-1 1,1 0 0,-1 0 0,1 1-1,-1-1 1,0 0 0,1 0 0,-1 0-1,0 0 1,0 0 0,1 1 0,-1-1-1,0 0 1,0 0 0,0 0 0,0 0-1,0 0 1,0 0 0,0-1 0,0-15-7456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8402,'0'0'10210,"11"-5"-8983,13-5-335,1 2 0,1 0 0,-1 1 0,45-5 0,14 8-995,-48 3-8007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10 3441,'0'0'8212,"0"-1"-8149,0 1 1,0 0-1,0 0 0,1 0 0,-1 0 1,0 0-1,0 0 0,0 0 0,1 0 1,-1 0-1,0-1 0,0 1 1,0 0-1,0 0 0,1 0 0,-1 0 1,0-1-1,0 1 0,0 0 0,0 0 1,0 0-1,0 0 0,1-1 0,-1 1 1,0 0-1,0 0 0,0-1 0,0 1 1,0 0-1,0 0 0,0 0 0,0-1 1,0 1-1,0 0 0,0 0 0,0-1 1,0 1-1,0 0 0,0 0 1,0 0-1,-1-1 0,1 1 0,0 0 1,0 0-1,0 0 0,0-1 0,0 1 1,0 0-1,-1 0 0,1 0 0,0 0 1,0-1-1,-12 1 205,0 0-1,0 1 1,1 0 0,-1 1-1,0 0 1,1 1 0,-1 0 0,1 1-1,0 0 1,0 1 0,1 0-1,-1 1 1,1 0 0,0 1-1,1 0 1,0 0 0,0 1 0,-14 16-1,16-17 18,1 1 1,0 0-1,1 1 0,-6 11 0,10-17-200,-1 0-1,1 1 1,0-1 0,0 0-1,0 1 1,1-1-1,-1 1 1,1-1-1,0 1 1,0-1 0,0 1-1,0-1 1,0 1-1,1-1 1,1 5 0,0-5-74,0-1 1,0 1 0,1-1-1,-1 0 1,1 0 0,-1 0 0,1 0-1,0 0 1,0-1 0,-1 1 0,1-1-1,0 0 1,0 0 0,1 0-1,-1 0 1,0-1 0,0 1 0,4-1-1,63 7-1460,-68-7 1168,0 0 0,0 0 1,1-1-1,-1 1 0,0-1 1,0 1-1,0-1 0,0 0 1,-1 0-1,1 0 0,0 0 1,0 0-1,0 0 0,-1 0 1,1-1-1,0 1 0,-1 0 1,0-1-1,1 0 0,1-3 1,1 0-1,-1-1 1,0 0 0,0 0 0,-1-1 0,0 1-1,3-12 1,-1-6 0,-1-1 0,0-42 0,-3 61 4196,0 11-3373,0 0 1,1-1-1,0 1 0,0 0 1,0-1-1,2 7 0,5 5-379,0 0 0,0-1 1,1-1-1,1 0 0,1 0 0,0-1 0,0 0 0,2 0 0,-1-2 0,2 0 0,24 17 0,-35-27-490,-1 0 1,0 0 0,1 0-1,-1 0 1,1 0-1,-1-1 1,1 1 0,-1-1-1,1 0 1,-1 0-1,1 0 1,3 0 0,3 0-1913,4 0-2249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3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2977,'0'0'9823,"0"-41"-4480,0 39-5193,-1-1 1,1 0-1,0 0 1,1 0-1,-1 1 1,0-1-1,1 0 1,-1 0-1,1 1 1,0-1-1,0 0 1,0 1-1,0-1 1,1 1 0,-1 0-1,1-1 1,-1 1-1,1 0 1,2-2-1,-1 2-69,1 0 0,0 0-1,-1 0 1,1 1 0,0 0-1,0 0 1,0 0 0,0 0-1,0 1 1,0-1 0,0 1-1,8 1 1,4-2-44,1 1 1,-1 1-1,0 1 0,0 0 1,1 1-1,-2 0 0,28 11 1,-40-13-45,0 0 0,1 0 0,-1 1 0,0-1 0,0 1 0,0-1 0,-1 1-1,1 0 1,0 0 0,-1 1 0,1-1 0,-1 0 0,0 1 0,0 0 0,0-1 0,3 6 0,-2-1-30,-2 0 0,1 0 0,-1 0 0,0 0 0,0 1 0,-1-1 0,0 10 0,-1-15 35,1 0 1,-1 0-1,0 0 1,1 0-1,-1 0 1,0 0-1,0-1 1,-1 1-1,1 0 1,0 0-1,0-1 1,-1 1-1,1-1 1,-1 1-1,1-1 1,-1 1-1,-3 1 1,-40 24-53,25-15 9,11-6 75,1 0-1,0 0 0,0 1 1,1 0-1,-11 13 0,15-13 25,1 1 0,0-1 0,1 1 0,-1-1 0,1 1 0,1 0 0,-1-1 0,1 1 0,1 0 0,1 12 0,0 10 249,4 78-226,-3-83 645,0-8-2724,-3-4-5216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3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0 288,'2'1'18829,"8"6"-19094,-10 40 1060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931 545 1392,'0'0'9442,"6"0"-8087,18 0 388,10 0 9658,-41-24-11257,-97-12-65,76 25-51,1 2 0,-37-9 0,-34-11 14,15 2-12,69 22-36,0 0-1,0-1 0,1-1 1,0 0-1,0-1 1,-19-15-1,-40-23 10,-11 7 29,78 37-31,1 0-1,-1 0 0,1-1 0,0 1 0,-1-1 1,-5-6-1,6 6-12,1 0-1,-1 0 1,1 1 0,-1 0-1,0-1 1,0 1 0,0 0-1,-7-2 1,6 3-1,-1-1 0,1-1 0,0 1 0,0-1-1,1 1 1,-1-2 0,0 1 0,1 0 0,0-1 0,-6-6-1,4 4 1,-1 0-1,1 0 0,-1 1 1,0 0-1,-11-6 0,17 11 14,-1-1-1,1 0 0,0 0 0,0 0 0,1 0 0,-1-1 0,0 1 1,0 0-1,0 0 0,1 0 0,-1-1 0,1 1 0,-1 0 0,1-1 1,-1 1-1,1-2 0,-1-1-1,-6-5-7,1 0-1,-1 0 1,-1 1-1,0 0 1,0 0-1,-10-7 1,17 15-18,-25-16-88,1 2 102,24 44-22346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8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4737,'0'0'19634,"-1"21"-19333,-14 39 154,-14 98-1,24-129-265,-1 0-1,-1 0 0,-1-1 0,-1 0 0,-19 36 0,24-53-100,0-1 0,1 1 1,0 1-1,1-1 0,0 0 1,1 0-1,0 1 0,1 18 1,0-29 39,3-9-5666,38-24-4080,-21 17 1542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2977,'0'0'28323,"16"0"-27806,40-3 495,93-18-1,-93 12-5843,-2 2-7340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5329,'0'0'10290,"0"5"-8759,-2 10-703,0 1 0,-1-1 0,-1 0 0,-1 0 0,0 0 0,-9 18 0,-14 43 823,18-37-1337,2 0 0,2 0-1,1 0 1,1 55 0,7-78-741,-2-15 126,0 0 0,0 0 0,0 0 0,1-1-1,-1 1 1,0-1 0,0 1 0,0-1 0,0 1 0,1-1 0,-1 0 0,0 1 0,0-1 0,0 0 0,1 0 0,-1 0 0,0 0 0,1 0 0,-1 0 0,0 0 0,3-1 0,8 0-929,14 0-5187,0-7-2860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5569,'0'0'12992,"2"15"-8668,12-16-4270,-1 0 0,1-1 0,-1-1 1,1 0-1,-1-1 0,0 0 0,0-1 0,14-8 1,-2 0-188,0-2 1,44-34 0,-68 48-54,1-1 1,-2 1 0,1-1-1,0 0 1,0 0 0,0 1-1,-1-1 1,1 0 0,-1 0-1,1 0 1,-1 0 0,0 0-1,0 0 1,0-2 0,0 3 141,1 0 0,-1 0 0,0 1 0,0-1 0,0 0 0,0 0 0,0 0 0,0 0 1,0 1-1,0-1 0,-1 0 0,1 0 0,0 0 0,0 0 0,-1 1 0,1-1 0,0 0 0,-1 0 1,1 1-1,-1-1 0,1 0 0,-1 1 0,1-1 0,-1 0 0,0 1 0,1-1 0,-1 1 0,0-1 1,-1 0-1,-2 1-46,-8-1 45,-1 1-1,1 1 0,0 0 1,-1 1-1,-12 3 0,20-3 241,0 0 1,0 0-1,1 1 0,-1 0 1,0 0-1,1 0 0,0 0 0,0 1 1,0 0-1,0-1 0,0 1 1,1 1-1,-1-1 0,-3 8 1,0-2 187,1 2 0,0-1 0,1 1 0,0-1 0,0 1 0,2 1 1,-4 17-1,3 0 789,1 0 1,3 31-1,0-60-1147,0 1-1,1 0 0,-1-1 1,1 1-1,-1 0 1,1-1-1,0 1 0,0-1 1,-1 1-1,1-1 0,0 0 1,0 1-1,1-1 0,-1 0 1,0 0-1,0 0 1,1 0-1,-1 0 0,0 0 1,1 0-1,-1 0 0,1 0 1,-1-1-1,1 1 0,-1 0 1,1-1-1,0 0 1,-1 1-1,1-1 0,0 0 1,1 0-1,63 4-325,-54-4 44,1 0-650,0-1 0,0 0 0,0-1-1,16-4 1,24-14-6242,-21 7-1173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220 232 2481,'0'0'8508,"-13"0"-7310,-41 1 290,47 0-1138,1 1 0,-1 0 0,1 0 1,0 0-1,0 0 0,0 1 0,0 0 0,0 1 0,0-1 1,1 1-1,0 0 0,-1 1 0,2-1 0,-1 1 0,0 0 1,-4 6-1,-2 2 162,6-8-316,1 0 0,0 1 0,0-1-1,1 1 1,-1 0 0,2 0 0,-1 0 0,0 1-1,1-1 1,0 1 0,1-1 0,-1 1 0,1-1-1,1 1 1,-1 0 0,1 0 0,0-1-1,2 11 1,-2-10 40,1-6-226,0 0 0,0 0 0,-1-1 0,1 1 0,0 0 0,0 0 0,0-1 0,1 1 0,-1 0 1,0-1-1,0 1 0,0-1 0,0 1 0,0-1 0,1 0 0,-1 0 0,0 1 0,0-1 0,1 0 0,-1 0 0,0 0 0,0 0 0,1 0 0,0-1 1,42 0-295,-40 1 209,2-1-48,1 0 0,-1-1 0,0 0 0,1 0 0,-1 0 0,0-1 1,0 0-1,-1 0 0,1 0 0,-1-1 0,1 1 0,-1-2 0,0 1 0,7-8 0,-5 4-402,1-1-1,-2 1 1,1-1 0,-1 0-1,0-1 1,-1 0 0,0 1-1,3-12 1,-7 15-245,0-1 0,0 0 1,0 0-1,-1 1 0,-1-13 0,0 0 1719,1 45 2404,0 149 640,0-173-3979,1-1 1,-1 0-1,0 0 1,1 1 0,-1-1-1,1 0 1,-1 0-1,1 1 1,0-1 0,0 0-1,-1 0 1,1 0-1,0 0 1,0 0 0,0 0-1,0 0 1,0-1-1,0 1 1,1 0 0,-1 0-1,0-1 1,0 1-1,0-1 1,1 1 0,-1-1-1,0 1 1,1-1 0,-1 0-1,0 0 1,1 0-1,1 0 1,51 3 60,-43-3-89,-1-1 5,0 0 1,0 0 0,0-1 0,-1 0 0,1 0 0,-1-1 0,0-1 0,0 0 0,0 0 0,0 0-1,0-1 1,-1-1 0,0 1 0,0-1 0,-1-1 0,1 1 0,-1-1 0,-1-1 0,11-13-1,-8 8-184,-1 0 0,-1 0 0,0-1-1,0 0 1,-1 0 0,-1 0-1,0-1 1,-1 0 0,-1 0-1,0 0 1,-1 0 0,0-19-1,-2-125-2636,-1 158 2858,1 1-1,0 0 0,0-1 1,0 1-1,0 0 0,0 0 0,0 0 1,-1-1-1,1 1 0,0 0 0,0 0 1,0-1-1,0 1 0,-1 0 0,1 0 1,0 0-1,0 0 0,-1-1 1,1 1-1,0 0 0,0 0 0,-1 0 1,1 0-1,0 0 0,0 0 0,-1 0 1,1 0-1,0 0 0,-1 0 1,1 0-1,0 0 0,0 0 0,-1 0 1,1 0-1,0 0 0,0 0 0,-1 0 1,1 0-1,0 0 0,0 0 1,-1 0-1,1 1 0,0-1 0,0 0 1,-1 0-1,1 0 0,0 0 0,0 1 1,0-1-1,-1 0 0,1 1 0,-1-1 54,0 1-1,0-1 0,0 1 0,0 0 0,0-1 0,1 1 0,-1 0 0,0 0 0,0 0 0,1-1 0,-1 1 0,0 0 0,1 0 0,-1 0 1,1 0-1,-1 2 0,-4 32 603,1 0-1,1 1 1,3-1 0,7 71 0,-6-98-620,2 0-1,-1 0 1,1 0 0,1 0 0,-1 0 0,1-1 0,1 1 0,-1-1-1,10 10 1,55 56-17,-62-66-56,-2-2-118,1 0 1,-1-1-1,1 0 0,0 0 1,0 0-1,0-1 0,0 0 1,1 0-1,-1-1 1,1 1-1,11 1 0,-8-2-839,0-1 0,1-1 0,-1 1 0,13-3 0,-21 2 625,-1 0 0,1 0-1,0 0 1,-1 0 0,1-1-1,-1 1 1,1-1-1,0 1 1,-1-1 0,1 0-1,-1 1 1,1-1 0,-1 0-1,0 0 1,1 0 0,-1 0-1,0 0 1,0-1 0,2-1-1,4-12-7656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8738,'0'0'21044,"141"-40"-20452,-102 40-431,-7 0-161,6 0-2065,-12 0-3584,0 0-5105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10 6849,'0'0'11544,"12"-9"-6956,-19 9-4555,-1 1-1,1 0 1,0 0 0,0 1-1,-1 0 1,1 0 0,0 0 0,1 1-1,-1 0 1,0 1 0,1-1-1,0 1 1,0 0 0,0 1-1,0 0 1,1 0 0,0 0 0,0 0-1,0 1 1,1 0 0,-1 0-1,-5 11 1,2 0 38,1 1 0,0 0 0,2 1 1,0-1-1,1 1 0,0 0 0,2 1 0,0 22 0,2-40-62,1-1 1,0 1-1,-1 0 0,1-1 0,0 1 0,0-1 1,0 1-1,0-1 0,1 0 0,-1 1 0,0-1 1,0 0-1,1 0 0,-1 0 0,1 0 0,-1 0 1,1 0-1,0 0 0,-1-1 0,1 1 0,0 0 1,-1-1-1,1 0 0,0 1 0,0-1 0,2 0 1,54 8-91,-49-8-191,0 1 0,0-1-1,0 0 1,1-1 0,-1 0-1,14-4 1,-20 4 190,0-1-1,0 1 1,0 0 0,0-1-1,0 0 1,0 0 0,-1 0-1,1 0 1,-1 0-1,1 0 1,-1-1 0,0 1-1,0-1 1,0 1 0,0-1-1,-1 0 1,1 0 0,-1 0-1,1 0 1,-1 0-1,1-6 1,3-12-616,-2-1 0,0 0 0,-1 1 0,-2-35 0,0 37 54,0 16 603,-1 0 1,0 0-1,0 0 0,0 0 1,0 0-1,0 0 1,0 0-1,-1 0 0,1 1 1,-1-1-1,0 0 0,0 1 1,0-1-1,0 1 1,0 0-1,-5-4 0,2 2 1,0 0 0,0 1-1,0 0 1,0 0 0,0 0-1,-1 0 1,1 1 0,-8-2-1,7 3 7,5 1 546,1 28 1219,0-23-1566,0 0 0,0 0 0,0 0 0,0 0-1,1-1 1,0 1 0,0 0 0,0 0 0,1-1 0,-1 1 0,1 0 0,0-1 0,1 0 0,-1 0 0,1 1 0,0-1 0,0-1-1,0 1 1,0 0 0,1-1 0,-1 1 0,1-1 0,5 3 0,-3-1-164,15 11 957,0-1 1,35 20 0,-47-31-1020,-1-1 1,1 1 0,-1-2-1,14 4 1,-16-5-522,0 0 0,0-1 0,1 0 0,-1 0 0,0 0 0,0-1 0,10-1 1,-4-5-3519,1-4-1936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8 6337,'0'0'10861,"19"-7"-8364,-20 11-2334,-1 0 0,-1 0-1,1 0 1,-1 0 0,1-1 0,-1 1 0,0-1-1,0 1 1,-1-1 0,1 0 0,-7 4 0,-21 23 499,28-25-590,1-1 0,-1 1 0,1-1 0,0 1 0,0-1-1,1 1 1,-1 0 0,1 0 0,0 0 0,1 0 0,-1 0-1,1 0 1,0 0 0,1 6 0,31-9 125,210-2-162,-239 0-29,0 1 1,0-1-1,0 1 0,0 0 1,0 0-1,0 0 0,0 0 1,-1 1-1,1-1 0,-1 1 1,1-1-1,-1 1 0,1 0 1,-1 0-1,0 0 0,0 0 1,0 0-1,0 1 0,0-1 1,-1 1-1,1-1 0,-1 1 1,1-1-1,-1 1 0,0 0 0,0 0 1,0 0-1,0 4 0,2 1 29,-2-1-1,1 1 1,-1 0-1,-1-1 1,1 1-1,-1 0 1,0 0-1,-1 0 1,0-1-1,-2 11 1,2-17-35,0 1 0,0-1 0,0 1 0,0-1 0,-1 1 0,1-1 0,0 0 0,-1 0 0,1 0 0,0 1 0,-1-1 0,1 0 0,-1-1 0,0 1 0,1 0 0,-1 0 0,-3 0 0,-35 10-119,32-9 27,-37 4-1678,15-6-2517,22 0 2438,-12 0-5592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6209,'0'0'10992,"0"0"-10959,0 0 0,0 0 0,0 0 0,0 0 0,1 0 0,-1 0 0,0 0 0,0 0 0,0 0 0,1 0 0,-1-1 0,0 1 0,0 0 0,1 0 0,-1 0 0,0 0 0,0 1 0,0-1 0,1 0 0,-1 0 0,0 0 0,0 0 0,0 0 0,1 0 0,-1 0 0,0 0 0,0 0 0,0 0 0,0 1 0,1-1 0,-1 0 0,0 0 0,0 0 0,0 0 0,0 0 0,0 1 0,1-1 0,-1 0 0,0 0 0,0 0 0,0 1 0,0-1 0,-3 4 171,-1 0-1,1-1 1,-1 1 0,0-1-1,0 0 1,-1 0-1,1 0 1,-7 3 0,-19 13 801,16-7-414,-32 29 480,44-38-950,0-1-1,-1 1 1,1 0-1,0 0 1,1 0-1,-1 0 1,0 0-1,1 0 1,0 0-1,0 1 1,0-1-1,0 0 1,0 1-1,0 5 1,3-9-86,1 1-1,-1 0 1,0-1-1,1 1 1,-1-1-1,1 0 1,-1 0-1,0 0 1,1 0-1,3 0 1,-3 0 1,79-3 80,-41 1-55,0 2 0,55 6 0,-94-6-85,1 0 0,-1 1 0,1-1-1,-1 1 1,0 0 0,1 0 0,-1 0 0,0 0 0,0 0 0,1 0 0,-1 1 0,0-1 0,-1 1 0,1-1 0,0 1 0,0 0-1,-1 0 1,1 0 0,-1 0 0,1 0 0,-1 0 0,0 0 0,0 0 0,0 0 0,2 5 0,-1 2-43,-1 0 1,0 0-1,0 1 1,-1-1-1,-1 14 0,1 0 79,-1-21 9,1 0 0,0 0 0,0 0 0,-1 0 0,1 0 0,-1 0-1,0-1 1,0 1 0,1 0 0,-1 0 0,0 0 0,0-1 0,-1 1 0,1-1-1,0 1 1,-1-1 0,1 1 0,0-1 0,-1 0 0,0 1 0,1-1 0,-1 0-1,-2 1 1,-26 8-1467,11-8-3319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5601,'0'0'11971,"12"10"-10976,-6-5-951,7 7 317,-1-1 0,0 2 1,0 0-1,-1 0 1,-1 1-1,10 17 1,-18-27-331,-1 0 1,1 0-1,0 0 0,0 0 1,1-1-1,-1 1 1,1-1-1,0 1 1,0-1-1,0 0 1,0 0-1,0 0 1,1 0-1,-1-1 1,1 1-1,0-1 1,0 0-1,0 0 1,0 0-1,0-1 1,0 0-1,0 1 1,1-1-1,-1-1 1,0 1-1,1-1 1,-1 1-1,1-1 1,-1-1-1,5 0 1,-3 1-164,-1 0 1,1-1-1,-1 0 1,0 0-1,0-1 0,0 1 1,1-1-1,-1 0 1,-1 0-1,1-1 1,0 0-1,-1 0 0,1 0 1,-1 0-1,0 0 1,0-1-1,0 0 1,0 0-1,-1 0 1,0 0-1,1-1 0,-2 1 1,1-1-1,0 0 1,-1 0-1,0 0 1,0 0-1,-1 0 1,1 0-1,-1 0 0,0-1 1,0 1-1,-1-11 1,0-84-2574,9 116 4242,30 22 322,49 39 0,-87-76-1877,1 1 1,-1-1 0,1 1 0,-1-1 0,1 0 0,0 0-1,0 0 1,-1 0 0,1 0 0,0-1 0,0 1 0,0 0-1,0-1 1,0 1 0,0-1 0,0 0 0,0 0 0,0 0 0,0 0-1,0 0 1,0 0 0,2-1 0,-2 0-16,0 0 1,0 0-1,-1 0 0,1-1 1,-1 1-1,1-1 1,-1 1-1,0-1 0,0 1 1,0-1-1,1 0 1,-1 0-1,-1 1 0,1-1 1,0 0-1,0 0 0,0-4 1,2-10-224,0 0 1,-1 0 0,-1-1-1,-1-17 1,0 27 140,0-40-1127,0 31 1411,0 29 2878,2-8-2951,0 0 1,0 1-1,0-2 1,1 1 0,-1 0-1,1 0 1,1-1 0,-1 1-1,1-1 1,-1 0 0,1 0-1,0-1 1,6 5 0,13 14 147,40 53 180,-63-75-448,0 1 0,0-1 0,0 0 0,1 0 0,-1 0 0,0 0 0,0 0 0,0 0 0,1 0 0,-1 0 0,0 0 0,0 0 0,1 0 1,-1 0-1,0 0 0,0 0 0,0 0 0,1 0 0,-1 0 0,0 0 0,0 0 0,0 0 0,1 0 0,-1 0 0,0 0 0,0-1 0,0 1 0,1 0 0,-1 0 0,0 0 0,0 0 0,0 0 0,0-1 0,1 1 0,-1 0 0,0 0 0,0 0 0,0-1 0,0 1 0,0 0 0,0 0 0,0 0 0,0-1 0,0 1 0,0 0 0,0 0 0,1 0 0,-1-1 0,0 1 0,0 0 0,0 0 0,-1 0 0,1-1 0,0 1 0,0 0 0,0 0 0,0-1 0,0 1 0,0 0 0,0 0 0,0-1 0,0-17-27,0 16 40,19-141 272,-19 143-263,0-1 0,0 0-1,0 0 1,-1 0 0,1 0 0,0 0-1,0 0 1,0 0 0,0 0 0,1 0-1,-1 0 1,0 0 0,0 0 0,1 0-1,-1 0 1,0 0 0,1 0 0,-1 1-1,1-1 1,-1 0 0,1 0 0,-1 0-1,1 1 1,0-1 0,-1 0 0,1 1-1,0-1 1,0 0 0,-1 1-1,1-1 1,0 1 0,0 0 0,0-1-1,0 1 1,0-1 0,0 1 0,0 0-1,-1 0 1,1 0 0,0-1 0,0 1-1,0 0 1,0 0 0,0 0 0,0 1-1,0-1 1,0 0 0,0 0 0,0 0-1,0 1 1,0-1 0,0 0 0,0 1-1,-1-1 1,1 1 0,0-1 0,1 2-1,5 1 55,-1 1 0,0 0 0,1 1 0,-2-1 0,11 11 0,-14-13-54,30 27 406,-31-28-429,-1 0-1,1-1 0,0 1 1,0-1-1,0 1 1,0-1-1,0 1 0,0-1 1,0 0-1,0 1 1,0-1-1,0 0 1,0 0-1,0 0 0,0 0 1,0 0-1,0 0 1,0 0-1,1 0 0,-1 0 1,0 0-1,0-1 1,0 1-1,0 0 0,0-1 1,0 1-1,0-1 1,-1 1-1,1-1 0,0 1 1,0-1-1,0 0 1,0 1-1,-1-1 0,1 0 1,0 0-1,0-1 1,6-9-262,-1-1 0,0 0 0,-1-1 0,7-21 1,-8 21-219,0 1 0,1-1 0,0 1 0,12-19 0,-16 30 550,0 0-1,0 1 0,0-1 1,0 0-1,1 1 0,-1-1 1,0 1-1,0 0 0,0-1 1,1 1-1,-1 0 0,0 0 1,1 0-1,-1-1 0,0 1 1,1 1-1,-1-1 0,0 0 1,0 0-1,1 0 0,-1 1 1,2 0-1,25 12 1260,30 58 606,45 62-1124,-91-118-1425,-4-8-3622,-2-7-211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8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3633,'0'0'13003,"25"24"-11817,82 79-68,-90-87-615,-2 2-1,0 0 1,-1 1 0,-1 0-1,-1 1 1,10 22-1,1 0 69,-7-10-118,21 65 0,-24-61-410,22 46 0,-24-75 141,-11-7-202,0 0 0,0 0 0,1 0 0,-1 0 0,0 1 0,0-1 0,1 0 0,-1 0 0,0 0 0,0 0 0,1 0 0,-1 0 0,0 0 0,0 0 0,1 0 0,-1 0 0,0 0 0,0 0 0,1 0 0,-1 0 0,0 0 1,0 0-1,1 0 0,-1 0 0,0 0 0,0 0 0,0 0 0,1 0 0,-1-1 0,0 1 0,0 0 0,1 0 0,-1 0 0,0 0 0,0-1 0,0 1 0,0 0 0,1 0 0,-1 0 0,0-1 0,0 1 0,0 0 0,0 0 0,0 0 0,0-1 0,0 1 0,1 0 0,-1 0 0,0-1 0,0 1 0,0 0 0,0 0 0,0-1 0,-1-7 21,0 0 0,0 1 0,0-1 0,-1 1 0,0-1 0,-1 1 0,0-1 0,0 1 0,0 0 0,-1 0 0,0 1 0,0-1 0,-1 1 0,-7-8 0,-10-10 14,-2 1 0,-32-24 1,-5-5-16,59 50-3,-10-9-31,0 1 0,1-2 0,0 0 0,1 0 0,0-1 0,1 0 1,0 0-1,1-1 0,-7-18 0,5 3-42,1-1 1,1 0-1,2 0 1,1 0-1,1-1 1,1-37-1,3 66 87,1 0-1,-1-1 1,0 1 0,1 0-1,0-1 1,0 1 0,0 0-1,0 0 1,0 0 0,0 0-1,0 0 1,1 0 0,-1 0-1,1 0 1,-1 0 0,1 1-1,0-1 1,0 1 0,-1-1-1,1 1 1,0-1 0,0 1-1,1 0 1,-1 0 0,0 0-1,0 0 1,0 1 0,1-1-1,-1 1 1,0-1 0,1 1-1,3 0 1,10-2-125,0 1 0,0 0 0,25 3 0,-36-2 51,4 1 27,0 1-1,0 0 1,1 0-1,-1 1 1,0 0-1,-1 0 1,1 1-1,12 8 1,-17-10 24,0 0 0,-1 0 0,1 1 0,-1 0 0,0-1 0,0 1 0,0 0 0,0 0 0,0 1 0,-1-1 0,1 1 0,-1-1 0,0 1 0,0 0 0,0 0 0,-1 0 0,1 0 0,-1 0 0,0 0 0,0 0 0,0 6 0,-1 8 90,1-11 6,-1 1-1,0-1 0,-1 0 1,0 1-1,-3 12 1,3-17-60,0 0 0,-1 0 1,0 0-1,1 0 1,-1 0-1,0 0 1,0-1-1,-1 1 1,1-1-1,-1 0 1,1 1-1,-1-1 1,0 0-1,1 0 1,-1-1-1,-4 2 1,-6 4 7,0-2 1,0 0-1,-1 0 1,0-1-1,0-1 1,-27 3-1,-13-4-3041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1344,'0'0'15070,"16"6"-13779,5 2-589,-1 1 1,0 0-1,-1 2 1,0 0-1,20 16 0,33 35 2082,75 83-1,12 10-2762,-152-143-927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7794,'0'0'17972,"199"-89"-16596,-161 77-784,-6 2-208,7 4-384,-7 0 0,-13 0-832,7 6-1729,-13 0-2528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8482,'6'6'2864,"1"6"-111,5 3 224,1 7-1185,0-1-448,6 4-399,-6-4-577,6 1-112,1-7-256,-1-6-288,-6-6-1105,0-3-1855,-7 0-1922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11154,'0'0'10259,"51"0"-19701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103 124 6849,'0'0'7018,"-11"0"-6258,6 0-623,0 0 0,0 0-1,0 1 1,0-1 0,1 1 0,-1 0-1,0 1 1,0-1 0,-7 4 0,9-3-11,1 0-1,-1 0 1,1 0 0,0 0 0,-1 0 0,1 1 0,0-1 0,0 1 0,0-1 0,1 1 0,-1 0-1,1 0 1,-1 0 0,1 0 0,0 0 0,0 0 0,0 0 0,1 0 0,-1 1 0,0 4 0,0 91 599,2-97-710,-1 0 1,1 1-1,0-1 1,0 0-1,0 1 0,0-1 1,0 0-1,0 0 0,0 0 1,1 0-1,-1 0 0,1 0 1,-1 0-1,1-1 0,0 1 1,0 0-1,0-1 0,0 0 1,0 1-1,0-1 0,0 0 1,0 0-1,1 0 0,-1 0 1,0-1-1,1 1 0,-1 0 1,0-1-1,1 0 0,3 1 1,12 1 33,1 0 0,32 0 1,-42-2-100,-6 0 24,0 0-1,-1 0 1,1 0 0,0-1 0,-1 1 0,1 0 0,0-1 0,-1 0 0,1 0 0,-1 0 0,1 0-1,-1 0 1,1 0 0,-1-1 0,0 1 0,0-1 0,1 1 0,-1-1 0,0 0 0,-1 0 0,1 0 0,0 0-1,0 0 1,-1 0 0,1-1 0,-1 1 0,0-1 0,0 1 0,0 0 0,1-4 0,0-5-211,0-1 0,0 0 0,-1 0 0,0 0 0,-2-18 0,0 6-576,1 22 729,-1 0 0,1 0 0,-1 1 0,1-1-1,-1 0 1,0 0 0,1 1 0,-1-1 0,0 1 0,0-1-1,0 0 1,0 1 0,-1 0 0,1-1 0,0 1 0,-1 0-1,1 0 1,-1-1 0,1 1 0,-1 0 0,1 1 0,-1-1-1,0 0 1,-2-1 0,-53-15-597,36 11 658,20 6 81,1 0 0,-1-1 0,0 1 1,1 0-1,-1-1 0,0 1 0,1-1 1,-1 1-1,1-1 0,-1 1 0,1-1 0,-1 1 1,1-1-1,-1 0 0,1 1 0,0-1 1,-1 0-1,1 1 0,0-1 0,0 0 1,-1 0-1,1 1 0,0-1 0,0 0 1,0 1-1,0-1 0,0 0 0,0 0 0,0 1 1,0-1-1,0 0 0,0 0 0,1 1 1,-1-1-1,0 0 0,0 1 0,1-1 1,-1 0-1,0 1 0,2-2 0,-1-1 76,0 1 1,0 0-1,1-1 0,-1 1 0,1 0 0,-1 0 0,1 0 0,0 0 0,4-3 0,31-13-25,1 1 0,65-18-1,-83 29-370,-18 5 238,0 1-1,0-1 0,0 1 1,0-1-1,0 1 0,0 0 1,0 0-1,1 0 0,-1 0 1,0 1-1,0-1 0,0 0 1,0 1-1,0-1 0,0 1 1,0 0-1,0 0 0,0 0 1,0 0-1,0 0 0,0 0 1,-1 1-1,1-1 0,2 3 1,3 4-149,-1-1 0,-1 1 0,1 0 0,5 13 0,6 8-29,-3-8 213,-6-9 18,0 0 0,0-1 0,1 0 0,0-1 0,18 16 0,-27-26-28,1 1 1,-1-1 0,1 0-1,-1 0 1,1 0 0,-1 0 0,1 1-1,-1-1 1,1 0 0,-1 0 0,1 0-1,-1 0 1,1 0 0,-1 0 0,1 0-1,-1-1 1,1 1 0,-1 0-1,0 0 1,1 0 0,-1 0 0,1-1-1,-1 1 1,1 0 0,-1 0 0,1-1-1,-1 1 1,0 0 0,1-1 0,-1 1-1,0 0 1,1-1 0,-1 1 0,0-1-1,1 1 1,-1 0 0,0-1-1,0 1 1,0-1 0,1 1 0,-1-1-1,0 1 1,0-2 0,8-23 34,-8 22-12,7-21 15,-1-2 0,-1 1 1,3-49-1,-8 74-27,1-1-1,-1 0 1,1 1 0,-1-1 0,1 0-1,-1 1 1,1-1 0,-1 1-1,1-1 1,0 0 0,-1 1 0,1 0-1,0-1 1,-1 1 0,1-1 0,0 1-1,0 0 1,-1-1 0,1 1 0,0 0-1,0 0 1,0 0 0,-1 0-1,1 0 1,0 0 0,0 0 0,0 0-1,1 0 1,36 0 102,-25 1-99,-6-1 35,1 1 0,-1 0 0,1 1 0,-1 0 0,1 0 0,-1 0 0,0 1 0,0 0 0,0 0 0,-1 1 0,1 0 0,-1 0 0,0 1 0,0-1 0,0 1 0,0 1 0,7 8 0,6 10 189,-1 0 0,-2 1 0,15 28-1,-22-37-170,-8-13-86,1 0-1,-1 0 0,1 0 0,0 0 0,0 0 0,0-1 1,0 1-1,0-1 0,1 0 0,-1 1 0,1-1 0,-1 0 1,1 0-1,0-1 0,4 3 0,-6-17-8852,-1 1 242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1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6609,'0'0'7533,"-18"4"-7293,4-1-177,-84 23-39,89-24 124,2 1 0,-1 1 1,0-1-1,1 1 0,-1 0 1,1 1-1,0 0 0,1 0 1,-1 1-1,1-1 0,-7 10 1,12-14-52,0 0 0,0 0-1,0 0 1,0 0 0,0 0 0,0 0 0,1 0 0,-1 0 0,0 1 0,1-1 0,-1 0-1,1 0 1,0 1 0,-1-1 0,1 0 0,0 1 0,0-1 0,0 0 0,0 1 0,0-1-1,0 1 1,0-1 0,0 0 0,0 1 0,1-1 0,-1 0 0,1 0 0,-1 1-1,1-1 1,-1 0 0,1 0 0,0 0 0,-1 1 0,1-1 0,0 0 0,0 0 0,0 0-1,0 0 1,0 0 0,0-1 0,0 1 0,0 0 0,0 0 0,0-1 0,1 1 0,-1-1-1,3 2 1,7 1-93,0 1 0,1-2 0,0 0 0,19 2-1,-11-2 172,6 0-173,53-1 1,-61-3 7,0 1 0,0 2-1,0 0 1,0 0-1,0 2 1,-1 0 0,21 7-1,-35-9-28,0 0 0,-1 1-1,1-1 1,0 1 0,-1-1 0,0 1-1,1 0 1,-1 0 0,0 0 0,0 0-1,0 1 1,0-1 0,0 0 0,-1 1-1,1 0 1,-1-1 0,1 1 0,-1 0-1,0-1 1,0 1 0,1 5 0,0 3-34,-1 1 1,-1-1 0,1 1-1,-3 16 1,1 3 108,0-29-67,1 0 1,-1 0 0,0-1 0,0 1-1,0 0 1,0-1 0,0 1 0,0-1-1,0 1 1,0-1 0,-1 0-1,1 1 1,0-1 0,-1 0 0,1 0-1,-1 0 1,0 0 0,1 0 0,-1 0-1,0-1 1,1 1 0,-1 0-1,0-1 1,0 0 0,0 1 0,0-1-1,1 0 1,-4 0 0,-65 6-822,60-5 468,-115-1-7296,97 0 1885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4993,'0'0'8458,"13"-15"-5489,6 5-2882,2 2 1,-1 1-1,1 0 1,0 1-1,0 2 1,1 0 0,0 1-1,0 1 1,-1 1-1,1 1 1,33 4-1,-42 1-94,-1 0-1,1 1 1,-1 0-1,0 1 1,-1 0-1,0 1 1,0 0-1,-1 1 1,0 0-1,17 20 1,-25-26 16,-1 0 1,0 0-1,1 0 1,-2 1-1,1-1 1,0 0-1,-1 0 1,1 1-1,-1-1 1,0 0-1,0 1 1,0-1-1,0 0 1,-1 1-1,0-1 1,1 0-1,-1 0 1,0 1-1,-1-1 1,1 0-1,0 0 1,-3 3-1,-4-2-17,0 0 0,0-1 0,0 0 0,-18 4 0,21-7 16,-1 1-1,0 1 1,0-1-1,1 1 1,-1 0 0,1 0-1,-1 0 1,1 1-1,0 0 1,0 0-1,0 0 1,0 1-1,1 0 1,-1 0-1,1 0 1,-5 6-1,9-10 9,0 1-1,-1 0 0,1 0 0,-1 0 1,1 0-1,0-1 0,0 1 0,-1 0 1,1 0-1,0 0 0,0 0 0,0 0 1,0 0-1,0 0 0,0 0 1,0 0-1,0 0 0,1-1 0,-1 1 1,0 0-1,0 0 0,1 0 0,-1 0 1,1 0-1,-1-1 0,1 1 0,-1 0 1,1 0-1,-1-1 0,1 1 0,0 0 1,-1-1-1,1 1 0,0-1 0,-1 1 1,1-1-1,1 1 0,40 15 49,-10-4-38,-24-5-274,1 1 1,-1-1-1,12 16 0,-14-15-1196,1-1 0,0 1 0,0-1 0,1-1 0,8 7 0,3-3-6449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6529,'0'0'13811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2865,'0'0'3712,"1"8"-3402,5 6 11151,-5-14-11326,-1 0 1,1 0 0,0 0-1,0 0 1,0-1-1,0 1 1,0 0-1,0 0 1,0-1 0,0 1-1,0 0 1,0-1-1,0 1 1,-1-1-1,1 1 1,0-1 0,0 1-1,0-1 1,-1 0-1,1 1 1,0-1-1,0-1 1,1-6-30,1-1 0,-1 1 0,-1-1 0,0 0 1,0 1-1,-1-1 0,-1-11 0,1 10-91,0 1 0,0-1 0,1 0 0,0 1 0,5-19 0,-4 21-25,0-1 1,-1 1 0,0-1-1,0 0 1,-1-11 0,0 18-31,2 1 104,2 0-11,-3 0 161,0-1-15,-1 0 8,1 0 0,0 0 0,0 0 1,0 0-1,0 0 0,0 1 0,0-1 0,0 0 1,0 0-1,0 1 0,1-1 0,-1 1 0,0-1 1,0 1-1,1-1 0,-1 1 0,0 0 0,1 0 1,-1-1-1,0 1 0,1 0 0,-1 0 1,0 0-1,1 1 0,0-1 0,54 0 398,-40 1-115,5-1-205,44 0 241,103 12-1,-166-12-1551,14 2 2907,-12-1-5793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8:38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2002 0 27980,'-2001'475'0,"2273"-411"0,-544-128 0,486-115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0:5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921 177 4545,'0'0'17417,"-33"0"-11845,-4 1-5282,1 2 1,-1 2-1,1 2 1,0 0-1,1 3 0,0 1 1,0 1-1,-49 27 1,46-22-292,16-7-7,0 0-1,1 1 1,1 1 0,0 0 0,0 2-1,-17 16 1,-60 67-104,66-65 58,22-25-4,1 0-1,0 2 1,0-1-1,1 1 1,0 0 0,0 0-1,1 1 1,1-1-1,-1 1 1,1 1 0,-3 10-1,-8 24 43,12-37 17,1 1 1,0-1 0,0 0 0,1 1-1,0 0 1,0-1 0,0 14 0,2 6 2,-1 0 0,-1 1 0,-7 35 0,5-47-12,-5 23-405,-17 47-1,21-71 347,1-1 1,2 2 0,-1-1-1,2 0 1,0 0 0,1 1-1,2 16 1,-1 11 87,1-37-18,0 0 0,1 0 0,0-1 0,0 1-1,0-1 1,1 0 0,0 0 0,0 0 0,1-1-1,0 1 1,8 7 0,14 19-2,-6-6 90,1-1 0,1-1 0,37 31 0,-30-29 48,49 56 1,-59-61-22,2 0 0,0-1 0,1-1 0,25 16-1,-47-35-117,63 40 206,-32-20-233,-28-17 34,1 0 0,-1 0 0,1 0 0,0-1 0,0 1 1,0-1-1,0 0 0,1-1 0,-1 1 0,0-1 0,6 1 0,69 10 487,-53-7-370,1 0-1,35 0 0,144 3 1128,-6 1-528,-51-4-283,-125-3-425,45 12 0,-50-9-6,1-1 0,-1 0 1,30 0-1,155 14-9,-69-16 0,-16 0 0,137-15 0,254-3-1240,-367 17 1013,449-1-296,-339 0-2152,-225-2 2017,-1-2 1,1 0-1,29-9 0,22-4 496,-60 13 56,-1 0-1,-1-1 0,1-2 1,-1 1-1,0-2 0,0 0 1,-1-2-1,0 0 0,-1 0 1,29-25-1,-38 26 88,-1 0 0,0 0 1,0-1-1,-1 0 0,0 1 0,-1-2 1,0 1-1,5-19 0,3-9 38,-7 20-23,-1-1 0,-1 0 0,0 1-1,-2-1 1,0-1 0,-4-36 0,2 1 4,-1 34 14,-2 0 0,0 0 0,-1 0 0,-1 0 0,-1 1 0,-1 0 0,0 0 0,-13-20 0,-10-27-12,24 53-40,0 1 0,-18-24 0,-7-12 43,26 38 2,1 1 0,0-1-1,1 0 1,0 0 0,0 0 0,-1-13 0,1 11-3,-1 1-1,0-1 1,-1 1 0,-1 0-1,0 0 1,0 0 0,-1 1 0,-1 1-1,0-1 1,-11-9 0,-9-14-75,-103-140 322,129 169-231,0 0 0,0 1 1,0-2-1,1 1 0,0 0 0,0 0 0,-1-7 0,2 7-1,0 1-1,-1-1 0,1 1 1,-1 0-1,0-1 1,0 1-1,-1 0 0,1 0 1,-1 0-1,0 0 1,0 1-1,-6-7 0,-20-14 3,-10-8 87,-38-40 1,69 62-120,-1 1 1,0 1 0,-1-1-1,0 1 1,0 1-1,0 0 1,-1 0 0,-21-9-1,-5 0 17,-39-25-1,56 29 2,0 0 0,-1 2 0,-1 0 0,1 1 0,-2 1 0,1 1 0,-33-5 0,-155-10 726,88 15 189,-171-31 0,268 35-759,1 0 0,-41 2 0,37 1-9,-43-6 0,20 1 75,-1 2 0,-76 6-1,25-1 12,-282 7 130,261-11-372,88 0 14,-1 1-1,-61 8 0,-128 34 104,72-6-38,134-31-41,-1 2-1,1 0 0,-1 2 1,-20 11-1,-41 14 60,67-30-128,-1 0 0,1 0-1,-18 0 1,-34 5-138,56-5-152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4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817 29 6897,'0'0'16372,"-20"0"-14505,3 3-1434,0-1-1,0 2 0,0 1 1,1 0-1,-1 1 1,-23 12-1,-35 24-347,1 3 0,2 4-1,-119 104 1,169-133-176,1 1 0,1 0-1,0 2 1,2 0 0,1 2 0,0 0 0,2 0-1,1 1 1,-13 35 0,9-22 79,13-29-3,0 1 1,0-1 0,1 1-1,0 0 1,1 0 0,0 1-1,1-1 1,-2 22 0,4 186-136,1-214 151,0 0 0,0 1-1,0-1 1,0 0 0,1 0 0,0 0-1,0 0 1,1 0 0,-1-1 0,1 1-1,0-1 1,0 0 0,1 1 0,-1-1-1,7 5 1,10 9 37,41 29-1,-41-32-46,8 7 18,-1 1 1,0 1-1,-2 1 1,-1 2-1,-1 0 1,25 40-1,-41-56-16,1-1-1,1 0 0,-1-1 1,2 0-1,-1 0 0,1-1 1,1 0-1,21 12 1,5-1 51,58 20 1,-59-26-35,62 33-1,-54-22 99,1-2-1,1-2 0,77 22 1,214 29 1217,-155-39-1037,0-9-351,-53-10 286,-64-7 1,86-3-1,17 1 189,353 5 496,-311-11-690,81 7-350,209-4-216,-280-32 82,-82 7 164,-106 19 53,1-1 0,-2-2 0,1-1 0,-1-2 0,-1-1 0,58-32 0,-50 20-18,-1-1 0,-1-2 0,-1-2 0,49-52 0,-74 70 39,-1-2 0,0 1 0,-1-1 1,0-1-1,-1 0 0,0 0 0,-1 0 0,-1 0 0,0-1 0,-1 0 0,-1 0 0,2-18 0,1-26 37,-4-111 0,-3 98-107,1 36 142,-3 0-1,0 0 0,-12-46 1,10 71-13,0 1 0,-1 0 0,0 0 0,0 1 0,-1-1 0,-10-9 0,10 10-56,-50-75 121,48 68-62,0 1 0,-1 1 0,-1-1 0,0 2-1,0-1 1,-2 2 0,0-1 0,0 2 0,-20-14 0,-46-33 2,56 40-88,-44-27 1,-83-52 248,136 89-234,-1 1 0,-1 0 0,1 1 0,-1 1 0,-31-6 0,-32-11 49,-2-2 119,0 2 0,-133-16 1,84 17-177,-13 2 116,-161-2-1,164 11-6,-64-2 102,67 14-156,-150-4-15,111-16-48,-208-18 69,328 32-219,-91 3 0,-28-1 219,89-6 198,0 3-1,-107 9 0,149 1-134,0 1 1,-64 18-1,107-24-118,0 1 0,0 0 1,0-1-1,-1 1 0,1 0 1,0 0-1,0 0 0,0 0 0,0 0 1,0 0-1,0 0 0,1 0 1,-1 0-1,0 0 0,1 0 0,-1 0 1,0 1-1,1-1 0,-1 0 1,1 2-1,-2 6-3343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0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5493 2343 4545,'0'0'17556,"-8"-20"-16721,-18-1 514,-1 0 1,-52-29 0,56 36-673,-717-384 2311,264 153-1666,-187-94-625,402 210-599,111 63-98,-295-87 0,-27-9 0,-346-166 0,508 235 0,41 15 0,260 75 0,-295-85 0,66 28 0,65 15 0,171 42-1160,9 0-1819,21-4-5424,-12 3 3717,29-9-5220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08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1968,'0'0'20463,"20"6"-10991,-18 9-9355,1 0 0,0-1 0,1 1 0,1-1 0,0 1 0,13 24 0,-4-8-139,-4-2 33,-1 1 1,10 60-1,-13-54-85,18 55 0,40 67-1146,-35-91-3252,-29-67 4258,1 1 0,-1-1-1,1 1 1,-1-1 0,0 0 0,1 1 0,-1-1 0,1 0 0,-1 1 0,1-1 0,-1 0-1,1 0 1,-1 0 0,1 1 0,-1-1 0,1 0 0,-1 0 0,1 0 0,-1 0 0,1 0-1,0 0 1,-1 0 0,1 0 0,-1 0 0,1 0 0,-1 0 0,1-1 0,-1 1 0,1 0-1,-1 0 1,1 0 0,-1-1 0,1 1 0,-1 0 0,1 0 0,-1-1 0,1 1 0,-1-1-1,0 1 1,1 0 0,-1-1 0,0 1 0,1-1 0,-1 1 0,0-1 0,1 1 0,-1-1-1,0 1 1,0-1 0,1 0 0,11-21-8062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0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2657,'1'5'23141,"13"23"-22499,54 47-196,-3 3 1,-4 2-1,54 94 0,-111-166-444,0-1 0,1 0 1,0 0-1,0-1 0,0 1 1,1-1-1,0 0 0,0-1 0,1 0 1,-1 0-1,1 0 0,0 0 1,0-1-1,1-1 0,-1 1 1,1-1-1,0 0 0,0-1 0,0 0 1,0 0-1,13 1 0,-20-4-19,1 0 0,0 0 0,0 0 0,-1 0 0,1 0 0,-1 0-1,1 0 1,-1 0 0,1-1 0,-1 1 0,0-1 0,1 1 0,-1-1-1,0 1 1,0-1 0,0 0 0,-1 0 0,1 1 0,0-1 0,0-4-1,13-39 181,-11 22-148,-1-1 1,0 0-1,-2 0 0,-1 0 0,-1 1 1,-1-1-1,-2 1 0,0-1 0,-1 1 1,-14-33-1,-2 1-37,14 38 42,1-1 0,0 0 0,1-1 0,1 0-1,0 0 1,-2-32 0,7 50-33,0 1 11,0-1-1,0 1 0,0 0 1,0-1-1,0 1 1,0 0-1,0 0 0,0-1 1,0 1-1,0 0 0,0-1 1,0 1-1,0 0 1,0 0-1,0-1 0,0 1 1,0 0-1,0 0 1,-1-1-1,1 1 0,0 0 1,0 0-1,0-1 1,0 1-1,-1 0 0,1 0 1,0 0-1,0-1 1,0 1-1,-1 0 0,1 0 1,0 0-1,0 0 1,-1 0-1,1-1 0,0 1 1,-1 0-1,1 0 1,0 0-1,-1 0 0,0 0-429,1 5-1205,0-1 773,0 1 0,0 0 0,0 0 0,1 0 1,0 0-1,0 0 0,1 0 0,-1-1 0,1 1 0,0-1 0,0 1 0,0-1 1,1 0-1,0 1 0,5 5 0,18 14-8799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0 223 288,'0'0'18335,"7"1"-17247,2 0-789,0 0 1,0 0-1,-1-1 1,1 0-1,0-1 1,0 0-1,0 0 1,0-1 0,-1 0-1,1-1 1,-1 0-1,1 0 1,-1-1-1,0 1 1,0-2-1,9-6 1,1-4-342,-1 0 0,0-1 1,-1-1-1,23-33 1,-29 15-743,-10 34 691,0 0-1,0 0 0,1 0 1,-1 0-1,0 0 0,0 0 1,0-1-1,0 1 0,0 0 1,0 0-1,-1 0 0,1 0 1,0 0-1,-1 0 0,1-1 1,0 1-1,-1 0 0,0 0 1,1 0-1,-1 0 0,1 1 1,-1-1-1,0 0 0,0 0 1,1 0-1,-1 0 0,-2-1 1,-17-1-48,-1 0 0,0 1 0,-23 1 1,43 1 159,0 1 0,-1 0 0,1-1 0,0 1 0,0 0 0,-1 0 0,1 0 0,0 0 1,0 0-1,0 0 0,0 0 0,0 0 0,0 0 0,1 1 0,-1-1 0,0 0 0,1 1 0,-1-1 0,1 0 1,-1 1-1,1-1 0,-1 1 0,1-1 0,0 1 0,0 1 0,-6 40 296,5-5-47,2 40 333,-1-73-532,1 0 1,0 0-1,0 0 0,0-1 0,1 1 0,0 0 0,-1-1 0,2 1 1,-1-1-1,0 0 0,1 0 0,0 0 0,3 4 0,3 1 117,1-1-1,-1 0 1,1 0 0,0-1-1,1-1 1,0 0-1,0 0 1,0-1-1,1 0 1,21 5 0,-24-8-546,0 0 1,1-1-1,-1 0 1,0-1 0,1 0-1,11-2 1,-13 1-725,0 0-1,0-1 1,0-1 0,-1 1 0,1-1-1,-1 0 1,14-9 0,7-7-7169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58 159 1488,'-3'3'26990,"9"-3"-26992,-1-1 0,1 1 0,-1-1-1,0 0 1,1-1 0,-1 1 0,0-1 0,1 0 0,-1 0-1,0-1 1,0 0 0,-1 0 0,1 0 0,-1 0 0,1 0-1,-1-1 1,4-4 0,-4 3-414,0 0 1,-1 0-1,1 0 0,-1 0 1,0-1-1,0 1 1,0-1-1,-1 0 0,0 0 1,0 0-1,-1 0 0,0 0 1,0 0-1,0 0 0,0-7 1,-2 12 312,1 0 0,-1 0 0,0-1 0,1 1 0,-1 0 0,0 0 0,0 0 0,0 0 0,0 0 0,0 0 0,0 0 0,0 0 0,0 1 0,0-1 0,0 0 0,0 1 0,-1-1 1,1 0-1,0 1 0,0 0 0,-1-1 0,1 1 0,0 0 0,-1-1 0,1 1 0,0 0 0,-3 0 0,-42-2-475,44 2 486,-3-1 123,0 1 0,0 0 0,0 1 0,0-1 0,0 1 0,0 0 1,1 0-1,-1 1 0,0-1 0,1 1 0,-1 0 0,-8 5 0,10-4 70,0 0 1,1 0-1,-1 0 0,1 0 0,-1 1 1,1-1-1,0 1 0,0-1 1,1 1-1,-1 0 0,1 0 0,0 0 1,0-1-1,0 1 0,0 0 0,0 7 1,-1 6 454,1-1 0,0 1 1,1-1-1,0 1 0,5 21 1,-4-31-342,1 0 0,0 0-1,0 0 1,1 0 0,0-1 0,0 1 0,1-1 0,-1 0 0,1 0 0,1 0 0,-1-1-1,1 1 1,0-1 0,9 7 0,-3-3-52,1-1 1,0 0-1,0 0 0,1-2 0,0 1 1,0-2-1,1 0 0,-1 0 0,1-2 1,18 4-1,-20-6-1020,-1 0 1,1-1-1,-1 0 1,1 0-1,-1-2 0,1 1 1,-1-1-1,14-5 1,16-8-5303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265 363 7346,'0'0'11218,"-23"-2"-10775,-78-7-134,95 9-227,0 0-1,0-1 1,0 2-1,0-1 1,0 1-1,0 0 1,0 0-1,1 0 1,-1 1 0,0 0-1,0 0 1,-5 4-1,7-4 16,0 1-1,1-1 0,0 1 1,-1 0-1,1 1 1,0-1-1,0 0 1,1 1-1,-1-1 0,1 1 1,0 0-1,0 0 1,-2 4-1,0 8 267,0-1 0,1 1 0,0-1 0,2 1 0,0 0 0,2 29 1,-1-21-29,0-22-316,0-1 0,0 0 0,0 1 0,1-1 0,-1 0 0,0 1 0,1-1 0,-1 0 0,1 1 0,-1-1 0,1 0 0,0 0 0,0 1 0,-1-1 0,1 0 0,0 0 0,0 0 0,0 0 1,0 0-1,0-1 0,0 1 0,1 0 0,0 1 0,2 0 38,1 0-1,-1-1 1,0 1 0,1-1 0,-1 0 0,1 0-1,5 0 1,11 1-2,-1-2-1,29-3 0,-47 3-75,3-1-8,1 1-1,0-1 1,0-1 0,0 1-1,-1-1 1,1 0 0,-1 0-1,1 0 1,-1-1 0,0 0-1,0 0 1,0-1 0,0 1-1,-1-1 1,5-4 0,-3 1-119,-1 0 1,0 0 0,0-1-1,0 1 1,-1-1 0,0 0-1,-1 0 1,0-1 0,3-8-1,0-16-725,0 0 0,-2 0 0,-2-1-1,-1-38 1,-1 64 671,-1-4-145,0 1-1,-1-1 0,0 0 1,-1 1-1,0 0 1,-1 0-1,0 0 0,-1 0 1,0 0-1,-10-15 0,0 4-183,0 1 0,-2 1 0,-32-32 0,19 32 317,30 20 237,-1-1-1,1 0 0,-1 1 1,0-1-1,0 1 0,1 0 1,-1-1-1,0 1 0,0 0 1,0-1-1,0 1 1,1 0-1,-1 0 0,0 0 1,0-1-1,0 1 0,0 0 1,0 0-1,1 0 0,-1 1 1,0-1-1,0 0 0,0 0 1,0 0-1,0 1 1,1-1-1,-1 0 0,0 1 1,0-1-1,1 1 0,-1-1 1,0 1-1,0-1 0,1 1 1,-1-1-1,1 1 1,-1 0-1,0-1 0,0 2 1,-2 8 271,1 0 1,0 0 0,0 0-1,1 1 1,0-1 0,1 0-1,0 1 1,1-1 0,0 0-1,1 1 1,0-1 0,0 0-1,1 0 1,0 0 0,1-1-1,0 1 1,1-1 0,0 0-1,0 0 1,9 10 0,47 51 1143,4-2 0,139 111 1,-130-117-1513,-68-57-205,0 0 0,1 0 1,-1-1-1,1 0 1,0 0-1,0-1 1,13 4-1,29 2-6473,-28-9-2157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231 317 7058,'0'0'7308,"-4"-2"-6407,-2-1-746,1 1 0,-1 0 0,0 0 0,1 0 0,-1 1 0,0 0 0,0 0 0,0 1 0,0-1 0,0 1-1,0 1 1,0-1 0,0 1 0,0 0 0,0 0 0,0 1 0,1 0 0,-1 0 0,0 0 0,1 1 0,0-1 0,-1 1 0,-7 6-1,7-5-103,0 1 0,0-1 0,1 1 0,-1 0 0,1 0-1,0 1 1,1-1 0,-1 1 0,1 0 0,0 0-1,0 1 1,1-1 0,0 1 0,0 0 0,1 0-1,0 0 1,0 0 0,0 0 0,0 15 0,1-2 234,1-12-139,-1 1 1,1-1-1,1 0 1,0 0 0,0 0-1,0 0 1,4 9-1,-4-15-111,0 1 1,1 0-1,0-1 0,-1 0 1,1 1-1,0-1 0,0 0 0,0 0 1,1 0-1,-1 0 0,0 0 1,1-1-1,-1 1 0,1-1 0,0 1 1,-1-1-1,1 0 0,0 0 1,0 0-1,0-1 0,0 1 1,0-1-1,5 1 0,3 1-23,1-1-1,-1 0 1,1-1-1,-1 0 1,0-1-1,1 0 1,12-3-1,-19 2-66,0 1-1,0-2 1,0 1 0,0 0-1,0-1 1,-1 0 0,1 0-1,-1-1 1,0 1 0,0-1-1,0 0 1,0 0 0,-1 0-1,1 0 1,-1-1 0,0 1-1,2-7 1,1 0-72,-1-1 0,0 0 0,-1 0-1,-1-1 1,0 1 0,0-1 0,0-14 0,0-93-794,-4 77 306,0 33 338,0-1 0,-1 1 0,-1 0 1,1-1-1,-2 1 0,1 0 0,-1 1 0,-1-1 0,0 1 0,0-1 0,-1 2 0,-7-9 0,-10-12-640,-1 1 0,-30-27 1,54 54 960,0 1 1,-1 0-1,1 0 1,0-1-1,0 1 1,0 0-1,0-1 1,-1 1-1,1 0 1,0 0-1,0-1 1,-1 1-1,1 0 1,0 0-1,0 0 1,-1-1-1,1 1 1,0 0-1,-1 0 1,1 0-1,0 0 1,0 0-1,-1 0 1,1 0-1,0-1 1,-1 1-1,1 0 1,0 0-1,-1 0 1,1 0-1,0 0 1,-1 1-1,1-1 1,0 0-1,-1 0 1,1 0-1,0 0 1,-1 0-1,1 0 1,0 0-1,-1 1 1,1-1-1,0 0 1,-1 1-1,1 18 784,14 30-292,18 5-19,3 0 1,2-3-1,2-1 1,2-1-1,64 57 0,-98-100-721,-1-1-1,1 0 1,0 0-1,0 0 0,1-1 1,-1 0-1,1-1 1,0 1-1,11 2 0,46 3-5313,-31-9 530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246 413 2913,'0'0'8433,"-32"7"-7592,-97 24 255,125-30-943,0 0 0,0 0 0,0 0 0,0 1 0,0 0 0,0-1 0,0 1 0,1 0 0,-1 1 0,1-1 0,0 1 0,-1-1 0,1 1 0,1 0 0,-1 0 0,0 0 0,1 1 0,-1-1 0,1 1 0,0-1 0,0 1 0,0 0 0,1 0 0,-1 0 0,1 0 0,0 0 0,0 0 0,0 0 0,1 0 0,-1 5 0,1-3 89,-2 2 66,1 0 1,1 0 0,-1-1-1,1 1 1,1 0-1,0 0 1,0 0-1,0-1 1,4 12-1,-4-16-292,1 0-1,-1 0 1,1-1-1,0 1 0,0 0 1,0-1-1,0 1 0,1-1 1,-1 0-1,0 0 1,1 1-1,0-2 0,0 1 1,-1 0-1,1-1 1,0 1-1,0-1 0,0 0 1,1 0-1,-1 0 0,0 0 1,0 0-1,0-1 1,5 0-1,0 1-154,-1 0-1,1-1 1,0 0 0,0-1 0,-1 1-1,1-2 1,0 1 0,-1-1-1,1 0 1,-1-1 0,0 1-1,0-2 1,0 1 0,0-1 0,0 0-1,-1 0 1,1-1 0,-1 1-1,0-2 1,-1 1 0,1-1-1,-1 1 1,0-1 0,-1-1 0,0 1-1,1-1 1,-2 0 0,1 0-1,-1 0 1,3-9 0,-1-13-837,-4 25 695,-1 0-1,1 0 1,-1 0 0,1 1-1,0-1 1,0 0 0,1 1-1,2-6 1,-3 8 269,0 0-1,0 0 1,0 1-1,0-1 1,0 0 0,0 0-1,0 1 1,1-1 0,-1 1-1,0-1 1,0 1-1,1 0 1,-1-1 0,0 1-1,0 0 1,1 0-1,-1 0 1,0 0 0,1 0-1,-1 0 1,0 0 0,1 0-1,-1 1 1,0-1-1,0 0 1,1 1 0,-1-1-1,0 1 1,0-1 0,2 2-1,3 2 20,1 0 0,-1 1-1,0 0 1,0 0 0,0 0 0,-1 1-1,0 0 1,0 0 0,0 0 0,-1 1-1,5 7 1,23 29 126,-29-39-103,0-2 0,-1 1 0,1 0 0,1-1 0,-1 1 0,0-1 0,1 0 0,-1 0 1,1 0-1,-1 0 0,1-1 0,0 0 0,0 1 0,0-1 0,-1-1 0,1 1 0,0-1 1,0 1-1,0-1 0,0 0 0,1 0 0,-1-1 0,-1 1 0,1-1 0,0 0 0,0 0 1,0 0-1,0-1 0,-1 0 0,1 1 0,0-1 0,-1 0 0,0 0 0,1-1 0,-1 1 1,0-1-1,0 0 0,0 0 0,-1 0 0,1 0 0,-1 0 0,0 0 0,1-1 0,0-3 1,7-15 59,-1 0 0,-2-1 0,0 0 1,-1 0-1,-1 0 0,1-31 1,0-148-510,-6 147-88,-2 43 110,0 1-1,0-1 1,-1 0-1,0 1 1,-1 0 0,0 0-1,-1 0 1,-1 0-1,1 1 1,-12-16 0,18 41 4350,-2 33-3071,-1-8-362,2-26-376,0-2-53,-1 1-1,2 0 1,0-1-1,0 1 1,1 0-1,0-1 0,1 0 1,1 1-1,6 13 1,7 7 237,2-2 0,1-1 0,1 0 0,43 45 0,-58-69-278,1 0 0,1 0 0,-1-1 0,1 0 0,0 0 0,0-1 0,0 0 0,1-1 0,-1 0 0,12 3 0,-2-2-538,1 0 0,0-2-1,36 1 1,-54-3 291,0-1 0,0 1 0,0-1 0,1 1 0,-1-1-1,0 0 1,-1 0 0,1 1 0,0-1 0,0 0 0,0 0 0,0 0 0,0 0 0,-1 0 0,1 0 0,-1 0-1,1 0 1,0 0 0,-1 0 0,0-1 0,1 1 0,-1 0 0,0 0 0,0 0 0,1-1 0,-1 1 0,0 0-1,0 0 1,0-1 0,0 1 0,-1-2 0,2-6-1316,0-13-4395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3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11426,'0'0'18260,"210"-3"-18260,-163 3-576,0 0-496,14 0-2065,-7 0-1856,-7 0-3297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23 368,'0'0'10085,"-44"-3"-9162,-138-9 184,172 11-847,-1 0 0,0 1 0,0 1 0,0-1 0,-16 4 0,25-3-157,0 0 1,0 0-1,0 0 1,-1 1-1,1-1 1,1 0-1,-1 1 1,0-1-1,0 1 1,0 0-1,1-1 1,-1 1 0,1 0-1,-2 2 1,-6 8 330,5-7-151,1 2-1,-1-1 1,1 0 0,0 1-1,1-1 1,0 1-1,0 0 1,0 0 0,1 0-1,0 0 1,0 0-1,0 0 1,1 0 0,0 0-1,2 8 1,-2 4 244,0-17-438,0 0 0,0 0 0,0-1-1,1 1 1,-1 0 0,1 0 0,-1 0 0,1 0-1,-1-1 1,1 1 0,0 0 0,0 0-1,0-1 1,0 1 0,0-1 0,0 1 0,0-1-1,1 1 1,-1-1 0,1 0 0,-1 0 0,1 1-1,-1-1 1,3 1 0,0 0 2,1-1 0,-1 1 0,1-1 0,0 1 0,-1-1 0,1-1 0,0 1-1,0-1 1,7 0 0,-1 0-95,-1-1-1,1 0 0,-1-1 0,1 0 0,-1-1 1,0 0-1,0-1 0,18-9 0,-24 11-140,0-1 0,0 0 0,0 0 0,-1-1 1,1 1-1,-1-1 0,0 1 0,0-1 0,0 0 0,0 0 0,-1-1 0,0 1 0,0 0 0,0-1 0,0 1 0,1-7 0,-1-4-1327,0 0-1,-1 0 1,-1 0-1,-1-16 1,0-10-144,4 52 3843,3 0-1999,1 0-1,1-1 1,0 0 0,1 0-1,12 11 1,12 14 14,-16-14-138,0-1 0,2-1-1,0-1 1,29 22 0,-41-35-218,-1-1 1,1-1 0,0 1 0,0-1-1,0 0 1,0-1 0,1 0 0,11 2-1,-14-3-204,1-1-1,-1 0 1,1 0 0,-1 0-1,1-1 1,-1 0 0,0 0-1,1-1 1,-1 1-1,0-1 1,0 0 0,0 0-1,7-4 1,16-15-3440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1232,'0'3'24535,"0"14"-24171,3 4-330,0 0 1,1 0-1,2 0 1,0-1-1,1 0 1,10 22 0,5 14 126,-16-37-166,-3-10 19,0 0 0,0 0-1,1-1 1,0 1-1,7 9 1,-7-10-25,-1 0 0,0 0-1,0 1 1,-1-1 0,0 1 0,0 0-1,-1 0 1,0-1 0,-1 1 0,-1 18 0,1-20 9,0-4-4,1 0 0,-1 1 1,1-1-1,0 0 1,0 0-1,0 0 0,0 0 1,1 0-1,-1 0 1,3 3-1,-2-3 1,0 0-1,-1 1 0,1-1 1,-1 1-1,1-1 1,-1 1-1,0-1 1,0 1-1,-1 0 1,1 4-1,4 2 70,4 9-120,-9-19-360,13 0-7591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1728,'0'0'19228,"-35"22"-18419,35-22-1191,-13 4 1112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0:3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6 155 2689,'0'0'7905,"-6"-18"7767,7 13-13409,5 2-2107,1-1 1,-1 1 0,1 0-1,-1 0 1,1 1-1,0-1 1,0 2 0,9-2-1,20-7 478,34-16 40,0 3 0,128-24 0,-186 46-3625,-13 4 963,-19 10-1387,3-3-1658,-3 6-4004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0:3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1040,'0'0'5164,"9"-48"8537,-4 50-12356,-1 0-1239,-1 1-1,1 0 1,-1 1 0,0-1-1,0 1 1,0-1 0,0 1-1,-1 0 1,4 8 0,14 18 456,-11-22-379,-1 1 0,-1 1 0,0 0 0,0 0 1,-1 0-1,0 1 0,0-1 0,6 21 0,-8-23-71,0 0-1,1 0 0,0 0 1,1-1-1,0 0 0,0 0 1,0 0-1,8 6 0,-12-11-99,4 12 180,-5-8-113,15-4 125,-12-2-1091,-1 0 0,1 0 0,0 1 1,0-1-1,-1 1 0,1 0 1,0-1-1,5 4 0,5 2-5135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81 1520,'0'0'4143,"3"-6"-4146,-1-1 1872,3-19-6537,-3 12 5231,0-13 17156,-8 34-12769,5-6-4839,0 0 1,-1 1 0,1-1 0,0 0 0,0 1 0,0-1 0,0 0 0,0 1 0,0 0 0,1-1 0,-1 1 0,0-1 0,1 1-1,-1 0 1,1 2 0,1 83 1860,1-28-1617,-11 113-1,6-149-258,1 0 0,1 1 0,1-1 0,6 41 0,-4-58-86,1-1 0,0 0 0,0 1 0,0-1 0,1 0 0,0-1-1,0 1 1,0-1 0,0 1 0,1-1 0,-1-1 0,1 1 0,10 5 0,15 15 19,-22-18-67,-1-1 0,1 1-1,0-2 1,0 1 0,1-1 0,-1-1 0,1 1 0,0-1-1,0-1 1,0 0 0,0 0 0,0 0 0,1-1-1,-1-1 1,0 0 0,1 0 0,-1-1 0,0 0-1,0 0 1,1-1 0,-1-1 0,10-3 0,-6 2 0,-1 0 1,0-1-1,0 0 1,0-1-1,0-1 1,-1 0-1,0 0 1,0-1 0,-1 0-1,0-1 1,-1 0-1,0-1 1,0 0-1,-1 0 1,10-17-1,-10 10 46,0-1 0,-1 0-1,-1-1 1,-1 1 0,-1-1-1,4-36 1,-4-49 36,-5 34-2798,-1-6-4658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3585,'0'0'4982,"0"-25"-2000,0 72 4754,0 75-6929,0-121-814,0 0 1,0 1-1,0-1 0,0 0 0,0 1 0,0-1 0,0 0 0,1 1 0,-1-1 1,0 0-1,1 0 0,-1 1 0,1-1 0,-1 0 0,2 2 0,-1-3-16,-1 0-1,1 1 0,-1-1 0,0 0 0,1 0 1,-1 0-1,1 0 0,-1 0 0,1 0 1,-1 0-1,0 0 0,1 0 0,-1 0 0,1 0 1,-1 0-1,0-1 0,1 1 0,-1 0 0,1 0 1,-1 0-1,0 0 0,1-1 0,-1 1 1,0 0-1,1 0 0,-1-1 0,0 1 0,0 0 1,1-1-1,-1 1 0,23-34-513,-8-7 556,17-37-631,-28 72 548,-1-1-1,1 1 1,0 0-1,0 0 0,1 0 1,-1 1-1,2 0 1,8-9-1,-9 13 94,0-1-1,0 1 0,0 0 0,0 1 0,0-1 0,0 1 1,0 0-1,0 0 0,0 0 0,0 1 0,0 0 0,0 0 1,0 0-1,-1 0 0,10 5 0,-2 7 263,-1 1 0,0 1 0,-1 0 0,-1 0 0,-1 1 1,0 0-1,-1 1 0,6 17 0,-2-5 2,-10-28-379,-1 0 0,1 0 0,0-1-1,-1 1 1,1-1 0,0 1 0,-1 0 0,1-1 0,0 1 0,-1-1 0,1 0 0,0 1 0,0-1 0,0 0-1,0 1 1,-1-1 0,1 0 0,0 0 0,0 0 0,0 0 0,0 0 0,0 0 0,0 0 0,-1 0 0,1 0-1,0 0 1,0 0 0,0 0 0,0-1 0,0 1 0,0-1 0,29-13-6204,-10-4-1194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3473,'0'0'13277,"7"8"-12181,0 0-910,-1 1-1,0-1 0,0 1 0,-1 0 0,0 0 0,0 1 0,-1 0 0,-1-1 0,4 15 1,48 306 1289,-55-329-1509,0 0 1,0 0-1,0 1 1,0-1-1,0 0 1,1 0-1,-1 0 1,0 1-1,1-1 1,-1 0 0,1 0-1,-1 0 1,1 0-1,-1 0 1,1 0-1,0 0 1,-1 0-1,1 0 1,0 0-1,0 0 1,0 0 0,0 0-1,0-1 1,0 1-1,0 0 1,0-1-1,0 1 1,0-1-1,0 1 1,0-1-1,0 1 1,0-1 0,1 0-1,1 1 1,0-2-65,1 0 0,-1 0 1,0 0-1,1 0 1,-1 0-1,0-1 1,1 1-1,-1-1 0,0 0 1,0 0-1,3-3 1,214-158-1242,-218 161 1345,10-3 110,-11 5-150,-2 6 279,0 0 83,0-1 0,0 1 0,-1 0 0,0 0 0,0-1 0,-1 1 0,1-1 0,-1 0 0,-7 9 0,5-6 43,0-1 1,1 1-1,0 0 1,-4 13-1,6-16-145,0 1 0,1 0 0,0 0-1,0-1 1,0 1 0,1 0 0,0 0-1,0 0 1,0 0 0,1 0 0,1 8 0,0-11-180,-1-1 1,0 1-1,1-1 1,-1 1-1,1-1 1,0 0-1,0 1 1,0-1-1,0 0 1,0 0-1,1-1 1,-1 1 0,0 0-1,1-1 1,-1 1-1,1-1 1,0 0-1,-1 0 1,1 0-1,0 0 1,0-1-1,0 1 1,0-1 0,3 1-1,17 2-1096,1-1 0,27 0 1,-43-2-471,0-1 0,0 0 0,0 0 0,0-1 0,14-4 0,-1-6-6869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7282,'0'0'10343,"0"19"-9209,0 136 1354,1-144-2335,0 0 1,1 0-1,0 0 0,1-1 0,1 1 1,0-1-1,0 1 0,9 15 0,-12-26-195,-1 0 0,0 1 0,0-1-1,0 0 1,1 0 0,-1 1 0,0-1 0,0 0 0,1 0-1,-1 0 1,0 0 0,1 1 0,-1-1 0,0 0-1,0 0 1,1 0 0,-1 0 0,0 0 0,1 0 0,-1 0-1,0 0 1,1 0 0,-1 0 0,0 0 0,1 0-1,-1 0 1,0 0 0,1 0 0,-1 0 0,0 0 0,1 0-1,-1 0 1,0 0 0,1-1 0,-1 1 0,0 0-1,0 0 1,1 0 0,-1-1 0,0 1 0,0 0 0,1 0-1,-1 0 1,0-1 0,0 1 0,0 0 0,0-1 0,1 1-1,-1 0 1,0 0 0,0-1 0,0 1 0,0 0-1,0-1 1,0 1 0,0 0 0,0-1 0,11-26-59,-9 19 21,6-11 314,0-2-271,2 0 0,16-28 1,-23 44 1,0 0 0,1 1 0,-1 0 1,1-1-1,0 1 0,0 0 0,0 1 1,0-1-1,1 1 0,0 0 1,-1 0-1,1 0 0,0 0 0,0 1 1,9-3-1,-8 5 224,-3 0-141,-1 0 0,0 1 0,0-1 0,0 1 1,1-1-1,-1 1 0,0 0 0,0 0 0,0 0 0,0 0 0,0 0 0,0 0 0,-1 1 0,1-1 0,0 1 0,-1-1 0,1 1 0,-1-1 0,1 1 1,-1 0-1,2 3 0,20 44 453,-15-29-115,-4-11-714,28 46 1488,-10-36-3444,8-9-5981,-16-9 2490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6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19 7586,'0'0'10717,"-11"13"-9437,-37 42-227,45-50-889,-1 0-1,1 0 0,-1 0 0,2 1 1,-1-1-1,0 1 0,1 0 0,0-1 1,1 1-1,-1 0 0,1 0 0,0 0 1,0 0-1,1 0 0,0 1 0,0-1 1,2 11-1,-1 10 489,-1-25-620,0-1 0,0 1 0,1-1 0,-1 1 0,0-1 1,1 1-1,-1-1 0,1 1 0,-1-1 0,1 0 1,0 1-1,0-1 0,-1 0 0,1 1 0,0-1 1,0 0-1,0 0 0,1 0 0,-1 0 0,0 0 0,0 0 1,2 1-1,1 0-37,0 0 0,0 0 0,1-1 0,-1 1 1,1-1-1,-1 0 0,8 1 0,-1-1-83,-1 0 0,0-1 0,1 0 0,-1-1 0,0 0 0,17-5 0,-23 4 59,0 1 0,0-2 0,-1 1 0,1 0 0,0-1 0,-1 0 1,0 0-1,1 0 0,-1 0 0,0 0 0,-1-1 0,1 1 0,-1-1 0,1 0 0,-1 0 0,0 0 0,0 0 1,-1 0-1,1 0 0,-1 0 0,0-1 0,0 1 0,-1 0 0,1-1 0,-1 1 0,0-1 0,0 1 0,0-1 0,-1 1 1,-1-7-1,1 9 4,1 1 0,-1-1 0,-1 1 0,1-1 0,0 1 0,0-1 0,-1 1 0,1 0 0,0 0 0,-1-1 0,1 1 0,-1 0 0,0 0 0,1 1 0,-1-1 0,-3-1 0,-39-14-279,15 6 102,29 10 225,-1 0 0,1 0 1,-1 0-1,1 0 0,-1-1 1,1 1-1,-1 0 0,1 0 1,-1-1-1,1 1 0,-1 0 1,1-1-1,0 1 0,-1 0 1,1-1-1,-1 1 0,1-1 1,0 1-1,-1 0 0,1-1 1,0 1-1,0-1 0,-1 1 1,1-1-1,0 1 0,0-1 0,0 0 1,0 1-1,0-1 0,0 1 1,0-1-1,0 1 0,0-1 1,0 0-1,15-13 294,26-3-263,-2 3 40,-27 9-111,-1 1 0,1 0 0,0 0 0,0 2 0,0-1 1,21 0-1,-23 0-36,-10 3 59,0 0 1,1 0 0,-1-1-1,1 1 1,-1 0-1,1 0 1,-1 0-1,0 0 1,1 0 0,-1 0-1,1 0 1,-1-1-1,1 1 1,-1 0 0,1 1-1,-1-1 1,1 0-1,-1 0 1,1 0 0,-1 0-1,1 0 1,-1 0-1,0 0 1,1 1 0,-1-1-1,1 0 1,-1 0-1,1 1 1,-1-1 0,0 0-1,1 1 1,-1-1-1,0 0 1,1 1 0,-1-1-1,0 1 1,0-1-1,1 0 1,-1 1 0,0-1-1,0 1 1,12 16 13,7 12 72,1-1 1,1 0-1,1-2 0,1-1 1,2 0-1,29 22 1,-53-46-120,0-1 1,0 1 0,0 0 0,0-1 0,0 1 0,0-1 0,0 1-1,0-1 1,0 1 0,0-1 0,0 0 0,1 1 0,-1-1-1,0 0 1,0 0 0,0 0 0,0 0 0,1 0 0,-1 0 0,0 0-1,0 0 1,0 0 0,0-1 0,1 1 0,-1-1 0,0 1 0,0 0-1,0-1 1,0 0 0,0 1 0,0-1 0,0 0 0,0 1-1,0-1 1,-1 0 0,1 0 0,0 0 0,0 0 0,-1 0 0,1 0-1,0 0 1,-1 0 0,1 0 0,-1 0 0,1-2 0,3-7 55,0 0 0,-1-1 0,0 1 0,2-13 0,-1 5 55,6-13-44,-6 23-57,-1 0 0,-1 0 0,0-1 0,0 1-1,0 0 1,0-12 0,-2 19 116,2 2-82,1-1 1,0 1-1,-1 0 0,1 0 1,0 0-1,-1 0 1,1 0-1,-1 0 0,0 1 1,1-1-1,-1 1 1,0 0-1,0 0 1,0 0-1,0 0 0,2 3 1,34 46 451,-17-21-317,-6-12-106,34 35 405,-46-50-430,0 0 0,1-1-1,0 1 1,0-1 0,-1 0 0,1 0-1,0-1 1,1 1 0,-1-1 0,0 0-1,0 0 1,1 0 0,-1 0 0,5-1-1,-4 0-26,0-1 0,0 0-1,0 0 1,0 0 0,0-1-1,0 0 1,0 0 0,-1 0-1,1 0 1,-1-1-1,0 1 1,1-1 0,-1 0-1,5-6 1,53-59-116,-42 44 107,0 1-24,-2 0 0,28-45 0,-42 57-655,-18 23-7176,13-2 3108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7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4273,'0'0'10247,"4"1"-8433,0 1-1632,0-1 0,0 1 0,1 1 0,-1-1 0,-1 1 1,1 0-1,0-1 0,-1 1 0,1 1 0,-1-1 0,0 1 0,0-1 0,0 1 0,-1 0 0,1 0 0,-1 0 0,0 0 0,3 7 0,7 17 90,13 45-1,-22-63-157,23 58 164,-16-45-128,13 45 0,-21-66-207,1-9-96,6-24-309,5-40-210,-12 60 656,0 0 1,0 1-1,1 0 0,1 0 0,0 0 0,0 0 1,1 0-1,8-12 0,-10 18 22,0 0 0,1 0 0,-1 1-1,1 0 1,0 0 0,-1 0 0,1 0 0,1 0 0,-1 1 0,0 0 0,1 0 0,-1 0-1,1 0 1,-1 1 0,1 0 0,0 0 0,0 0 0,-1 0 0,1 1 0,7 0 0,-2 0 11,-1 0 1,1 0 0,-1 1 0,1 0 0,18 6 0,-24-6-7,0 1 1,-1 0-1,1 1 0,0-1 1,0 0-1,-1 1 0,0 0 0,1 0 1,-1 0-1,0 0 0,0 1 1,-1-1-1,1 1 0,-1-1 0,2 5 1,14 24-43,1-1 0,1-2 1,26 30-1,-28-46-1813,-3-7-5997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8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0 816,'0'0'20050,"5"7"-18207,1 3-1344,0 0 0,-1 1 0,0 0 0,-1 0 0,0 0 0,-1 0 0,0 1 0,2 18 0,8 43 668,3 0 0,48 132-1,-1-4-995,-64-230-3324,2 3 3126,-1-1 1,-8-51-1,-19-5-54,19 62 15,1 0 1,0-1-1,2 0 0,1 0 1,-4-40-1,7 15-118,0 25 131,1 0-1,4-33 1,-3 51 84,1 0-1,0 0 1,0 1-1,0-1 1,0 1 0,1 0-1,0-1 1,-1 1-1,1 0 1,0 1 0,1-1-1,-1 0 1,0 1-1,1 0 1,-1 0-1,1 0 1,0 0 0,0 0-1,0 1 1,5-2-1,5-2 86,2 0-1,-1 1 0,0 1 1,19-2-1,-26 5-74,9-2-7,0 1 0,0 1 0,18 2 0,-31-2-37,0 1 1,0 0-1,0-1 1,0 2-1,-1-1 0,1 0 1,0 1-1,-1-1 1,1 1-1,-1 0 1,1 1-1,-1-1 0,0 0 1,0 1-1,0 0 1,0 0-1,0 0 1,3 4-1,-3-2 0,0 0-1,-1 1 1,1-1 0,-1 0 0,0 1-1,-1-1 1,1 1 0,-1 0-1,0-1 1,0 1 0,-1 0-1,0 0 1,0 0 0,0-1 0,-1 1-1,-1 8 1,0-12 2,1 0 0,-1 0-1,1 0 1,-1 0 0,0 0 0,0 0-1,0-1 1,0 1 0,0-1 0,0 1-1,-1-1 1,1 0 0,0 0 0,-1 0-1,-3 1 1,-44 14-79,42-14 39,-12 4-181,-1-2 1,1-1-1,-1 0 1,-23-1 0,43-3-90,1 1 0,-1-1 0,0 1 0,0-1 0,1 1 0,-1-1 0,0 0 0,1 1 0,-1-1 0,1 0 1,-1 1-1,1-1 0,-1 0 0,1 0 0,-1 0 0,1 0 0,0 1 0,-1-1 0,1 0 0,0 0 0,0 0 0,0 0 0,0 0 0,0 0 0,0 0 1,0 1-1,0-1 0,0 0 0,0 0 0,0 0 0,0 0 0,1 0 0,-1 0 0,1-1 0,-1-4-2767,0-8-2878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5921,'0'0'13814,"-14"4"-11475,6-1-1866,0 1 0,0 0 0,1 1 0,0-1 0,0 1 0,0 0-1,0 1 1,-10 11 0,12-11-328,-1 1 0,1 0-1,1-1 1,-1 2-1,1-1 1,0 1 0,1-1-1,0 1 1,0 0-1,0 0 1,1 0 0,1 0-1,-1 1 1,1 12-1,0-19-121,1-1 0,0 1 0,0-1 0,0 1 0,0 0-1,0-1 1,0 1 0,1 0 0,-1-1 0,0 1 0,1 0-1,-1-1 1,1 1 0,0-1 0,0 1 0,-1-1 0,1 0-1,0 1 1,0-1 0,0 0 0,3 3 0,-1-3-44,-1 0-1,1 0 1,0-1 0,0 1 0,0-1 0,0 0 0,0 0 0,-1 0 0,1 0-1,4 0 1,12-1-259,-15 1 92,0 0 0,1 0 0,-1-1 0,0 0 0,0 1 0,0-1 0,0-1 0,0 1 0,0-1 0,0 1 0,0-1 0,-1 0 0,1-1 0,0 1 0,-1-1 0,0 1 1,0-1-1,6-6 0,-4 2-258,0-1 1,0 0 0,-1 0 0,1 0 0,-2-1 0,1 1 0,3-16 0,-3 10-230,-1 1 0,-1-1 0,0 1 0,0-24 523,13 70 2475,45 75-1602,-59-107-755,1 0 0,0 0 0,-1 0 0,1 0 0,0 0 0,0 0 0,0 0 1,0-1-1,0 1 0,0-1 0,0 1 0,0-1 0,0 0 0,0 0 0,0 0 0,0 0 1,0 0-1,0 0 0,0 0 0,3-1 0,38-12-631,-27 2 403,-1-1 0,-1-1 0,0 0 0,-1-1 0,16-22 0,-14 18-1041,-14 17 1254,-1 0 0,1 1 0,-1-1 0,1 0 0,-1 1 0,1-1 0,-1 0 0,1 1 0,0-1 0,-1 1 0,1-1 0,0 1 0,-1 0 0,1-1 0,0 1 0,0-1 1,0 1-1,-1 0 0,1 0 0,0 0 0,0-1 0,0 1 0,0 0 0,-1 0 0,1 0 0,0 0 0,0 0 0,0 1 0,0-1 0,1 1 22,-1 0 1,0 0-1,1 0 1,-1 0-1,0 0 1,0 0 0,0 1-1,0-1 1,0 0-1,0 1 1,0-1-1,-1 1 1,1-1-1,0 2 1,14 58 262,-5-13-152,-6-32 343,-1 0 1,2 28-1,-5-43 338,0-39-661,-1 19-75,1 13 403,0 0 1,0-1-1,0 1 0,1 0 0,0 0 0,2-11 0,-2 15-299,1-1 0,-1 1 1,0 0-1,1 0 0,0 0 0,-1 0 1,1 0-1,0 0 0,0 0 1,0 1-1,0-1 0,0 0 0,0 1 1,1 0-1,-1 0 0,0-1 0,1 1 1,-1 1-1,5-2 0,13-4-314,1 1 0,0 1 0,30-2 1,-26 5-2493,0 0 1,42 7 0,-20 4-3359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86 5153,'0'0'9055,"-4"-4"-8767,-1 1-220,-1 0-1,1 0 0,0 0 1,-1 1-1,0 0 0,0 0 1,1 1-1,-1 0 0,0 0 1,0 0-1,0 0 0,-9 1 1,11 0 127,0 0 1,0 0-1,0 0 1,0 1-1,0 0 1,0-1 0,0 1-1,0 1 1,0-1-1,1 0 1,-1 1-1,0 0 1,1 0-1,-1 0 1,1 0-1,0 1 1,-1-1-1,1 1 1,0 0-1,1 0 1,-4 3 0,3 2 27,-1 1 0,1-1-1,0 0 1,1 1 0,0 0 0,0 0 0,1-1 0,0 1 0,1 0 0,1 17 0,-1-15-126,4-9-116,-1-1-1,1 0 1,-1 0-1,1-1 1,0 1-1,-1-1 1,1 1 0,0-1-1,-1 0 1,1-1-1,4 0 1,-1 1-124,-1 0 99,0 0 1,0 0-1,0 0 0,0-1 0,0 0 0,0-1 0,0 1 0,-1-1 0,1 0 0,-1 0 1,1-1-1,-1 0 0,0 0 0,0 0 0,0 0 0,0-1 0,0 0 0,-1 0 1,0 0-1,0-1 0,0 1 0,0-1 0,-1 0 0,0 0 0,4-6 0,-4 4-347,-1-1 0,1 1 0,-1 0 0,-1-1 0,1 1-1,-1-1 1,0-14 0,26 45 1565,-4 2-1006,-12-14 3,1 1 0,-1-1 0,23 15 0,-30-23-202,-1-1 0,1 0 1,-1 0-1,1-1 0,0 1 0,0-1 1,0 0-1,-1 0 0,1 0 0,0 0 1,1-1-1,-1 0 0,0 0 1,0 0-1,0 0 0,0 0 0,0-1 1,0 0-1,6-2 0,-6 2-52,-1-1 0,0 1 0,0-1 0,0 0 0,0 0-1,0 0 1,-1-1 0,1 1 0,-1-1 0,1 0 0,-1 1 0,0-1 0,0 0 0,0 0-1,2-5 1,18-54-2348,-14 37 1514,-8 23 878,6-6 59,-5 7 257,20 50 798,-12-13-420,-8-27-448,1 0 0,0-1 1,1 1-1,0 0 1,0-1-1,1 1 1,0-1-1,0 0 0,8 10 1,-11-18-196,0 1 0,0 0-1,0-1 1,0 1 0,0-1 0,1 1-1,-1-1 1,0 1 0,0-1 0,0 0 0,1 0-1,-1 1 1,0-1 0,0 0 0,1 0 0,-1 0-1,0 0 1,0-1 0,0 1 0,1 0 0,-1-1-1,0 1 1,0 0 0,0-1 0,0 1 0,1-1-1,-1 0 1,0 1 0,0-1 0,0 0-1,0 0 1,0 1 0,1-3 0,33-35-143,-29 30 314,74-88 68,-79 95-257,1 0 0,-1 0 1,0 0-1,1 0 0,-1 1 0,1-1 0,-1 1 0,1-1 0,0 1 1,-1 0-1,1-1 0,-1 1 0,1 0 0,0 0 0,-1 0 0,1 0 1,0 0-1,-1 1 0,1-1 0,-1 0 0,1 1 0,-1-1 0,1 1 1,-1 0-1,1-1 0,-1 1 0,1 0 0,-1 0 0,0 0 0,2 1 1,42 38-10,-37-32 168,-7-7-164,0 0 0,0 0-1,0 0 1,1 0-1,-1 0 1,0 0-1,0 0 1,1-1-1,-1 1 1,0 0-1,1-1 1,-1 1 0,1-1-1,-1 1 1,1-1-1,-1 0 1,1 0-1,-1 0 1,1 0-1,-1 0 1,1 0 0,-1 0-1,1 0 1,-1 0-1,1-1 1,-1 1-1,1-1 1,-1 1-1,0-1 1,1 1 0,-1-1-1,0 0 1,1 0-1,-1 0 1,0 0-1,2-1 1,4-5-114,0-1-1,-1 0 1,0 0 0,9-15-1,8-10 291,-21 31-110,1 0-1,-1-1 1,1 1 0,-1 0 0,1 1-1,0-1 1,0 0 0,0 1 0,0 0-1,0-1 1,0 1 0,0 0 0,0 1-1,0-1 1,0 1 0,0-1 0,1 1-1,-1 0 1,0 0 0,0 0 0,1 0-1,-1 1 1,0 0 0,0-1 0,0 1-1,0 0 1,0 0 0,0 1 0,0-1-1,0 1 1,0-1 0,0 1 0,-1 0-1,1 0 1,-1 0 0,1 1 0,3 3-1,-4-4-34,0 0 0,0-1-1,0 0 1,0 1 0,0-1-1,0 0 1,0 0 0,1 0-1,-1 0 1,0-1 0,1 1 0,-1-1-1,0 1 1,1-1 0,-1 0-1,1 0 1,-1 0 0,1 0-1,-1 0 1,3-1 0,49-17-885,-29 7 930,-14 8-447,-5 1 316,0 0 0,0 0 1,0 1-1,0 0 1,0 0-1,1 1 0,6 0 1,-12 0-101,27 29-15,-23-22 200,0-1 0,0 0 0,1 0 0,0 0 0,0-1 0,0 1 0,1-1 0,0-1 0,0 0 0,0 0 0,0 0 0,1-1 0,-1 0 0,1 0 0,0-1 0,0 0 0,0 0 0,0-1 0,0 0 0,0 0 0,1-1 0,11-1 0,-17 0-68,-1 1-1,0-1 0,0 0 0,0 0 0,0 0 0,0 0 1,-1-1-1,1 1 0,0-1 0,-1 1 0,1-1 1,0 1-1,-1-1 0,0 0 0,1 1 0,-1-1 0,0 0 1,0 0-1,0 0 0,0 0 0,-1 0 0,1-1 0,0 1 1,0-3-1,2-5-474,-1 1 0,0-1 0,0 1 0,0-14 1,-2 17 758,-1-18-2273,-3 20 1141,-5 12 1343,7 0-238,-1 0 1,1 0 0,1 1 0,-1-1-1,1 0 1,1 1 0,0-1-1,0 1 1,0-1 0,3 10-1,-2 13 1103,-1-30-1211,0 0 0,0 0 0,0 0 0,0 0 0,0 0 0,0-1 0,0 1 0,0 0 0,0 0 0,0 0 0,0 0 0,1 0 0,-1 0 0,0 0 0,1 0 0,-1 0 0,0 0 0,1-1 0,-1 1 0,1 0 0,0 0 0,-1 0 0,1-1 0,-1 1 1,1 0-1,0-1 0,0 1 0,0-1 0,-1 1 0,1-1 0,0 1 0,0-1 0,0 1 0,0-1 0,0 0 0,0 0 0,0 1 0,-1-1 0,1 0 0,0 0 0,0 0 0,0 0 0,0 0 0,0 0 0,0 0 0,0 0 0,0-1 0,0 1 0,1-1 0,17 2-471,122 4-50,-94-5-2555,0 1-3632,-40-1 2079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7346,'0'0'11055,"2"5"-10049,2 7-535,-1 1 1,0-1-1,-1 1 1,-1-1-1,0 1 1,-1 25-1,-1-25-184,1 0 1,0 0-1,1 1 1,1-1-1,0 0 0,0 0 1,2 0-1,5 16 0,77 130 319,-50-95-686,-35-61-105,1 1 0,0-1 0,0 0 0,0-1-1,0 1 1,1 0 0,-1-1 0,1 1 0,0-1 0,0 1 0,-1-1 0,1 0 0,5 2 0,-6-4-185,0 1 1,0-1-1,0 1 1,-1-1-1,1 0 1,0 0-1,0 0 1,0 0 0,-1 0-1,1 0 1,0-1-1,0 1 1,0 0-1,-1-1 1,1 0-1,0 1 1,-1-1-1,1 0 1,0 0-1,-1 0 1,1 0 0,-1 0-1,0 0 1,1 0-1,-1-1 1,0 1-1,2-3 1,18-20-6081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5057,'0'0'15099,"20"0"-13589,344 0 2912,-329 1-4485,42-1-1055,-72-1 813,-1 1 1,0-1-1,0 0 1,0 0 0,0 0-1,0 0 1,0-1-1,0 0 1,0 1-1,0-1 1,-1-1 0,1 1-1,-1-1 1,5-4-1,-6 5-50,-1-1-1,0 0 1,1-1 0,-1 1-1,0 0 1,-1 0-1,1 0 1,-1-1 0,1 1-1,-1 0 1,0 0-1,0-1 1,0 1-1,-1-5 1,0-6-920,-34 13 1035,16 1 391,13-1 110,-1 1 0,1 0 0,0 0 0,-1 1 0,1 0 1,-12 2-1,17-2-158,-1 0 1,1 0 0,-1 0 0,0 0-1,1 0 1,-1 0 0,1 0 0,0 1-1,-1-1 1,1 0 0,0 1 0,0-1-1,0 1 1,0-1 0,0 1 0,0 0-1,1-1 1,-1 1 0,0 0 0,1 0-1,-1 0 1,1-1 0,0 1 0,0 0-1,-1 0 1,1 0 0,1 0 0,-1 2-1,-1 18 591,3 32 696,-2-52-1353,1 1 1,0-1 0,-1 1-1,1-1 1,0 0-1,0 1 1,1-1 0,-1 0-1,0 0 1,1 0-1,-1 0 1,1 0 0,0 0-1,-1 0 1,1-1-1,0 1 1,0 0 0,3 1-1,9 4 25,1 0 0,0-1 0,0 0 0,0-1 0,1-1 0,0-1 0,17 2 0,114 1-635,-125-6 426,-17 0 17,0-1-1,0 0 0,1 0 1,-1 0-1,0-1 1,0 0-1,0 0 1,0 0-1,0-1 0,-1 1 1,1-1-1,-1 0 1,0-1-1,1 1 1,-1-1-1,-1 0 0,1 1 1,-1-2-1,5-5 1,33-30-1814,-38 39 1864,0-1 1,0 1 0,0 0-1,0-1 1,0 2 0,0-1-1,0 0 1,0 1 0,1-1-1,-1 1 1,0 0 0,1 0-1,3 1 1,-5-1 69,0 0 0,0 0 0,0 0 1,0 1-1,0-1 0,0 1 0,0-1 0,0 1 0,-1 0 0,1 0 0,0 0 0,0 0 0,-1 0 0,1 0 1,-1 0-1,1 0 0,-1 1 0,1-1 0,-1 1 0,0-1 0,3 4 0,0 10 23,-1 1-1,0-1 0,0 1 1,-2 0-1,0-1 0,-2 33 0,0-10 60,1-37-126,0-10 444,0 1-252,0 0 0,1 0 0,0 0 0,0 0 0,1 0 1,0 0-1,0 0 0,1 1 0,0-1 0,0 1 0,1 0 0,0 0 1,0 0-1,1 0 0,0 1 0,0 0 0,0 0 0,1 0 0,0 1 1,0-1-1,0 2 0,1-1 0,-1 0 0,1 1 0,0 1 1,1-1-1,-1 1 0,1 0 0,-1 1 0,1 0 0,0 0 0,0 0 1,13 0-1,65-2-1293,-78 3 454,0 2 0,1 0 0,-1 0 0,0 0 0,0 1 0,0 0 1,-1 0-1,11 6 0,9 7-3972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0 5313,'0'0'11181,"-23"10"-10399,-175 73 437,177-75-995,17-7-104,0 0 1,1 0-1,-1 1 0,1-1 1,-1 1-1,1-1 1,0 1-1,0 0 1,0 1-1,0-1 0,0 0 1,-5 6-1,8-8-75,0 0-1,0 1 1,-1-1-1,1 0 1,0 1-1,0-1 1,0 0 0,0 1-1,0-1 1,-1 0-1,1 1 1,0-1-1,0 0 1,0 1-1,0-1 1,0 0-1,0 1 1,0-1-1,0 1 1,0-1-1,0 0 1,0 1-1,0-1 1,1 0-1,-1 1 1,0-1 0,0 0-1,0 1 1,0-1-1,1 0 1,-1 1-1,0-1 1,0 0-1,1 0 1,-1 1-1,0-1 1,0 0-1,1 0 1,-1 1-1,0-1 1,1 0-1,-1 0 1,0 0-1,1 1 1,19 4-309,-15-4 402,19 5-153,75 21 25,-91-24-19,-1 1 0,1-1-1,-1 1 1,0 0 0,0 1 0,0 0-1,0 0 1,-1 0 0,0 1 0,7 7-1,-12-10 3,1 1 0,0-1 0,-1 1 0,0-1 0,1 1 0,-1-1 0,-1 1 1,1 0-1,0 0 0,-1 0 0,0-1 0,0 1 0,0 0 0,-1 0 0,1 0 0,-1-1 0,0 1 0,0 0 0,0-1 0,0 1 0,-1-1 0,1 1 0,-1-1 0,0 0 0,0 1 0,0-1 0,-1 0 0,1 0 0,-1 0 0,1-1 0,-1 1 0,0-1 0,-5 4 0,-12 1-32,0 0 0,-1-1 0,0-1 0,0-1 0,-25 2 1,-106-2-3766,115-4 1114,6 0-3231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6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7 200 3057,'0'0'16398,"-7"-13"-13085,7-71-2193,2 81-1077,-1 0 1,1 0 0,-1 0 0,1 0-1,0 0 1,0 0 0,1 0-1,-1 1 1,1-1 0,-1 1 0,1-1-1,0 1 1,-1 0 0,1 0-1,0 1 1,1-1 0,4-1-1,58-28 526,-53 26-473,0 0 0,0 1 0,0 1 0,0 0 0,1 0 0,-1 2 0,24-1 0,-17 2-49,-1 1 0,1 1 0,-1 1 0,0 1 0,0 0 0,31 12 0,-43-13-34,0 0-1,0 0 0,-1 0 0,1 1 1,-1 0-1,0 0 0,0 0 0,-1 1 1,1 0-1,-1 0 0,0 0 0,0 1 1,-1 0-1,1 0 0,-1 0 0,-1 0 1,1 1-1,-1 0 0,0-1 0,3 14 1,-4-16-23,-1 0 0,0 0 0,0 0 0,-1 1 0,1-1 0,-1 0 0,0 0 1,0 0-1,0 1 0,0-1 0,-1 0 0,0 0 0,0 0 0,0 0 0,0 0 1,-1 0-1,1 0 0,-1 0 0,0 0 0,0-1 0,-1 1 0,1-1 0,-1 1 0,1-1 1,-1 0-1,0 0 0,-1 0 0,1-1 0,0 1 0,-1-1 0,1 0 0,-1 0 0,-4 2 1,-15 8 20,1 0 0,0 1 1,0 2-1,2 0 1,0 1-1,-20 20 1,39-32 14,-1 1 0,1-1 0,-1 0 1,1 0-1,1 1 0,-1-1 0,1 1 1,-1-1-1,1 0 0,0 1 0,1-1 1,-1 1-1,1-1 0,0 0 0,0 1 1,0-1-1,1 0 0,2 5 0,-1-6-14,0 0-1,0-1 0,0 1 0,0 0 0,-1 1 0,1-1 0,-1 0 0,0 1 0,0-1 0,0 1 1,0 0-1,0 0 0,1 6 0,-1 0-534,-1 1 0,0-1 0,-1 22 0,0-13-1563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6289,'0'0'19188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9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6545,'0'0'18402,"0"27"-16349,0 544-1543,0-570-592,1-1 0,0 1 0,0 0-1,-1-1 1,1 1 0,0-1 0,0 0 0,0 1 0,0-1 0,-1 0 0,1 1-1,0-1 1,0 0 0,0 0 0,0 0 0,0 0 0,0 0 0,0 0 0,0 0-1,0 0 1,2 0 0,25-3-810,3-5 911,-2-3 1,1 0-1,-1-2 1,-1-1-1,36-23 1,-41 23-31,18-11-101,52-42 0,-87 61 177,-9 5 110,-18 9 394,-33 20 668,50-26-1008,-1 1 0,1 1 0,0-1 0,-1 0 0,2 1 0,-1 0 0,0 0 0,1 0 0,0 1 0,0-1 0,0 1 0,0 0 0,1-1 0,0 1 0,0 0 0,0 0 0,0 1 0,1-1 0,0 0 0,-1 9 0,2-13-196,0-1 1,1 1-1,-1 0 0,0 0 1,0-1-1,0 1 0,1 0 1,-1 0-1,0-1 0,1 1 0,-1 0 1,1-1-1,-1 1 0,1-1 1,-1 1-1,1-1 0,-1 1 1,1-1-1,-1 1 0,1-1 1,0 1-1,-1-1 0,1 0 0,0 1 1,-1-1-1,1 0 0,1 1 1,24 4 81,-17-4-15,68 10-392,97 0-1,-122-11-3290,59-8-1,-56-6-2641,-12-2-3532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7490,'0'0'14432,"4"30"-13309,1-1-826,2 14 266,-1 1 1,-1 58-1,-5-95-560,0-1 0,1 1-1,-1-1 1,2 1 0,-1 0 0,1-1-1,4 12 1,-5-17-38,-1-1 1,0 1-1,1 0 1,-1-1-1,0 1 1,1-1-1,-1 1 1,1-1-1,-1 1 1,1 0-1,-1-1 1,1 1-1,-1-1 1,1 0-1,0 1 1,-1-1-1,1 0 1,0 1-1,-1-1 1,1 0-1,0 0 1,-1 1-1,1-1 1,0 0-1,0 0 0,-1 0 1,2 0-1,0-1-30,0 0 0,0 0 0,0 0 0,-1 0 0,1 0 0,0 0 0,-1-1 0,1 1 1,-1-1-1,1 1 0,-1-1 0,0 0 0,0 1 0,0-1 0,2-3 0,22-39 222,-6 11-913,36-49 0,-49 75 620,-1 0-1,1 0 1,1 0 0,0 1 0,-1 0 0,2 1 0,-1-1 0,1 1 0,0 0 0,0 1 0,0 0 0,9-3 0,-15 6 188,-1 1 0,1-1 0,0 0 0,-1 1 0,1-1 0,0 1 0,0 0-1,-1 0 1,1-1 0,0 1 0,0 0 0,-1 1 0,1-1 0,0 0 0,0 0 0,-1 1 0,1-1-1,0 1 1,-1-1 0,1 1 0,0 0 0,-1 0 0,1 0 0,-1 0 0,1 0 0,-1 0 0,0 0-1,1 0 1,-1 0 0,0 1 0,0-1 0,0 1 0,0-1 0,1 2 0,0 4 157,1 0-1,-2 0 1,1 1 0,-1-1 0,0 0 0,0 14-1,1 9-32,0-14 38,-2-13-274,0-1-1,0 1 0,0 0 0,1-1 0,-1 1 0,1-1 0,0 1 0,0-1 1,0 1-1,0-1 0,0 1 0,2 2 0,-1-4-485,1 1 0,-1-1 0,0 0 1,1 0-1,-1 0 0,1 0 0,0-1 0,-1 1 0,1 0 0,0-1 0,-1 0 1,1 0-1,0 0 0,-1 0 0,4-1 0,20 1-7952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65 9042,'0'0'11298,"-8"17"-10999,0-1-195,0-3 126,1 1 0,0 0 1,1 0-1,0 0 0,1 1 1,1 0-1,1 0 0,-3 17 1,6-29-52,0-1 1,0 1-1,0-1 1,0 1-1,0-1 1,0 1-1,1-1 1,-1 0-1,1 1 1,0-1-1,0 1 1,0-1 0,0 0-1,0 0 1,2 3-1,-1-4-96,0 1 0,1-1 0,-1 0 0,0 0 0,1 0 1,-1 0-1,1 0 0,-1 0 0,1-1 0,0 1 0,-1-1 0,1 0 0,4 0 0,18 2 9,0-2-1,-1 0 1,1-2 0,33-6-1,-47 6-92,0-1-1,0 0 0,0-1 0,0 0 0,-1-1 0,0 0 0,0 0 0,0-1 0,-1 0 0,1-1 0,14-14 0,-22 19-45,0 0 0,0 0 0,0-1 1,0 1-1,0-1 0,-1 1 0,1-1 1,-1 1-1,1-1 0,-1 0 0,0 0 0,0 0 1,0 0-1,-1 0 0,1 0 0,-1 0 0,0 0 1,1 0-1,-1 0 0,-1 0 0,1 0 0,0 0 1,-1 0-1,1 0 0,-3-5 0,1 3-77,-1 0-1,0 0 0,0 0 1,-1 0-1,0 0 0,1 1 1,-2-1-1,1 1 0,0 0 1,-1 0-1,-6-3 0,-10-7-94,-1 2-1,-33-14 0,18 9 172,63 16 2846,-11-1-2675,49-2 74,-25 0-682,-1 3 1,56 4 0,-86 15 204,16 19 412,3 0 0,0-2 0,48 46 0,-73-78-161,1-1 1,-1 0-1,1 0 0,-1 0 1,1 0-1,0-1 1,0 1-1,0-1 0,0 1 1,0-1-1,0 0 1,0 0-1,0 0 0,0-1 1,1 1-1,-1-1 0,0 0 1,0 0-1,1 0 1,-1 0-1,0 0 0,0-1 1,1 0-1,-1 1 1,0-1-1,0 0 0,0-1 1,0 1-1,0 0 1,0-1-1,0 0 0,-1 0 1,1 0-1,0 0 1,3-4-1,0 1-8,-2 0 1,1 0-1,0-1 1,-1 0-1,0 1 1,-1-2 0,1 1-1,-1 0 1,0-1-1,-1 1 1,1-1-1,-1 0 1,-1 1-1,1-1 1,0-13-1,-2 19 14,0 0 0,0 0 0,0-1 0,0 1 1,0 0-1,0 0 0,0 0 0,0-1 0,1 1 0,-1 0 0,0 0 0,1 0 0,-1 0 0,1 0 0,-1 0 0,1 0 0,0 0 0,-1 0 1,2-2-1,-1 3 20,0 0 0,-1 0 0,1 0 0,0-1 0,0 1 0,-1 0 0,1 0 1,0 0-1,0 0 0,-1 0 0,1 0 0,0 1 0,0-1 0,-1 0 0,1 0 1,0 0-1,-1 1 0,1-1 0,0 0 0,-1 1 0,1-1 0,1 1 1,40 38 247,-35-31-249,46 53 45,-39-43-36,0-1 0,1 0-1,1-1 1,35 26-1,-49-40-21,1 0 0,0-1 0,-1 1 0,1-1-1,0 0 1,0 0 0,0 0 0,0 0 0,0-1-1,1 1 1,-1-1 0,0 0 0,0 1-1,0-1 1,0-1 0,1 1 0,-1 0 0,0-1-1,0 0 1,0 0 0,0 0 0,0 0 0,0 0-1,0 0 1,-1-1 0,1 1 0,0-1 0,-1 0-1,4-2 1,4-6-85,0-1 1,0 0-1,-1 0 0,0-1 1,7-12-1,-3 4 103,-5 9-504,28-44 2151,-35 51-2367,1 1 0,0-1-1,-1 1 1,0-1-1,0 1 1,0-1 0,0 0-1,-1-4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3745,'0'0'17417,"0"14"-16505,0 2-782,-1 9 198,2 1-1,0-1 1,2 1 0,6 26-1,-5-31-186,7 19 145,-11-39-327,1 0-1,-1 0 1,1 1 0,0-1-1,-1 0 1,1 0 0,0 0-1,-1 0 1,1 0 0,0 0-1,0-1 1,0 1 0,0 0-1,0 0 1,0-1 0,0 1-1,0 0 1,0-1 0,1 1-1,-1-1 1,0 0 0,0 1-1,0-1 1,1 0 0,1 1-1,0-3-128,-1 1-1,0-1 0,0 1 1,1-1-1,-1 0 0,-1 0 1,1 0-1,0 0 1,0 0-1,-1 0 0,1-1 1,-1 1-1,0-1 0,0 1 1,0-1-1,0 1 0,1-6 1,1 2 75,5-13 78,-2 4-111,1 1 0,0 0 0,16-25 0,-20 36 149,-1-1 0,1 1 0,0 0 0,0 1 0,0-1 1,0 0-1,1 1 0,-1-1 0,1 1 0,-1 0 0,1 1 0,0-1 1,0 0-1,-1 1 0,1 0 0,0 0 0,0 0 0,0 0 0,8 1 1,-8 0-6,-1 0 1,0 1 0,1-1-1,-1 1 1,0 0 0,0 0-1,0 0 1,0 1 0,0-1-1,0 1 1,0 0 0,0-1-1,-1 1 1,1 1 0,-1-1 0,1 0-1,-1 0 1,0 1 0,0 0-1,0-1 1,0 1 0,2 4-1,4 9 380,0 0 0,0 1 1,4 19-1,10 20 399,-21-53-908,1 0 96,-1 0 0,1 0 0,0 0 0,0 0 0,0-1-1,0 1 1,0 0 0,5 3 0,-6-5-484,1 0-1,-1 0 1,1-1-1,0 1 1,-1 0-1,1-1 1,0 1 0,-1-1-1,1 0 1,0 1-1,0-1 1,2 0-1,9 0-4915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7266,'0'0'16816,"0"14"-14426,0 288 1718,0-207-6050,0-12-4155,7-332 5563,-6 216 565,1 1-1,1 0 0,2 0 1,2 0-1,0 1 0,2 0 1,24-55-1,-31 83 26,0 1-1,0 0 1,0-1-1,0 1 0,0 0 1,0 0-1,0 1 1,1-1-1,-1 0 1,1 1-1,-1-1 1,1 1-1,-1 0 1,1 0-1,0 0 1,0 0-1,0 0 1,-1 1-1,1-1 1,0 1-1,4 0 0,74 0 1227,-50 1-1295,-22-1 99,-1 1 0,0 0-1,0 0 1,0 0 0,0 1 0,-1 0 0,1 1 0,0 0 0,-1 0 0,0 1 0,1 0 0,8 6 0,-12-7-46,0 1 1,0-1-1,0 1 0,0 0 0,-1 0 1,1 0-1,-1 0 0,0 1 0,-1-1 1,1 1-1,-1 0 0,0 0 1,0 0-1,0 0 0,-1 0 0,1 0 1,-1 1-1,0-1 0,-1 0 0,0 6 1,1 5-18,-1-11-49,0-1 1,0 1 0,0 0-1,0 0 1,-1 0-1,0-1 1,-2 7 0,2-9 16,0 0 1,0 0-1,0 0 0,-1-1 1,1 1-1,-1 0 1,1-1-1,-1 1 0,1-1 1,-1 0-1,0 1 0,0-1 1,0 0-1,0 0 1,0 0-1,0-1 0,0 1 1,0 0-1,-4 0 1,-22 6-272,-51 5 0,7-9-5103,56-2 929,3 5-1337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7858,'0'0'10778,"-11"4"-9599,8-3-1177,-19 7 710,1 2 0,-1-1 0,-36 25 0,53-30-471,-1-1 0,1 1 0,0 1 0,0-1 1,0 1-1,1 0 0,0 0 0,0 0 0,0 1 0,0-1 0,1 1 0,0 0 1,0 0-1,1 0 0,0 0 0,0 1 0,0-1 0,1 0 0,-1 1 0,1 10 1,1-17-284,1 1 1,-1 0 0,1 0 0,0 0-1,-1 0 1,1-1 0,0 1 0,-1 0-1,1 0 1,0-1 0,0 1 0,0-1-1,-1 1 1,1-1 0,0 1 0,0-1 0,0 1-1,0-1 1,0 0 0,0 0 0,0 1-1,0-1 1,0 0 0,0 0 0,0 0-1,0 0 1,0 0 0,0 0 0,0-1-1,0 1 1,0 0 0,0 0 0,0-1-1,1 0 1,41-11-2071,-22-2 843,0-2 0,-2 0 0,0-1 0,27-30-1,16-17-746,-61 63 1880,-1 21 184,0-11 78,1 0-1,0 0 0,0 0 1,0 0-1,1-1 1,1 1-1,-1 0 0,8 13 1,-9-19-84,1 0 1,0 0 0,0 0 0,0 0 0,0 0 0,0 0 0,1-1 0,-1 1 0,1-1-1,0 0 1,0 1 0,-1-1 0,2 0 0,-1-1 0,0 1 0,0-1 0,0 1 0,1-1-1,-1 0 1,1 0 0,-1 0 0,1-1 0,-1 1 0,6-1 0,-3 0-68,-1-1 0,1 0-1,-1 0 1,1 0 0,-1-1 0,0 1 0,0-1 0,1-1-1,-1 1 1,-1-1 0,1 0 0,0 0 0,-1 0 0,1 0 0,-1-1-1,7-7 1,2-5-323,0 0 1,-1-1-1,12-22 0,-24 39 339,0-1 1,0 0 0,1 1-1,-1-1 1,0 1 0,0-1-1,1 0 1,-1 1 0,0-1-1,0 1 1,1-1 0,-1 1-1,1-1 1,-1 1 0,0-1-1,1 1 1,-1-1-1,1 1 1,-1-1 0,1 1-1,0 0 1,-1-1 0,1 1-1,-1 0 1,1 0 0,0-1-1,-1 1 1,1 0 0,-1 0-1,1 0 1,0 0 0,-1 0-1,1 0 1,0 0 0,-1 0-1,1 0 1,0 0-1,-1 0 1,1 0 0,0 0-1,-1 0 1,1 1 0,-1-1-1,1 0 1,0 1 0,-1-1-1,1 0 1,-1 1 0,1-1-1,-1 0 1,1 1 0,-1-1-1,1 1 1,-1-1 0,0 1-1,1-1 1,-1 1 0,0 0-1,1-1 1,-1 1-1,2 3 22,0 0-1,0 0 0,-1 0 0,0 0 0,0 0 0,0 0 0,0 0 1,0 7-1,-1 97 1361,0-107-1103,8-20 677,0 11-744,2 0 1,-1 1 0,1 1 0,0-1-1,0 1 1,1 1 0,0 0 0,0 1-1,21-6 1,2 3-1202,-1 1 0,37 0 0,-56 5 173,22 0-4006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213 400 9586,'0'0'10805,"-8"0"-10029,-4 1-515,0 1 1,0 0-1,1 0 0,-1 1 0,0 1 1,1 0-1,0 1 0,0 0 0,0 0 1,-14 11-1,19-12-149,0 0 0,1 1 0,-1 0 0,1 0 0,0 0 0,1 0-1,-1 1 1,-6 11 0,9-13-70,0 0 0,1 0-1,-1-1 1,1 1 0,0 0 0,0 1-1,1-1 1,-1 0 0,1 0-1,0 0 1,0 0 0,0 0 0,0 0-1,1 1 1,-1-1 0,3 5 0,-3-8-42,0-1 1,0 0 0,1 1 0,-1-1 0,0 1-1,0-1 1,1 0 0,-1 1 0,0-1 0,1 0 0,-1 1-1,0-1 1,1 0 0,-1 0 0,1 1 0,-1-1 0,0 0-1,1 0 1,-1 0 0,1 1 0,-1-1 0,1 0 0,-1 0-1,0 0 1,1 0 0,-1 0 0,1 0 0,0 0 0,16 2-316,-1-1 1,1 0 0,0-1 0,-1-1 0,1-1 0,26-6-1,-35 6 145,0 0 0,0-1-1,0 1 1,-1-2 0,1 1 0,-1-1-1,0 0 1,0-1 0,0 0-1,-1 0 1,0 0 0,0-1-1,0 1 1,-1-2 0,1 1-1,3-8 1,-7 12-259,-1-1 1,0 0-1,1 0 0,-1 0 1,-1 0-1,1 0 0,0-1 0,-1 1 1,0 0-1,0-5 0,0 7 320,7 17 1304,-5-11-1067,1 0-1,0 0 1,-1 0 0,2-1-1,-1 0 1,0 1 0,1-1-1,0-1 1,0 1 0,0 0-1,0-1 1,1 0-1,-1 0 1,1 0 0,0 0-1,-1-1 1,2 0 0,-1 0-1,0 0 1,8 1 0,3 0-37,0-1 0,0-1 0,-1 0 0,1-1 0,29-4 0,-37 2-190,-1 0 0,0 0-1,0 0 1,0-1 0,0 0-1,0 0 1,-1-1 0,1 1 0,-1-2-1,0 1 1,0-1 0,-1 0-1,6-5 1,0-2-686,0 0 0,-1-1 0,-1 0 0,15-27 0,-12 22-103,-8 30 851,1 12 84,2 1 250,-1 1 0,-1 0 0,-1 0 1,1 48-1,10-75-785,-8-2 381,-1 1 0,0-1 0,0 0 1,0 0-1,-1-1 0,1 0 0,-1 0 1,5-5-1,47-46 238,-32 30-75,-24 24-51,10-11 64,1 1 0,0 1-1,0-1 1,1 2 0,1 0-1,-1 0 1,27-11 0,-38 19-62,-1 1 1,0-1-1,0 1 0,1 0 1,-1-1-1,1 1 1,-1 0-1,0 0 0,1 0 1,-1 0-1,1 0 0,-1 0 1,0 1-1,1-1 1,-1 0-1,0 1 0,1-1 1,-1 1-1,0-1 1,1 1-1,-1 0 0,0-1 1,0 1-1,0 0 0,0 0 1,0 0-1,0 0 1,0 0-1,1 1 0,2 4 29,-1-1 0,-1 1 0,1 0 0,-1 0 0,3 10 0,9 21 380,-14-36-381,1 0-1,0 0 1,-1 0 0,1 0 0,0 0 0,0 0-1,0 0 1,-1 0 0,1 0 0,0-1 0,0 1-1,0 0 1,0-1 0,1 1 0,-1 0 0,0-1 0,0 1-1,0-1 1,0 0 0,1 1 0,-1-1 0,0 0-1,2 0 1,2 0-91,1-1 0,-1 0 1,0 0-1,1-1 0,-1 1 0,0-1 0,0 0 0,0-1 0,0 1 0,-1-1 0,1 0 0,4-4 1,55-49 292,-37 30-724,61-46-3324,-87 72 3862,0 0 1,1-1-1,-1 1 1,0 0-1,0 0 1,1 0-1,-1-1 1,0 1-1,1 1 1,-1-1-1,0 0 1,1 0-1,-1 0 1,0 1-1,0-1 1,1 1-1,-1-1 1,0 1-1,0-1 1,0 1-1,0 0 1,0 0-1,0-1 1,0 1-1,0 0 1,0 0-1,0 0 1,0 0-1,0 0 1,-1 0-1,1 0 1,1 3-1,-1-2-59,3 3 182,0 0 1,-1 0 0,0 1 0,0-1 0,0 1 0,-1 0 0,0 0 0,3 10-1,-5-11-57,2 0 0,-1 0 0,1 0 0,-1-1 0,1 1 0,1-1 0,-1 1 0,1-1 0,-1 0 0,1 1 0,0-1 0,1-1 0,-1 1 0,6 4 0,-1-3-14,1 0 0,0-1-1,0 0 1,1-1 0,-1 0-1,1 0 1,0-1 0,-1-1-1,1 1 1,0-1 0,0-1 0,0 0-1,0 0 1,0-1 0,0-1-1,-1 1 1,1-2 0,0 1-1,10-5 1,26-15-531,-33 17 250,-1 0 1,0-1-1,-1 0 1,1-1-1,-1 0 1,-1-1-1,11-9 1,-20 16 86,0 0 1,0 0 0,0-1 0,0 1 0,0 0 0,0-1 0,-1 1-1,1 0 1,-1-1 0,1 1 0,-1-1 0,1 1 0,-1-1 0,0 1-1,1-1 1,-1 1 0,0-1 0,0 0 0,0 1 0,0-1 0,-1 1-1,1-1 1,0 1 0,-1-1 0,1 1 0,-1-1 0,1 1 0,-1-1-1,0 1 1,0 0 0,1-1 0,-1 1 0,0 0 0,0 0 0,0 0-1,0-1 1,-1 1 0,1 0 0,0 1 0,0-1 0,-1 0 0,1 0-1,0 0 1,-1 1 0,1-1 0,-1 1 0,1-1 0,-1 1 0,1-1-1,-1 1 1,1 0 0,-1 0 0,-1 0 0,-11-1-144,4 0 154,0 0-1,0 1 1,-1 0-1,1 1 1,-20 3 0,28-3 206,0 0 0,-1-1 1,1 1-1,0 1 0,0-1 1,0 0-1,0 0 0,0 1 1,0-1-1,0 1 0,1 0 1,-1-1-1,0 1 1,1 0-1,-1 0 0,1 0 1,0 0-1,0 0 0,0 0 1,0 1-1,0-1 0,0 0 1,0 0-1,1 1 0,-1-1 1,1 0-1,0 1 1,0-1-1,0 1 0,0 3 1,0-4 6,0 0 0,0 1 0,0-1 1,0 0-1,0 0 0,1 0 0,-1 0 1,1 0-1,-1 0 0,1 0 1,0 0-1,0 0 0,0 0 0,0 0 1,2 3-1,0-3-51,-1 0 1,1 0-1,0-1 0,-1 1 1,1-1-1,0 1 0,0-1 1,0 0-1,0 0 1,0-1-1,6 2 0,19 2-68,1 0 0,0-2-1,0-1 1,0-1 0,0-1 0,37-8-1,-49 5-195,0-2 0,0 0-1,-1-1 1,0-1-1,0 0 1,-1-1 0,0 0-1,-1-2 1,0 0 0,-1 0-1,22-24 1,-6 2-1263,-2-2 1,-1-1-1,32-58 0,-21 8-778,-20 44 1968,-16 36 215,-1 5 14,0 31 1301,-14 115 3360,14-122-4086,-1-9-275,0-1-1,1 0 1,1 0 0,0 1-1,1-1 1,0 0 0,1 0-1,0 0 1,1-1 0,1 1-1,10 21 1,-10-26-155,1 0 0,0 0 0,0 0 0,0-1 0,1 0 0,0 0 0,11 8 0,-12-12-170,-1 0-1,1 0 1,0 0 0,0-1 0,0 0-1,0 0 1,0-1 0,0 1 0,1-1-1,-1-1 1,0 1 0,8-1 0,-14 0-37,1-1 1,0 1-1,0 0 1,0-1-1,0 1 1,0-1-1,0 1 1,0-1 0,0 1-1,-1-1 1,1 0-1,0 1 1,0-1-1,-1 0 1,1 1 0,0-1-1,-1 0 1,1 0-1,-1 0 1,1 0-1,-1 0 1,0 0 0,1 0-1,-1 0 1,0 0-1,0 0 1,1 0-1,-1 0 1,0 0-1,0 0 1,0 0 0,0 0-1,-1-1 1,2-1-235,-1 0 0,0 0 0,-1-1 0,1 1 0,-1 0 0,1 0 1,-1 0-1,0 0 0,0 0 0,-2-5 0,-5-2-102,-1 1 0,0-1 0,0 1 0,-1 1 0,0 0 0,0 0 1,-1 1-1,-15-8 0,8 6 384,0 0 0,0 1 0,-1 1 1,-36-9-1,31 16 14488,129 17-13556,-69-9-784,62 4-1,-66-10-483,-2 0 368,0-2 0,30-2 0,-53 1-176,0 0-1,0 0 1,0 0 0,0-1 0,0 0 0,0-1-1,-1 1 1,0-1 0,1-1 0,-1 1 0,0-1-1,0 0 1,-1 0 0,6-6 0,-8 6-215,0-1-1,0 1 1,-1-1 0,0 0 0,0 0-1,0 1 1,0-2 0,-1 1 0,0 0-1,0 0 1,-1 0 0,1-9-1,-1 14-32,-7 0 444,-1 1 0,1 0-1,0 0 1,0 1 0,0 0-1,0 0 1,0 0 0,0 1-1,0 0 1,1 1 0,-12 7-1,15-8 190,-1 0-1,1 1 1,0-1-1,0 1 1,0 0-1,0 0 1,0 0-1,1 0 1,0 0-1,0 1 1,0-1-1,0 1 1,1-1-1,0 1 1,0-1 0,0 1-1,0 0 1,1 0-1,0 6 1,0-7-66,-1 0 0,1 0 0,1-1 0,-1 1 0,0 0 1,1 0-1,0-1 0,0 1 0,0 0 0,0-1 0,1 1 1,3 5-1,-3-7-77,1 1-1,-1-1 1,1 0 0,0 0 0,0 0 0,0 0 0,0 0-1,0-1 1,0 0 0,1 1 0,-1-1 0,1 0-1,-1-1 1,5 2 0,22 3-104,1-1 1,0-1-1,-1-2 0,1-1 0,43-6 0,-70 5-101,-1 0-1,1 0 1,-1-1-1,0 0 1,1 1-1,-1-1 1,0 0-1,0-1 1,0 1-1,0 0 1,-1-1-1,1 0 0,-1 1 1,1-1-1,-1 0 1,0 0-1,3-5 1,-3 4-83,0 1-1,0-1 1,0 1 0,1 0 0,0-1-1,-1 1 1,1 1 0,0-1 0,1 0 0,-1 1-1,0 0 1,1-1 0,-1 1 0,1 1-1,0-1 1,4-1 0,-4 2 175,0-1 0,0 1-1,0 1 1,0-1 0,0 1-1,0-1 1,0 1 0,0 0 0,0 1-1,0-1 1,0 1 0,0-1 0,0 1-1,0 1 1,0-1 0,-1 0 0,1 1-1,0 0 1,-1 0 0,1 0 0,-1 0-1,0 0 1,0 1 0,0-1-1,0 1 1,0 0 0,0 0 0,-1 0-1,1 1 1,-1-1 0,2 4 0,5 9 141,-2 0 1,1 0-1,-2 0 0,0 1 1,-1-1-1,-1 1 1,-1 1-1,0-1 0,0 20 1,-2-36 25,1-1-107,0-1 0,0 1 1,-1-1-1,1 1 0,0-1 0,-1 0 1,1 1-1,-1-1 0,1 0 0,-1 0 1,1 0-1,-1 0 0,1 0 0,-1 0 0,0-1 1,0 1-1,0 0 0,0-1 0,0 1 1,0-1-1,0 1 0,0-1 0,0 1 1,0-4-1,7-8 235,3 2-25,0 0 1,0 1-1,1 0 0,0 1 1,1 0-1,0 1 1,1 0-1,-1 1 1,1 1-1,21-7 1,-10 6-451,0 0 1,0 2 0,1 0 0,-1 2 0,38 0 0,-50 3-1740,-5 3-1101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2176,'0'0'10496,"-21"11"-9963,-65 36-231,84-46-276,0 0 0,1 0 0,-1 0 0,0 1 0,0-1 0,1 1 0,-1-1 0,1 1 0,-1-1 0,1 1 0,0 0 0,0-1 0,-1 1 0,0 2 0,4 14 1349,-1-12-521,-1-5-771,1 0 1,-1 0-1,1 0 1,0 0-1,-1-1 0,1 1 1,0 0-1,0 0 0,0 0 1,-1-1-1,1 1 0,0 0 1,0-1-1,0 1 0,0-1 1,0 1-1,0-1 1,0 0-1,0 1 0,0-1 1,0 0-1,2 0 0,32 7 149,-29-6-76,46 8 118,-26-6-243,0 1 0,0 2 0,-1 0 0,0 2 0,0 0-1,24 13 1,-47-19-44,0 0 1,0 1-1,0-1 0,-1 0 0,1 0 0,-1 1 0,0-1 0,1 1 0,-1-1 0,0 1 0,0 0 0,-1-1 0,1 1 0,-1 0 1,1-1-1,-1 1 0,0 0 0,0 0 0,0 0 0,0-1 0,-1 1 0,0 4 0,1-3 6,-1 1 0,0 0 0,0 0 0,0-1 0,0 1 0,-1 0 0,1-1-1,-1 0 1,-1 1 0,1-1 0,0 0 0,-6 6 0,-5 0-34,-1-1 0,0 0 0,-1-1-1,0-1 1,-1 0 0,1-1 0,-1 0 0,-1-2 0,1 0-1,0 0 1,-1-2 0,0 0 0,-22 0 0,38-2-90,0 0 1,0 0 0,1 0-1,-1 1 1,0-1 0,0 0-1,1 0 1,-1 0 0,0 0-1,0 0 1,1-1 0,-1 1-1,0 0 1,0 0-1,1 0 1,-1-1 0,0 1-1,1 0 1,-1-1 0,0 1-1,1 0 1,-1-1 0,1 1-1,-1-1 1,0 1-1,1-1 1,-1 1 0,1-1-1,0 0 1,-1 1 0,1-1-1,-1 0 1,1 1 0,0-1-1,-1 0 1,1 1 0,0-1-1,0 0 1,0 0-1,0 1 1,-1-1 0,1 0-1,0 0 1,0 1 0,0-1-1,1 0 1,-1 0 0,0 1-1,0-1 1,0 0 0,0 1-1,1-2 1,-1-5-1016,0-20-4370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25 3185,'0'0'13768,"0"0"-13677,-1 0-1,1 0 1,0 0 0,-1 0 0,1-1-1,0 1 1,0 0 0,-1 0 0,1 0-1,0-1 1,0 1 0,0 0 0,-1 0-1,1-1 1,0 1 0,0 0 0,0-1-1,0 1 1,-1 0 0,1 0 0,0-1-1,0 1 1,0 0 0,0-1 0,0 1-1,0 0 1,0-1 0,0 1 0,0 0-1,0-1 1,0 1 0,0 0-1,0-1 1,0 1 0,1 0 0,-1 0-1,0-1 1,0 1 0,0 0 0,0-1-1,0 1 1,1 0 0,-1 0 0,0-1-1,1 1 1,23-5-136,0 2 0,1 0 0,-1 2 0,1 1 0,-1 1 0,32 5 0,-52-6 13,-1 0 0,0 1-1,1 0 1,-1-1-1,0 1 1,0 1 0,0-1-1,1 0 1,-1 1 0,-1 0-1,1-1 1,0 1-1,0 0 1,-1 1 0,1-1-1,-1 0 1,1 1-1,-1-1 1,0 1 0,0 0-1,0 0 1,-1 0-1,1 0 1,-1 0 0,3 5-1,-2 4 29,0 0-1,0 0 1,-1 0 0,0 0-1,-2 21 1,1-8 38,-1-20-9,1 0 1,-1 0-1,0 0 0,0-1 1,0 1-1,-1 0 1,0-1-1,0 1 1,0-1-1,0 1 1,-1-1-1,-5 8 1,-47 45 163,22-25-109,32-31-27,1-1 0,-1 1 1,0-1-1,1 1 0,-1 0 0,1-1 1,-1 1-1,1 0 0,-1 0 0,1-1 1,0 1-1,-1 0 0,1 0 0,0 0 1,0-1-1,-1 1 0,1 0 0,0 0 1,0 0-1,0 0 0,0-1 1,0 1-1,0 0 0,0 0 0,0 0 1,1 0-1,-1-1 0,0 1 0,0 0 1,1 0-1,-1 0 0,0-1 0,1 1 1,0 1-1,26 17-378,-24-17 205,0-1 0,0 1 0,0-1 0,0 1 0,-1 0 0,1 1 0,-1-1 0,5 5-1,-5-3-147,-1 0 0,1 0 0,-1 0 0,0 0 0,0 0 0,-1 1-1,1-1 1,-1 0 0,0 0 0,0 7 0,-1-6-347,1 0 0,0 0 0,1 0 1,-1 0-1,1 0 0,0 0 0,2 7 0,4 4-2935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7186,'0'0'12514,"0"25"-17683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6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858 71 5601,'0'0'23805,"-3"0"-23639,-22 0 69,0 0 0,1 1 0,-1 1 0,1 2 0,-1 0 0,1 2 0,-36 13 0,7 6-130,2 3 1,1 2-1,1 3 0,1 1 1,-67 65-1,71-61-99,20-19-9,1 1 1,1 0 0,1 2-1,1 1 1,1 0 0,-31 52 0,45-66 19,0 1 0,0 0 0,1 1 0,1-1 0,0 1 0,0 0 0,1 0 0,0 0 1,1 0-1,0 0 0,1 12 0,0 309 143,1-318-160,1 0 1,0 0 0,1 0-1,8 23 1,4 18-9,-9-16 34,2 0 0,2-1 0,1-1 1,2 0-1,34 67 0,-42-93-41,0 0-1,0 0 1,-1 1 0,0 0 0,2 17-1,-3-16 17,0 0-1,1 0 0,0 0 0,7 12 0,-9-22 13,1-1 0,-1 1-1,1 0 1,0-1 0,0 0-1,1 1 1,-1-1 0,0 0-1,1-1 1,-1 1 0,1-1-1,-1 1 1,1-1 0,0 0-1,7 0 1,25 12 30,-22-5-51,0 0 1,-1 1-1,0 0 1,-1 1-1,0 1 1,0 0-1,-1 0 1,-1 1-1,0 1 0,16 25 1,-23-33 10,1 1 0,0-1 1,1 0-1,-1 0 0,1-1 0,0 1 0,0-1 1,1 0-1,-1-1 0,1 1 0,0-1 0,6 3 1,13 4 24,43 11 1,-41-13-24,139 27-5,-110-26 0,65 20 0,-72-15 0,0-2 0,0-2 0,1-3 0,0-2 0,77-1 0,2054-4 0,-1920-17 0,-158 8 0,-18 3 0,-1-4 0,0-4 0,102-30 0,-62-7 0,-64 25 0,-4 2 0,116-52 0,-142 61 0,-1-2 0,0-1 0,40-33 0,-61 42 0,0 0 0,0-1 0,0-1 0,-1 1 0,-1-1 0,0 0 0,-1-1 0,0 1 0,0-1 0,-1 0 0,-1 0 0,3-13 0,14-41 0,-13 41 0,-2-1 0,0 0 0,-1 1 0,-2-2 0,-1 1 0,-3-46 0,1 11 0,0 50 0,0 1 0,-1-1 0,0 0 0,-1 1 0,0-1 0,-1 1 0,0 0 0,-1 0 0,0 0 0,0 1 0,-1 0 0,-10-13 0,-13-14 0,-56-52 0,48 51 0,-17-19 0,-80-77 0,113 114 0,-2 1 0,0 1 0,-1 1 0,-36-19 0,-145-45 0,133 56 0,-89-46 0,121 52 0,0 1 0,-2 1 0,0 3 0,-86-16 0,-73-15 0,-64-12 0,-248-66 0,426 98 0,-2 4 0,0 4 0,-1 4 0,-121 0 0,-122-4 0,254 15 0,31-1 0,0 2 0,0 2 0,0 2 0,-84 18 0,90-13 0,0-2 0,-1-1 0,-64-1 0,9 0 0,-161-2 0,133-5 0,43 0-164,52 1-865,59 1-1361,17 0-7046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41:28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8706,'0'0'10210,"-20"80"-22645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3137,'0'0'21708,"0"30"-13786,12 262-7922,0-65 0,1-58 0,-15-120-70,1-28-16,0 0-1,1 0 1,2 0 0,1 0 0,6 23 0,7 70-525,-4-61 207,-2 1-1,-3 0 0,-3 1 1,-3-1-1,-8 64 0,2 22-135,5 971-815,-2-1081 1342,-1 0 0,-16 60 0,11-61 9,1 1 0,-2 60 0,9 498 89,12-456-34,6-33-18,-2-27-15,11 372 902,-3-226-835,-24 252 46,2-443-115,1 0 0,2 0 0,9 27 0,-6-27-22,-2 0-1,-1 0 0,1 29 0,-6 517-94,-2-557 108,-1 0-1,0-1 1,-2 1 0,0-1-1,0 0 1,-9 15-1,-12 34-132,15-30 53,5-18 91,1 0-1,1 0 1,0 0-1,2 1 1,-1 18-1,-9 168-318,7-129 152,2-60 186,1 1-1,1-1 1,0 1 0,1-1 0,1 1 0,1-1-1,0 1 1,1-1 0,1 0 0,10 25 0,-6-17-85,-1 0 0,-1 1 0,-2 0 0,0 0-1,-2 0 1,-1 0 0,-1 0 0,-6 37 0,3 28-42,3-87 266,0 0-67,0 2-58,0-2 48,75-1 613,-63 0-694,566-19 2503,-392-2-1278,-81 5-1243,-70 10 0,1 1 0,56-2 0,287-23 0,325 20 0,-461-7 0,1 0 0,1155 12 0,-1117-15 0,-255 18 0,-1-1 0,1-1 0,30-8 0,47-7 0,189 6 0,25-3 0,-79-2 0,353 13 0,-306 8 0,-253-1 0,1 1 0,-1 1 0,63 16 0,34 5 0,-61-16 0,-18-2 0,87 2 0,332 21 0,131-25 0,-113 14 0,-295-9 0,880-10 0,-732-10 0,97 10 0,-319 14 0,-87-9 0,1 0 0,60 1 0,844-6 0,-924 0 0,-3 0-199,-106 0-15493,48 0 5041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4560 1408,'0'0'5063,"6"-2"-3083,51-6 15956,-53 6-17905,1 1 0,-1 0 0,0-1 0,0 0 0,0 0-1,-1 0 1,1 0 0,0 0 0,-1-1 0,0 1 0,0-1 0,0 0 0,0 0 0,0 0 0,0 0 0,-1 0 0,2-4 0,59-84 116,-23 31-110,-21 35-43,-2-1 0,-1-1 0,-1 1 0,-2-2 0,-1 0 0,10-39 0,-17 56 24,0 1 1,1-1-1,1 1 1,-1 0 0,2 1-1,0-1 1,0 1-1,1 1 1,0-1-1,12-7 1,43-46-39,-44 35-2,-1-2 1,24-49 0,-33 56 19,1 1 0,1 0 1,1 0-1,1 2 0,1-1 1,1 1-1,30-27 0,-36 38 17,27-22 8,0-1-1,39-46 1,-66 68 1,-1 1 0,1-1-1,0 1 1,1 1 0,18-10-1,-20 12 18,0 0 0,0 0 0,-1-1 0,1 0 0,-2 0 0,1 0 0,-1-1 0,0 0-1,-1-1 1,7-8 0,26-23 10,-34 35-64,-1 1 1,1-1 0,-1 1-1,0-1 1,0 0-1,0-1 1,0 1-1,4-9 1,5-4 50,0-1 0,2 1 0,0 1 0,1 0 1,1 1-1,0 0 0,2 1 0,0 1 0,1 0 0,22-10 0,-27 14-33,68-34 523,-8-2-407,-59 33-41,1 1 1,1 1 0,0 0-1,1 1 1,0 0 0,0 1 0,1 1-1,1 1 1,-1 1 0,24-4-1,73-12 1312,-88 14-1280,1 1-1,-1 1 1,60-2-1,113 9 471,324 39-1,-413-31-581,-1-5 0,150-9 0,-57 0 0,-92 4 0,-10 3 0,0-4 0,-1-4 0,1-3 0,127-26 0,223-81 0,-375 89 0,129-57 0,-95 35 0,-5 6 0,-30 13 0,94-48 0,-113 41 0,102-79 0,-64 42 0,-25 19 0,79-80 0,-105 85 0,-3-2 0,-3-1 0,-2-1 0,-3-2 0,48-113 0,-54 113 0,-3 9 0,65-82 0,-35 55 0,6-2 0,-36 33 0,2 2 0,3 0 0,1 2 0,2 0 0,3 2 0,1 2 0,2 1 0,1 1 0,86-51 0,22-26 0,-105 75 0,2 1 0,86-48 0,-21 5 0,-16 10 0,7 10 0,178-72 0,-259 121 0,0 2 0,1-1 0,0 2 0,0 1 0,24-2 0,-20 2 0,1 0 0,-1-2 0,33-8 0,282-72 0,-286 71 0,1 2 0,91-9 0,-101 15 0,-8 0 0,-12 2 0,0 1 0,1 1 0,34 1 0,13-4 0,-63 4 0,-8-2-92,-120 76-20484,78-38 8477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1 864,'0'0'7591,"47"4"4192,-21 1-10414,-26-4-518,0 31-1299,0-59 2043,-1 46-1519,0-18-133,1 1-1,0 0 1,-1 0 0,1 0 0,0 0 0,0-1-1,1 1 1,-1 0 0,0 0 0,1 0-1,-1-1 1,1 1 0,-1 0 0,1 0-1,0-1 1,0 1 0,2 2 0,29 2-6585,-10-6 1483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2561,'0'0'8145,"10"0"-6755,53 0 2643,-29-3 2395,-10 2-7159,-9 0-3830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1552,'0'0'7975,"8"4"-7393,-1-1-378,-6-3-152,1 1 0,0-1 0,0 1 1,0-1-1,-1 1 0,1 0 0,0 0 0,-1 0 0,1 0 1,-1 0-1,1 0 0,-1 0 0,1 0 0,-1 0 0,0 1 1,0-1-1,0 0 0,0 1 0,0-1 0,0 1 0,0-1 1,0 1-1,-1-1 0,1 1 0,0 2 0,-1-2 591,36 6 5593,-36-7-6226,0-1 0,0 0-1,0 1 1,0-1 0,0 1 0,0-1 0,0 0-1,0 1 1,1-1 0,-1 1 0,0-1 0,0 0-1,0 1 1,0-1 0,1 1 0,-1-1 0,0 0-1,0 1 1,1-1 0,-1 0 0,0 1 0,1-1-1,-1 0 1,1 0 0,-1 1 0,0-1 0,1 0-1,-1 0 1,1 1 0,-1-1 0,1 0 0,-1 0-1,0 0 1,1 0 0,-1 0 0,1 0 0,-1 0-1,1 0 1,0 0 0,27-4 153,18-1 648,-46 34-667,0-29-80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22 3185,'8'-1'19766,"-4"-3"-19813,-4-12 561,0 20-1314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 5265,'0'0'12264,"8"1"-11093,-6 0-1077,-1-1 0,1 0 0,0 1-1,0-1 1,0 1 0,0-1 0,-1 1 0,1 0 0,0-1 0,-1 1 0,1 0-1,-1 0 1,1 0 0,-1 0 0,1 0 0,-1 1 0,0-1 0,0 0 0,0 1-1,0-1 1,0 0 0,1 3 0,3 44 2234,-5-42-2419,0-5-8,-2-1-477,1-2 589,-1 1 0,1 0 0,0-1 0,0 0 0,0 1 0,0-1 0,0 0 0,0 1 0,0-1 0,0 0 0,1 0 0,-1 0 0,1 1 0,0-1 0,-1 0 0,1 0 0,0 0 0,1 0 0,-1 0 0,0 0 0,0 1 0,1-1 0,1-3 0,-2-8 131,0 11 136,-2 62-792,1-59 503,0 0 1,1 0-1,-1 0 1,0 0-1,0-1 1,0 1-1,-1 0 1,1 0-1,0-1 1,0 1-1,0 0 1,-1-1-1,1 1 1,0-1-1,-1 0 1,1 1-1,0-1 1,-1 0-1,1 0 1,0 1-1,-1-1 1,1 0-1,-1 0 1,1 0-1,-1 0 1,1-1-1,0 1 1,-1 0-1,1-1 1,0 1-1,-1 0 1,1-1-1,0 1 1,-1-1-1,1 0 0,0 1 1,0-1-1,0 0 1,0 1-1,-2-3 1,0 0 81,1 0 1,0 0-1,0 0 1,0 0-1,1 0 0,-1 0 1,1-1-1,0 1 1,0 0-1,0-1 0,1 1 1,-1-8-1,2 26 878,1 28 54,-3-28-4444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 3057,'0'0'9170,"34"24"-1275,-32-14-4048,-1 7-3285,-2-10-1378,1-25 533,0-14-580,0 21 282,0 14 14,0-2 573,0 0 0,-1 0 0,1 0 0,-1 0 1,0 0-1,1 0 0,-1 0 0,0 0 0,1 0 1,-1 0-1,0 0 0,0-1 0,0 1 0,0 0 0,0 0 1,0-1-1,0 1 0,-1 0 0,1-1 0,0 1 1,0-1-1,0 0 0,-1 1 0,1-1 0,0 0 1,-1 1-1,1-1 0,0 0 0,-1 0 0,1 0 1,0 0-1,-1 0 0,1 0 0,0-1 0,-1 1 1,1 0-1,0 0 0,0-1 0,-1 1 0,1-1 0,0 1 1,-2-2-1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31 736,'0'0'10328,"49"-10"327,-49 9-10670,1 0-1,-1 0 1,1-1-1,0 1 1,-1 0-1,1 1 1,0-1-1,0 0 1,0 0-1,0 0 1,0 0-1,0 1 1,0-1-1,0 0 1,0 1-1,0-1 1,1 0-1,-1 1 1,0 0-1,0-1 0,1 1 1,-1-1-1,0 1 1,1 0-1,-1 0 1,0 0-1,1 0 1,-1 0-1,1 0 1,-1 0-1,0 0 1,1 0-1,-1 1 1,0-1-1,1 0 1,-1 1-1,0-1 1,0 1-1,1-1 1,-1 1-1,0-1 1,0 1-1,0 0 1,0 0-1,0-1 1,0 1-1,0 0 1,0 0-1,0 0 1,-1 0-1,1 0 1,0 0-1,0 0 0,-1 0 1,1 0-1,-1 0 1,0 0-1,1 0 1,-1 3-1,0 3 897,0-17 171,0-13-4062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2657,'0'0'19612,"0"61"-17630,37 210-852,-13-191-850,-20-76-202,4 10-38,-8-13-131,0-51-954,-12-208 2280,12 256-1206,1-1 1,-1 1-1,1-1 1,0 1-1,-1 0 1,1-1-1,1 1 1,-1 0-1,0-1 1,1 1-1,-1 0 1,1 0-1,0 0 1,-1 0-1,1 0 1,1 0 0,-1 1-1,0-1 1,0 0-1,1 1 1,-1 0-1,1-1 1,-1 1-1,1 0 1,0 0-1,-1 0 1,1 0-1,0 1 1,0-1-1,0 1 1,0-1 0,0 1-1,0 0 1,3 0-1,19-1 489,1 0-1,-1 1 1,32 5-1,-6-2-380,21-3 182,37 0-2033,-37 0-4836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6001,'0'0'14067,"10"0"-12290,7 0-1332,0 0 1,0-1 0,0-1 0,0 0-1,0-1 1,-1-1 0,29-9 0,-11-1-503,-1 0 1,-1-2-1,0-1 0,-1-1 1,-1-1-1,-1-1 1,-2-2-1,27-25 0,-51 44-26,0 0 1,-1 0-1,1-1 0,-1 1 0,0-1 0,0 1 0,0-1 0,-1 0 0,1 0 1,-1 0-1,0 0 0,0 0 0,-1 0 0,0 0 0,1 0 0,-1 0 1,-2-7-1,2-5-490,-63 16 445,48 2 160,-1-1-1,1 2 1,-1-1 0,1 2 0,0 0 0,0 0-1,1 1 1,0 1 0,0 0 0,0 1-1,1 0 1,0 0 0,0 1 0,1 1 0,1 0-1,0 0 1,0 1 0,1 0 0,0 1 0,1 0-1,1 0 1,0 1 0,-12 23 0,18-25 211,0-1 0,1 0 0,0 0 1,1 1-1,0-1 0,2 13 0,0 9 167,-1-28-352,0 0 1,1-1-1,-1 1 0,1-1 0,-1 1 0,1-1 1,0 0-1,0 1 0,1-1 0,-1 0 0,0 0 1,1 0-1,0-1 0,-1 1 0,1 0 0,0-1 1,0 1-1,0-1 0,0 0 0,0 0 0,0 0 1,1 0-1,-1-1 0,0 1 0,0-1 0,1 1 1,4-1-1,101 9 1414,-90-9-1351,10 0-745,0 0 1,-1-2-1,37-6 0,-53 6-735,-1-1-1,1 0 1,-1-1-1,1 0 1,-2-1-1,16-8 1,0-3-6827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6081,'0'0'11072,"0"1"-10967,1 0 0,-1 0 0,0 0 0,1 1 1,-1-1-1,0 0 0,0 0 0,0 0 0,0 0 0,0 0 0,0 0 0,-1 0 0,1 0 1,0 0-1,0 0 0,-1 0 0,1 0 0,-1 0 0,1 0 0,-1 0 0,0 0 0,1 0 0,-1 0 1,0 0-1,0 0 0,-1 0 0,-12 11 330,-1-1-1,0-1 1,-1 0 0,0-1 0,-27 12-1,20-10-219,0 1 0,1 0 0,-26 21-1,24-19-20,20-12-164,1 0 0,-1 0 0,1 0-1,-1 0 1,1 0 0,0 0-1,0 1 1,0-1 0,0 1 0,0 0-1,1 0 1,0 0 0,-1 0-1,1 0 1,-2 6 0,64-1 77,-32-6-110,-1-1-69,1 1 0,-1 1 0,-1 1 0,39 10 0,-60-13 58,0 1-1,0-1 0,0 1 1,0 0-1,-1 0 1,1 1-1,0-1 0,-1 1 1,0 0-1,0 0 0,0 0 1,0 1-1,-1-1 0,1 1 1,-1-1-1,0 1 0,0 0 1,-1 0-1,1 0 0,-1 1 1,0-1-1,0 0 1,-1 1-1,1-1 0,-1 1 1,-1-1-1,1 1 0,-1 5 1,1-3 5,-1-1 0,-1 1 0,0-1 1,0 0-1,0 1 0,-1-1 0,0 0 1,0 0-1,-1 0 0,0 0 0,0 0 1,0-1-1,-1 1 0,-5 5 0,-2-1-7,0-1 1,0 0-1,-1-1 0,0 0 0,-1-1 0,-16 8 0,-13-1-3575,33-21-65,17-14-497,22-9-5988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2865,'0'0'17041,"4"26"-15993,-2 11-705,-2-21-85,1-1 1,0 1-1,2-1 1,0 1-1,0-1 1,2 0-1,12 26 1,-17-40-247,0 0 0,1 0 0,-1 0 0,1 0 0,0 1 0,-1-1 0,1 0 0,0 0 0,0-1 0,0 1 0,-1 0 0,1 0 0,0 0 0,1 0 0,-1-1 0,0 1 0,0 0 0,0-1 0,0 1 0,1-1 0,-1 1 0,0-1 0,0 1 0,1-1 0,-1 0 0,0 0 0,1 1 0,2-1 0,-2-1-395,0 1-1,0-1 1,0 0-1,0 1 1,0-1-1,0 0 1,0 0-1,-1 0 1,1 0-1,0 0 1,0-1-1,-1 1 1,1 0-1,-1-1 0,0 1 1,1 0-1,-1-1 1,0 0-1,0 1 1,0-1-1,0 0 1,-1 1-1,1-1 1,0 0-1,0-2 1,1-26-7422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9522,'0'0'10402,"0"25"-15203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416 347 6001,'0'0'12232,"-8"0"-11344,-11 2-634,1 0-1,-1 1 0,1 1 1,0 1-1,0 0 0,1 1 0,-1 1 1,2 0-1,-1 1 0,1 0 1,1 1-1,0 1 0,-26 21 0,28-22-189,1 1 0,0 0-1,1 1 1,0 0 0,1 0-1,0 1 1,1 0-1,1 1 1,0 0 0,1 0-1,1 0 1,0 1 0,1-1-1,1 1 1,0 0-1,-1 16 1,5-27-24,-1 0 0,1 0-1,0 0 1,0 0 0,0 0-1,1 0 1,-1 0 0,1-1 0,0 1-1,0 0 1,0 0 0,0 0-1,0-1 1,1 1 0,0-1 0,-1 1-1,1-1 1,3 3 0,-1-3-11,1 0 0,-1 0 0,1-1 0,0 0 0,0 0-1,0 0 1,-1-1 0,1 1 0,0-1 0,0 0 0,0 0 0,6-1 0,3 1-5,11 1-186,0-1 0,-1-2 1,45-6-1,-58 5 36,0 0 0,0-1 0,-1 0-1,0 0 1,0-1 0,0 0 0,-1 0 0,0-1-1,0 0 1,15-15 0,-10 8-44,-1 0 1,-1-2 0,0 1-1,-2-1 1,0-1 0,-1 1-1,0-1 1,-2-1-1,0 1 1,-1-1 0,-1 0-1,3-23 1,0-24-472,-4 0 1,-4-69-1,-2 51-308,0 76 909,0 0 1,-1 0-1,0 1 0,0-1 1,-1 0-1,0 1 0,0 0 1,0 0-1,-1 0 1,0 0-1,0 0 0,0 1 1,-1 0-1,1 0 0,-1 0 1,-1 1-1,1-1 0,0 1 1,-1 1-1,-8-4 1,13 5 124,1 2 113,-1-1 0,1 0-1,0 0 1,-1 1 0,1-1 0,0 0 0,0 1 0,0-1 0,0 1-1,0 0 1,-1-1 0,1 1 0,0 0 0,0-1 0,1 1-1,-1 0 1,0 0 0,0 0 0,0 0 0,1-1 0,-1 1-1,-1 2 1,1 48 282,-1-35-268,1 1 0,0-1 0,2 1 1,0-1-1,1 1 0,1-1 0,1 0 0,0 0 1,2 0-1,0 0 0,1-1 0,13 22 0,152 213 1301,-169-246-1657,0 1 0,0-1 0,0 0 1,0 0-1,1 0 0,-1 0 0,1 0 1,1 0-1,-1-1 0,0 0 0,1 0 1,0 0-1,5 3 0,-6-5-751,1 0-1,-1 0 1,0 0 0,0 0-1,0 0 1,1-1-1,-1 0 1,0 1-1,1-1 1,-1-1 0,8 0-1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2769,'0'0'13202,"0"11"-11628,0 279 6380,0-286-7926,1 0 1,-1-1-1,1 1 1,0 0-1,1-1 0,-1 1 1,1-1-1,0 1 1,0-1-1,0 0 1,0 0-1,1 0 1,-1 0-1,1 0 0,0 0 1,0 0-1,0-1 1,0 1-1,1-1 1,0 0-1,-1 0 1,1 0-1,0 0 0,0-1 1,0 1-1,0-1 1,0 0-1,0 0 1,7 1-1,-5-1-91,1 1 1,0-1-1,-1-1 0,1 1 0,0-1 1,0 0-1,0 0 0,0-1 0,-1 0 1,1 0-1,0 0 0,-1 0 0,1-1 1,-1 0-1,1-1 0,-1 1 1,0-1-1,10-5 0,-3-4-379,-1 0-1,-1-1 1,0 0-1,-1-1 1,0 0-1,-2 0 1,0 0-1,0-1 1,-2 0 0,0 0-1,-1-1 1,-1 0-1,-1 1 1,0-1-1,-2 0 1,-1-31 997,25 83 1725,-10 1-1438,-10-22-578,0-1 0,0 0 0,2 0 0,0-1 0,1 1 0,1-1-1,0-1 1,1 1 0,0-1 0,22 18 0,-31-29-428,0 0 0,1 0 0,-1-1-1,1 1 1,0 0 0,-1-1 0,1 1 0,-1-1-1,1 0 1,0 1 0,0-1 0,-1 0-1,1 0 1,0 0 0,0 0 0,-1 0 0,1 0-1,0 0 1,0 0 0,-1-1 0,1 1 0,2-1-1,18-15-5430,1-7-1740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342 310 1568,'0'0'14926,"-10"-1"-14323,1 0-348,0 0 1,0 0-1,1 1 1,-1 0-1,0 0 1,0 0-1,0 1 0,0 1 1,1-1-1,-1 1 1,0 0-1,1 1 0,0 0 1,0 0-1,0 0 1,0 1-1,0 0 1,1 0-1,0 1 0,-10 7 1,2 2 16,1 0 0,0 0 0,1 1-1,1 1 1,1-1 0,1 2 0,0-1 0,1 1 0,1 1 0,1-1 0,1 1 0,1 0 0,1 0-1,0 0 1,2 1 0,0 28 0,4-46-257,0 1 0,0-1 0,0 0 0,0 0 0,0 0 0,1 0-1,-1 0 1,0-1 0,0 1 0,1-1 0,-1 1 0,0-1 0,1 1 0,-1-1 0,1 0 0,-1 0-1,1 0 1,-1 0 0,3-1 0,74 0 202,-60 1-193,-7-1-186,-1 0 1,0-1 0,0 0-1,0-1 1,0 0-1,-1 0 1,0-1-1,1 0 1,-1 0 0,-1-1-1,1 0 1,-1-1-1,0 0 1,0 0-1,-1-1 1,0 0 0,-1 0-1,1 0 1,5-9-1,-2 4-109,-2-1 0,0 1 0,0-1 0,-2 0 0,0-1-1,-1 0 1,0 0 0,-1 0 0,-1 0 0,-1-1 0,0 1 0,0-16-1,1 84 259,12-26 259,2-2-1,1 0 0,1-1 1,39 37-1,-57-60-248,-1-1 0,1 1 0,0 0 0,0-1 0,0 1 0,0-1 0,0 0 0,0 0 0,0 1 0,1-1 0,-1-1 0,0 1 0,1 0 0,-1 0 0,1-1 0,-1 1 0,1-1 0,-1 1 0,1-1 0,0 0 0,-1 0 0,1 0 0,-1 0 0,4-1 0,-2-1-26,1 1 1,0-1 0,-1 0 0,1 0 0,-1 0 0,0-1 0,1 1 0,-1-1 0,-1 0 0,1 0 0,5-5 0,6-9-17,0-1 0,-1 0 0,19-35 0,-25 36-31,0-1-1,-1 0 1,-1-1 0,-2 1 0,0-1-1,-1 0 1,0-19 0,-6-147-1806,-1 78-542,5 98 2350,-1 9 74,1-1-1,-1 1 1,0-1 0,0 0 0,0 1-1,0-1 1,0 1 0,0-1 0,0 0-1,0 1 1,0-1 0,0 1 0,0-1 0,0 0-1,0 1 1,-1-1 0,1 1 0,0-1-1,-1 1 1,1-1 0,0 1 0,-1-1-1,1 1 1,-1-1 0,1 1 0,-1-1-1,1 1 1,-1 0 0,1-1 0,-1 1-1,1 0 1,-1-1 0,0 1 0,1 0-1,-1-1 1,0 1 0,1 0 0,-1 0-1,0 0 1,1 0 0,-1 0 0,0 0-1,1-1 1,-1 1 0,0 0 0,1 1-1,-1-1 1,0 0 0,0 0 0,1 0-1,-1 0 1,-4 1 2168,2 120 918,0-43-1763,11 104 0,0-160-1188,0 0 1,2-1-1,1 0 1,1-1-1,2 0 1,0-1-1,1 0 1,1 0-1,34 29 1,-3-31-395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1456,'0'0'10955,"38"9"3305,-25-3-13584,3 13-371,1 0 1,1-1-1,1-1 0,0-1 1,2 0-1,0-1 0,1-1 1,1-1-1,0 0 0,42 15 1,20 15 131,-65-34-298,2 0 1,-1-2-1,1 0 0,0-1 1,1-1-1,-1-1 1,41 3-1,63 15 370,-69-8-509,0-1 0,2-3 0,81 6 0,223-10 0,-259-6 0,-92 0 0,1 0 0,-1 0-9,-2 0-50,-8 0-52,93 0-916,-93 0 865,-3-7-2492,1 3 2620,-1 1 1,0-1-1,-1 1 1,1 0-1,-1-1 1,1 1 0,-1 0-1,0-1 1,-1 1-1,1 0 1,-1 1-1,1-1 1,-1 0-1,0 0 1,0 1 0,-1 0-1,1-1 1,0 1-1,-1 0 1,0 1-1,1-1 1,-1 0-1,0 1 1,0 0 0,0-1-1,0 2 1,0-1-1,-1 0 1,-6 0-1,6 1-12,1-1-1,-1 1 1,0-1 0,1 0-1,-1 0 1,1-1-1,0 1 1,-1-1-1,1 0 1,0 0-1,0 0 1,0 0-1,0-1 1,1 1 0,-1-1-1,1 0 1,0 0-1,0 0 1,0 0-1,0 0 1,1 0-1,-1-1 1,1 1-1,0-1 1,0 0-1,1 0 1,-1 1 0,1-1-1,0 0 1,0 0-1,0 0 1,1-5-1,1 3-139,-1 5 158,1 0 0,-1 0 1,1 0-1,-1 0 1,0 0-1,1 1 0,-1-1 1,0 0-1,0 0 0,0 0 1,0 0-1,0 0 1,0 0-1,0 0 0,0 0 1,0 0-1,-1 0 1,1 0-1,0 0 0,-1 0 1,1 0-1,-1 1 0,1-1 1,-1 0-1,1 0 1,-1 0-1,0 1 0,1-1 1,-1 0-1,0 0 0,0 1 1,0-1-1,0 1 1,0-1-1,0 1 0,0-1 1,0 1-1,0-1 0,0 1 1,0 0-1,0-1 1,0 1-1,0 0 0,0 0 1,0 0-1,0 0 1,-2 0-1,1 0-49,0 0 79,-8 0 1401,10 64-1387,0 218 1283,0-281-1101,0 3-28,0-4-169,0 0 0,0 0 0,0 1 0,0-1 0,0 0 0,0 1 0,0-1 0,0 0 0,0 0 0,0 1 0,0-1 0,0 0 0,0 1 0,0-1 0,0 0 0,0 0 0,0 1 0,0-1 0,0 0 0,1 0 0,-1 1-1,0-1 1,0 0 0,0 0 0,1 0 0,-1 1 0,0-1 0,0 0 0,1 0 0,-1 0 0,0 1 0,0-1 0,1 0 0,-1 0 0,0 0 0,1 0 0,-1 0 0,0 0 0,0 0 0,1 0 0,-1 0 0,0 0 0,1 0 0,-1 0 0,0 0 0,1 0 0,-1 0 0,1 0 0,18-10 111,14-19 166,-20 16-220,1 1 0,1 0 0,0 1 0,0 0 0,2 1 0,-1 1 0,23-10 0,-23-1-5,-8 19-77,-6 1-91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7:2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1220 61 2817,'0'0'10482,"-1"-2"-10107,-5-12 10135,-90 15-7010,66 0-3312,-1 1 1,0 2-1,0 1 0,1 1 1,-31 11-1,-43 18-70,1 5-1,3 5 0,-102 61 1,168-84-84,1 2 1,1 1 0,1 1 0,1 2 0,1 2 0,2 0 0,1 2 0,1 0 0,2 2-1,2 1 1,1 0 0,-20 49 0,35-67 93,0 1-1,1-1 1,1 1-1,0 0 1,2 0 0,0 1-1,3 32 1,-1-4 195,0-39-281,0 0-1,1 0 0,0 0 0,0-1 0,1 1 1,0 0-1,1-1 0,7 13 0,8 20 199,-8-13-99,38 88 249,-42-102-374,1 0 0,1-1 0,0 0 0,0-1 1,1 0-1,1 0 0,0-1 0,15 12 0,10 3 102,59 29-1,-62-37-76,-1 1 0,-1 2 0,34 28 0,-31-22-41,2-2 0,1-2 0,1-1 0,0-1 0,68 22 0,-17-5 0,20 8 0,-43-19 0,118 65 0,-150-72 0,2-1 0,0-2 0,1-2 0,70 18 0,158 19 0,-262-50 0,224 19 0,-40-4 0,226 24 0,-84-26 0,252-8 0,-483-15 0,21-1 0,143-7 0,-234 15 0,156-16 0,279-64 0,-428 73 0,-1-2 0,1-2 0,-2-1 0,0-1 0,-1-2 0,0-1 0,-1-2 0,-2-1 0,36-31 0,-53 40 0,-1-2 0,0 1 0,-1-1 0,0-1 0,-1 0 0,-1 0 0,11-28 0,31-119 0,-46 142 0,-1 1 0,0-2 0,-2-25 0,2-9 0,5-265 0,-8 244 0,-1 63 0,-1 0 0,-1 1 0,1-1 0,-2 0 0,0 1 0,0 0 0,-1 0 0,-1 0 0,0 1 0,-1-1 0,0 1 0,-10-12 0,-9-9 0,-1 0 0,-49-42 0,-9-3 0,-3 5 0,-4 3 0,-115-67 0,160 108 0,-2 3 0,-1 1 0,0 3 0,-78-22 0,57 25 0,-267-57 0,241 57 0,-146-6 0,-463 21 0,364 5 0,-751-2 0,1072 1-427,0 0 0,-27 6 0,-43 14-4248,82-19 4056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75A98-2193-44D4-92A8-C11FB2910AFD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9BD2F-1516-4AEB-9C55-8E0BCFF195A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647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Idea from Sasha: Show </a:t>
            </a:r>
            <a:r>
              <a:rPr lang="da-DK" dirty="0" err="1"/>
              <a:t>example</a:t>
            </a:r>
            <a:r>
              <a:rPr lang="da-DK" dirty="0"/>
              <a:t> of a model from </a:t>
            </a:r>
            <a:r>
              <a:rPr lang="da-DK" dirty="0" err="1"/>
              <a:t>wastewater</a:t>
            </a:r>
            <a:r>
              <a:rPr lang="da-DK" dirty="0"/>
              <a:t> for </a:t>
            </a:r>
            <a:r>
              <a:rPr lang="da-DK" dirty="0" err="1"/>
              <a:t>example</a:t>
            </a:r>
            <a:r>
              <a:rPr lang="da-DK"/>
              <a:t>?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AE552-07CC-474C-8716-76544D5C76F7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0212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F7E-90B2-45E5-5BF3-1FCEB22C1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39EEB-3BD2-0249-ADA9-C0B23D5C1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2DC0-DED8-5C37-3339-765B8D64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11F87-6917-515D-F065-13111C55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44BBD-7D74-52D2-30A0-59BD83CB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2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A645-5460-F271-7991-EBB84D9C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43A6-0A24-EDC0-196F-B91AEBAFC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49B5B-2490-87ED-7AA4-3C305122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1A12B-B190-F9CB-9913-D2FA0941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E090B-4209-5EEA-59DE-BE34FD4E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8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59F6-56C9-64CD-A5F5-34581FF8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7A616-6F70-BA10-C158-63D0A4945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8EE31-76F8-7AAE-45A9-FD094115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0C831-D576-2297-4EDF-FC005144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58469-F624-C26F-4804-78318125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5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4D72-CDBA-5918-A97A-30DC96FC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4E740-A9BE-C3CC-757D-C1BD4DE6C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DAF5F-648D-B096-16FA-4B2FCAF4F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92241-60AE-824F-7FAB-2342E57E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9256-27D3-4AA8-5031-72EEEA05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E29FB-7E5B-BBF7-8F02-C4696550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7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C920-A73C-C861-DC96-810BBD5F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11B44-21EB-4C8D-2957-A81A520AC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BC741-BEBC-768B-34B8-553FD48F6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04FB34-3786-9A4B-1D78-792F115F3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A46BA-2637-FF0C-11CA-4FCE25816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0858A-3D3C-135D-FA55-30A80809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00662-FCE7-20B2-CEE4-0AC788EF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DD675-5681-7425-E511-6A4D34CE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5218-463F-BBE8-3C81-C4879714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BC76-961E-401E-4E9D-2168F346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C8A78-4E25-66CF-7A11-40A44A20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33072-C349-B81B-78EE-995D0AE1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1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6A41F-5C74-C0C7-EC17-4DB84FF4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6EA87-D2BF-8E94-07E8-0C609F85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6E7B-975E-5FEC-AA67-BAFBCDDE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8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89A2-DF95-B271-33C0-A295943E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82B64-3189-4D88-B757-144029DD6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61172-DDFF-86F5-18B2-56C99E481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34CAD-6FA9-8510-3158-BA5E69A2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8DBE9-448C-4B00-582A-F3ECC63C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E19E8-0656-A4B7-D975-E807383E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4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01E8-1A7E-C9D2-6965-24985741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D3A3A-9B73-4E8B-EE82-254FC8735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91596-DC4F-7560-7FAC-AB3010778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AE384-4414-B425-800A-4730AC11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1A45E-877C-08C0-842A-30D9186E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1E97F-93D1-368F-484F-20E92B04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083F-DDB1-704E-7520-77C7D6D8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5F38-98B5-FF87-DE39-58D7159F1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7D6F-E332-37EA-79C3-3398D01F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060A9-EB38-BA7D-5C73-779B8B3B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EC4C-2A12-A87C-B13D-E06DBEFA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D156F-D039-5991-4BDE-D301DC4AB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AA4F6-CEEE-062F-06A8-CF4872FB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42885-358C-2FFB-7F2D-2E637A82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9E53-535D-CCB6-721A-22E4E3EE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5894-994D-3E4E-AB16-674567CD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4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A9888-3B0B-D67B-0B67-7199C63D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F62AD-E898-7B53-C114-8C43D71BA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138EA-D73E-F175-8224-9A05B4FA3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668A2-B1A7-95F0-17FA-65498295E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7D3C-F2D3-EE2F-8ECF-428E3CC7F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3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customXml" Target="../ink/ink10.xml"/><Relationship Id="rId42" Type="http://schemas.openxmlformats.org/officeDocument/2006/relationships/image" Target="../media/image2110.png"/><Relationship Id="rId47" Type="http://schemas.openxmlformats.org/officeDocument/2006/relationships/customXml" Target="../ink/ink23.xml"/><Relationship Id="rId63" Type="http://schemas.openxmlformats.org/officeDocument/2006/relationships/customXml" Target="../ink/ink32.xml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43.png"/><Relationship Id="rId16" Type="http://schemas.openxmlformats.org/officeDocument/2006/relationships/image" Target="../media/image18.png"/><Relationship Id="rId107" Type="http://schemas.openxmlformats.org/officeDocument/2006/relationships/customXml" Target="../ink/ink55.xml"/><Relationship Id="rId11" Type="http://schemas.openxmlformats.org/officeDocument/2006/relationships/customXml" Target="../ink/ink5.xml"/><Relationship Id="rId32" Type="http://schemas.openxmlformats.org/officeDocument/2006/relationships/image" Target="../media/image1610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customXml" Target="../ink/ink29.xml"/><Relationship Id="rId74" Type="http://schemas.openxmlformats.org/officeDocument/2006/relationships/customXml" Target="../ink/ink38.xml"/><Relationship Id="rId79" Type="http://schemas.openxmlformats.org/officeDocument/2006/relationships/image" Target="../media/image38.png"/><Relationship Id="rId102" Type="http://schemas.openxmlformats.org/officeDocument/2006/relationships/customXml" Target="../ink/ink52.xml"/><Relationship Id="rId5" Type="http://schemas.openxmlformats.org/officeDocument/2006/relationships/customXml" Target="../ink/ink2.xml"/><Relationship Id="rId90" Type="http://schemas.openxmlformats.org/officeDocument/2006/relationships/customXml" Target="../ink/ink46.xml"/><Relationship Id="rId95" Type="http://schemas.openxmlformats.org/officeDocument/2006/relationships/image" Target="../media/image46.png"/><Relationship Id="rId22" Type="http://schemas.openxmlformats.org/officeDocument/2006/relationships/image" Target="../media/image2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0.png"/><Relationship Id="rId64" Type="http://schemas.openxmlformats.org/officeDocument/2006/relationships/customXml" Target="../ink/ink33.xml"/><Relationship Id="rId69" Type="http://schemas.openxmlformats.org/officeDocument/2006/relationships/image" Target="../media/image33.png"/><Relationship Id="rId80" Type="http://schemas.openxmlformats.org/officeDocument/2006/relationships/customXml" Target="../ink/ink41.xml"/><Relationship Id="rId85" Type="http://schemas.openxmlformats.org/officeDocument/2006/relationships/image" Target="../media/image41.png"/><Relationship Id="rId12" Type="http://schemas.openxmlformats.org/officeDocument/2006/relationships/image" Target="../media/image61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59" Type="http://schemas.openxmlformats.org/officeDocument/2006/relationships/image" Target="../media/image29.png"/><Relationship Id="rId103" Type="http://schemas.openxmlformats.org/officeDocument/2006/relationships/image" Target="../media/image50.png"/><Relationship Id="rId108" Type="http://schemas.openxmlformats.org/officeDocument/2006/relationships/image" Target="../media/image52.png"/><Relationship Id="rId54" Type="http://schemas.openxmlformats.org/officeDocument/2006/relationships/customXml" Target="../ink/ink27.xml"/><Relationship Id="rId70" Type="http://schemas.openxmlformats.org/officeDocument/2006/relationships/customXml" Target="../ink/ink36.xml"/><Relationship Id="rId75" Type="http://schemas.openxmlformats.org/officeDocument/2006/relationships/image" Target="../media/image36.png"/><Relationship Id="rId91" Type="http://schemas.openxmlformats.org/officeDocument/2006/relationships/image" Target="../media/image44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5.png"/><Relationship Id="rId36" Type="http://schemas.openxmlformats.org/officeDocument/2006/relationships/image" Target="../media/image1810.png"/><Relationship Id="rId49" Type="http://schemas.openxmlformats.org/officeDocument/2006/relationships/customXml" Target="../ink/ink24.xml"/><Relationship Id="rId57" Type="http://schemas.openxmlformats.org/officeDocument/2006/relationships/image" Target="../media/image28.png"/><Relationship Id="rId106" Type="http://schemas.openxmlformats.org/officeDocument/2006/relationships/customXml" Target="../ink/ink54.xml"/><Relationship Id="rId10" Type="http://schemas.openxmlformats.org/officeDocument/2006/relationships/image" Target="../media/image510.png"/><Relationship Id="rId31" Type="http://schemas.openxmlformats.org/officeDocument/2006/relationships/customXml" Target="../ink/ink15.xml"/><Relationship Id="rId44" Type="http://schemas.openxmlformats.org/officeDocument/2006/relationships/image" Target="../media/image220.png"/><Relationship Id="rId52" Type="http://schemas.openxmlformats.org/officeDocument/2006/relationships/image" Target="../media/image26.png"/><Relationship Id="rId60" Type="http://schemas.openxmlformats.org/officeDocument/2006/relationships/customXml" Target="../ink/ink30.xml"/><Relationship Id="rId65" Type="http://schemas.openxmlformats.org/officeDocument/2006/relationships/image" Target="../media/image31.png"/><Relationship Id="rId73" Type="http://schemas.openxmlformats.org/officeDocument/2006/relationships/image" Target="../media/image35.png"/><Relationship Id="rId78" Type="http://schemas.openxmlformats.org/officeDocument/2006/relationships/customXml" Target="../ink/ink40.xml"/><Relationship Id="rId81" Type="http://schemas.openxmlformats.org/officeDocument/2006/relationships/image" Target="../media/image39.png"/><Relationship Id="rId86" Type="http://schemas.openxmlformats.org/officeDocument/2006/relationships/customXml" Target="../ink/ink44.xml"/><Relationship Id="rId94" Type="http://schemas.openxmlformats.org/officeDocument/2006/relationships/customXml" Target="../ink/ink48.xml"/><Relationship Id="rId99" Type="http://schemas.openxmlformats.org/officeDocument/2006/relationships/image" Target="../media/image48.png"/><Relationship Id="rId101" Type="http://schemas.openxmlformats.org/officeDocument/2006/relationships/image" Target="../media/image49.png"/><Relationship Id="rId4" Type="http://schemas.openxmlformats.org/officeDocument/2006/relationships/image" Target="../media/image218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9.png"/><Relationship Id="rId39" Type="http://schemas.openxmlformats.org/officeDocument/2006/relationships/customXml" Target="../ink/ink19.xml"/><Relationship Id="rId109" Type="http://schemas.openxmlformats.org/officeDocument/2006/relationships/customXml" Target="../ink/ink56.xml"/><Relationship Id="rId34" Type="http://schemas.openxmlformats.org/officeDocument/2006/relationships/image" Target="../media/image1710.png"/><Relationship Id="rId50" Type="http://schemas.openxmlformats.org/officeDocument/2006/relationships/image" Target="../media/image250.png"/><Relationship Id="rId55" Type="http://schemas.openxmlformats.org/officeDocument/2006/relationships/image" Target="../media/image27.png"/><Relationship Id="rId76" Type="http://schemas.openxmlformats.org/officeDocument/2006/relationships/customXml" Target="../ink/ink39.xml"/><Relationship Id="rId97" Type="http://schemas.openxmlformats.org/officeDocument/2006/relationships/image" Target="../media/image47.png"/><Relationship Id="rId104" Type="http://schemas.openxmlformats.org/officeDocument/2006/relationships/customXml" Target="../ink/ink53.xml"/><Relationship Id="rId7" Type="http://schemas.openxmlformats.org/officeDocument/2006/relationships/customXml" Target="../ink/ink3.xml"/><Relationship Id="rId71" Type="http://schemas.openxmlformats.org/officeDocument/2006/relationships/image" Target="../media/image34.png"/><Relationship Id="rId92" Type="http://schemas.openxmlformats.org/officeDocument/2006/relationships/customXml" Target="../ink/ink47.xml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22.png"/><Relationship Id="rId40" Type="http://schemas.openxmlformats.org/officeDocument/2006/relationships/image" Target="../media/image25.png"/><Relationship Id="rId45" Type="http://schemas.openxmlformats.org/officeDocument/2006/relationships/customXml" Target="../ink/ink22.xml"/><Relationship Id="rId66" Type="http://schemas.openxmlformats.org/officeDocument/2006/relationships/customXml" Target="../ink/ink34.xml"/><Relationship Id="rId87" Type="http://schemas.openxmlformats.org/officeDocument/2006/relationships/image" Target="../media/image42.png"/><Relationship Id="rId110" Type="http://schemas.openxmlformats.org/officeDocument/2006/relationships/image" Target="../media/image53.png"/><Relationship Id="rId61" Type="http://schemas.openxmlformats.org/officeDocument/2006/relationships/image" Target="../media/image30.png"/><Relationship Id="rId82" Type="http://schemas.openxmlformats.org/officeDocument/2006/relationships/customXml" Target="../ink/ink42.xml"/><Relationship Id="rId19" Type="http://schemas.openxmlformats.org/officeDocument/2006/relationships/customXml" Target="../ink/ink9.xml"/><Relationship Id="rId14" Type="http://schemas.openxmlformats.org/officeDocument/2006/relationships/image" Target="../media/image17.png"/><Relationship Id="rId30" Type="http://schemas.openxmlformats.org/officeDocument/2006/relationships/image" Target="../media/image150.png"/><Relationship Id="rId35" Type="http://schemas.openxmlformats.org/officeDocument/2006/relationships/customXml" Target="../ink/ink17.xml"/><Relationship Id="rId56" Type="http://schemas.openxmlformats.org/officeDocument/2006/relationships/customXml" Target="../ink/ink28.xml"/><Relationship Id="rId77" Type="http://schemas.openxmlformats.org/officeDocument/2006/relationships/image" Target="../media/image37.png"/><Relationship Id="rId100" Type="http://schemas.openxmlformats.org/officeDocument/2006/relationships/customXml" Target="../ink/ink51.xml"/><Relationship Id="rId105" Type="http://schemas.openxmlformats.org/officeDocument/2006/relationships/image" Target="../media/image51.png"/><Relationship Id="rId8" Type="http://schemas.openxmlformats.org/officeDocument/2006/relationships/image" Target="../media/image410.png"/><Relationship Id="rId51" Type="http://schemas.openxmlformats.org/officeDocument/2006/relationships/customXml" Target="../ink/ink25.xml"/><Relationship Id="rId72" Type="http://schemas.openxmlformats.org/officeDocument/2006/relationships/customXml" Target="../ink/ink37.xml"/><Relationship Id="rId93" Type="http://schemas.openxmlformats.org/officeDocument/2006/relationships/image" Target="../media/image45.png"/><Relationship Id="rId98" Type="http://schemas.openxmlformats.org/officeDocument/2006/relationships/customXml" Target="../ink/ink5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0.png"/><Relationship Id="rId67" Type="http://schemas.openxmlformats.org/officeDocument/2006/relationships/image" Target="../media/image32.png"/><Relationship Id="rId20" Type="http://schemas.openxmlformats.org/officeDocument/2006/relationships/image" Target="../media/image20.png"/><Relationship Id="rId41" Type="http://schemas.openxmlformats.org/officeDocument/2006/relationships/customXml" Target="../ink/ink20.xml"/><Relationship Id="rId62" Type="http://schemas.openxmlformats.org/officeDocument/2006/relationships/customXml" Target="../ink/ink31.xml"/><Relationship Id="rId83" Type="http://schemas.openxmlformats.org/officeDocument/2006/relationships/image" Target="../media/image40.png"/><Relationship Id="rId88" Type="http://schemas.openxmlformats.org/officeDocument/2006/relationships/customXml" Target="../ink/ink45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9.xml"/><Relationship Id="rId21" Type="http://schemas.openxmlformats.org/officeDocument/2006/relationships/image" Target="../media/image1610.png"/><Relationship Id="rId42" Type="http://schemas.openxmlformats.org/officeDocument/2006/relationships/image" Target="../media/image27.png"/><Relationship Id="rId47" Type="http://schemas.openxmlformats.org/officeDocument/2006/relationships/customXml" Target="../ink/ink80.xml"/><Relationship Id="rId63" Type="http://schemas.openxmlformats.org/officeDocument/2006/relationships/customXml" Target="../ink/ink89.xml"/><Relationship Id="rId68" Type="http://schemas.openxmlformats.org/officeDocument/2006/relationships/image" Target="../media/image390.png"/><Relationship Id="rId16" Type="http://schemas.openxmlformats.org/officeDocument/2006/relationships/customXml" Target="../ink/ink64.xml"/><Relationship Id="rId11" Type="http://schemas.openxmlformats.org/officeDocument/2006/relationships/image" Target="../media/image1110.png"/><Relationship Id="rId24" Type="http://schemas.openxmlformats.org/officeDocument/2006/relationships/customXml" Target="../ink/ink68.xml"/><Relationship Id="rId32" Type="http://schemas.openxmlformats.org/officeDocument/2006/relationships/customXml" Target="../ink/ink72.xml"/><Relationship Id="rId37" Type="http://schemas.openxmlformats.org/officeDocument/2006/relationships/image" Target="../media/image250.png"/><Relationship Id="rId40" Type="http://schemas.openxmlformats.org/officeDocument/2006/relationships/customXml" Target="../ink/ink76.xml"/><Relationship Id="rId45" Type="http://schemas.openxmlformats.org/officeDocument/2006/relationships/customXml" Target="../ink/ink79.xml"/><Relationship Id="rId53" Type="http://schemas.openxmlformats.org/officeDocument/2006/relationships/customXml" Target="../ink/ink84.xml"/><Relationship Id="rId58" Type="http://schemas.openxmlformats.org/officeDocument/2006/relationships/image" Target="../media/image340.png"/><Relationship Id="rId66" Type="http://schemas.openxmlformats.org/officeDocument/2006/relationships/image" Target="../media/image380.png"/><Relationship Id="rId74" Type="http://schemas.openxmlformats.org/officeDocument/2006/relationships/image" Target="../media/image54.png"/><Relationship Id="rId5" Type="http://schemas.openxmlformats.org/officeDocument/2006/relationships/image" Target="../media/image810.png"/><Relationship Id="rId61" Type="http://schemas.openxmlformats.org/officeDocument/2006/relationships/customXml" Target="../ink/ink88.xml"/><Relationship Id="rId19" Type="http://schemas.openxmlformats.org/officeDocument/2006/relationships/image" Target="../media/image150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200.png"/><Relationship Id="rId30" Type="http://schemas.openxmlformats.org/officeDocument/2006/relationships/customXml" Target="../ink/ink71.xml"/><Relationship Id="rId35" Type="http://schemas.openxmlformats.org/officeDocument/2006/relationships/image" Target="../media/image240.png"/><Relationship Id="rId43" Type="http://schemas.openxmlformats.org/officeDocument/2006/relationships/customXml" Target="../ink/ink78.xml"/><Relationship Id="rId48" Type="http://schemas.openxmlformats.org/officeDocument/2006/relationships/image" Target="../media/image30.png"/><Relationship Id="rId56" Type="http://schemas.openxmlformats.org/officeDocument/2006/relationships/image" Target="../media/image330.png"/><Relationship Id="rId64" Type="http://schemas.openxmlformats.org/officeDocument/2006/relationships/image" Target="../media/image37.png"/><Relationship Id="rId69" Type="http://schemas.openxmlformats.org/officeDocument/2006/relationships/customXml" Target="../ink/ink92.xml"/><Relationship Id="rId77" Type="http://schemas.openxmlformats.org/officeDocument/2006/relationships/customXml" Target="../ink/ink96.xml"/><Relationship Id="rId8" Type="http://schemas.openxmlformats.org/officeDocument/2006/relationships/customXml" Target="../ink/ink60.xml"/><Relationship Id="rId51" Type="http://schemas.openxmlformats.org/officeDocument/2006/relationships/customXml" Target="../ink/ink83.xml"/><Relationship Id="rId72" Type="http://schemas.openxmlformats.org/officeDocument/2006/relationships/image" Target="../media/image411.png"/><Relationship Id="rId3" Type="http://schemas.openxmlformats.org/officeDocument/2006/relationships/image" Target="../media/image710.png"/><Relationship Id="rId12" Type="http://schemas.openxmlformats.org/officeDocument/2006/relationships/customXml" Target="../ink/ink62.xml"/><Relationship Id="rId17" Type="http://schemas.openxmlformats.org/officeDocument/2006/relationships/image" Target="../media/image145.png"/><Relationship Id="rId25" Type="http://schemas.openxmlformats.org/officeDocument/2006/relationships/image" Target="../media/image1910.png"/><Relationship Id="rId33" Type="http://schemas.openxmlformats.org/officeDocument/2006/relationships/image" Target="../media/image230.png"/><Relationship Id="rId38" Type="http://schemas.openxmlformats.org/officeDocument/2006/relationships/customXml" Target="../ink/ink75.xml"/><Relationship Id="rId46" Type="http://schemas.openxmlformats.org/officeDocument/2006/relationships/image" Target="../media/image29.png"/><Relationship Id="rId59" Type="http://schemas.openxmlformats.org/officeDocument/2006/relationships/customXml" Target="../ink/ink87.xml"/><Relationship Id="rId67" Type="http://schemas.openxmlformats.org/officeDocument/2006/relationships/customXml" Target="../ink/ink91.xml"/><Relationship Id="rId20" Type="http://schemas.openxmlformats.org/officeDocument/2006/relationships/customXml" Target="../ink/ink66.xml"/><Relationship Id="rId41" Type="http://schemas.openxmlformats.org/officeDocument/2006/relationships/customXml" Target="../ink/ink77.xml"/><Relationship Id="rId54" Type="http://schemas.openxmlformats.org/officeDocument/2006/relationships/image" Target="../media/image320.png"/><Relationship Id="rId62" Type="http://schemas.openxmlformats.org/officeDocument/2006/relationships/image" Target="../media/image36.png"/><Relationship Id="rId70" Type="http://schemas.openxmlformats.org/officeDocument/2006/relationships/image" Target="../media/image400.png"/><Relationship Id="rId75" Type="http://schemas.openxmlformats.org/officeDocument/2006/relationships/customXml" Target="../ink/ink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5" Type="http://schemas.openxmlformats.org/officeDocument/2006/relationships/image" Target="../media/image1310.png"/><Relationship Id="rId23" Type="http://schemas.openxmlformats.org/officeDocument/2006/relationships/image" Target="../media/image1710.png"/><Relationship Id="rId28" Type="http://schemas.openxmlformats.org/officeDocument/2006/relationships/customXml" Target="../ink/ink70.xml"/><Relationship Id="rId36" Type="http://schemas.openxmlformats.org/officeDocument/2006/relationships/customXml" Target="../ink/ink74.xml"/><Relationship Id="rId49" Type="http://schemas.openxmlformats.org/officeDocument/2006/relationships/customXml" Target="../ink/ink81.xml"/><Relationship Id="rId57" Type="http://schemas.openxmlformats.org/officeDocument/2006/relationships/customXml" Target="../ink/ink86.xml"/><Relationship Id="rId10" Type="http://schemas.openxmlformats.org/officeDocument/2006/relationships/customXml" Target="../ink/ink61.xml"/><Relationship Id="rId31" Type="http://schemas.openxmlformats.org/officeDocument/2006/relationships/image" Target="../media/image220.png"/><Relationship Id="rId44" Type="http://schemas.openxmlformats.org/officeDocument/2006/relationships/image" Target="../media/image28.png"/><Relationship Id="rId52" Type="http://schemas.openxmlformats.org/officeDocument/2006/relationships/image" Target="../media/image311.png"/><Relationship Id="rId60" Type="http://schemas.openxmlformats.org/officeDocument/2006/relationships/image" Target="../media/image350.png"/><Relationship Id="rId65" Type="http://schemas.openxmlformats.org/officeDocument/2006/relationships/customXml" Target="../ink/ink90.xml"/><Relationship Id="rId73" Type="http://schemas.openxmlformats.org/officeDocument/2006/relationships/customXml" Target="../ink/ink94.xml"/><Relationship Id="rId78" Type="http://schemas.openxmlformats.org/officeDocument/2006/relationships/image" Target="../media/image56.png"/><Relationship Id="rId4" Type="http://schemas.openxmlformats.org/officeDocument/2006/relationships/customXml" Target="../ink/ink58.xml"/><Relationship Id="rId9" Type="http://schemas.openxmlformats.org/officeDocument/2006/relationships/image" Target="../media/image1010.png"/><Relationship Id="rId13" Type="http://schemas.openxmlformats.org/officeDocument/2006/relationships/image" Target="../media/image1210.png"/><Relationship Id="rId18" Type="http://schemas.openxmlformats.org/officeDocument/2006/relationships/customXml" Target="../ink/ink65.xml"/><Relationship Id="rId39" Type="http://schemas.openxmlformats.org/officeDocument/2006/relationships/image" Target="../media/image26.png"/><Relationship Id="rId34" Type="http://schemas.openxmlformats.org/officeDocument/2006/relationships/customXml" Target="../ink/ink73.xml"/><Relationship Id="rId50" Type="http://schemas.openxmlformats.org/officeDocument/2006/relationships/customXml" Target="../ink/ink82.xml"/><Relationship Id="rId55" Type="http://schemas.openxmlformats.org/officeDocument/2006/relationships/customXml" Target="../ink/ink85.xml"/><Relationship Id="rId76" Type="http://schemas.openxmlformats.org/officeDocument/2006/relationships/image" Target="../media/image55.png"/><Relationship Id="rId7" Type="http://schemas.openxmlformats.org/officeDocument/2006/relationships/image" Target="../media/image9.png"/><Relationship Id="rId71" Type="http://schemas.openxmlformats.org/officeDocument/2006/relationships/customXml" Target="../ink/ink93.xml"/><Relationship Id="rId2" Type="http://schemas.openxmlformats.org/officeDocument/2006/relationships/customXml" Target="../ink/ink57.xml"/><Relationship Id="rId29" Type="http://schemas.openxmlformats.org/officeDocument/2006/relationships/image" Target="../media/image211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.png"/><Relationship Id="rId21" Type="http://schemas.openxmlformats.org/officeDocument/2006/relationships/customXml" Target="../ink/ink106.xml"/><Relationship Id="rId42" Type="http://schemas.openxmlformats.org/officeDocument/2006/relationships/image" Target="../media/image230.png"/><Relationship Id="rId63" Type="http://schemas.openxmlformats.org/officeDocument/2006/relationships/image" Target="../media/image320.png"/><Relationship Id="rId84" Type="http://schemas.openxmlformats.org/officeDocument/2006/relationships/customXml" Target="../ink/ink139.xml"/><Relationship Id="rId138" Type="http://schemas.openxmlformats.org/officeDocument/2006/relationships/image" Target="../media/image88.png"/><Relationship Id="rId159" Type="http://schemas.openxmlformats.org/officeDocument/2006/relationships/customXml" Target="../ink/ink178.xml"/><Relationship Id="rId170" Type="http://schemas.openxmlformats.org/officeDocument/2006/relationships/customXml" Target="../ink/ink184.xml"/><Relationship Id="rId191" Type="http://schemas.openxmlformats.org/officeDocument/2006/relationships/image" Target="../media/image110.png"/><Relationship Id="rId205" Type="http://schemas.openxmlformats.org/officeDocument/2006/relationships/image" Target="../media/image117.png"/><Relationship Id="rId226" Type="http://schemas.openxmlformats.org/officeDocument/2006/relationships/image" Target="../media/image127.png"/><Relationship Id="rId107" Type="http://schemas.openxmlformats.org/officeDocument/2006/relationships/image" Target="../media/image73.png"/><Relationship Id="rId11" Type="http://schemas.openxmlformats.org/officeDocument/2006/relationships/customXml" Target="../ink/ink101.xml"/><Relationship Id="rId32" Type="http://schemas.openxmlformats.org/officeDocument/2006/relationships/image" Target="../media/image1710.png"/><Relationship Id="rId53" Type="http://schemas.openxmlformats.org/officeDocument/2006/relationships/image" Target="../media/image28.png"/><Relationship Id="rId74" Type="http://schemas.openxmlformats.org/officeDocument/2006/relationships/customXml" Target="../ink/ink134.xml"/><Relationship Id="rId128" Type="http://schemas.openxmlformats.org/officeDocument/2006/relationships/customXml" Target="../ink/ink161.xml"/><Relationship Id="rId149" Type="http://schemas.openxmlformats.org/officeDocument/2006/relationships/customXml" Target="../ink/ink172.xml"/><Relationship Id="rId5" Type="http://schemas.openxmlformats.org/officeDocument/2006/relationships/customXml" Target="../ink/ink98.xml"/><Relationship Id="rId95" Type="http://schemas.openxmlformats.org/officeDocument/2006/relationships/image" Target="../media/image67.png"/><Relationship Id="rId160" Type="http://schemas.openxmlformats.org/officeDocument/2006/relationships/customXml" Target="../ink/ink179.xml"/><Relationship Id="rId181" Type="http://schemas.openxmlformats.org/officeDocument/2006/relationships/image" Target="../media/image106.png"/><Relationship Id="rId216" Type="http://schemas.openxmlformats.org/officeDocument/2006/relationships/image" Target="../media/image122.png"/><Relationship Id="rId237" Type="http://schemas.openxmlformats.org/officeDocument/2006/relationships/customXml" Target="../ink/ink220.xml"/><Relationship Id="rId22" Type="http://schemas.openxmlformats.org/officeDocument/2006/relationships/image" Target="../media/image1210.png"/><Relationship Id="rId43" Type="http://schemas.openxmlformats.org/officeDocument/2006/relationships/customXml" Target="../ink/ink117.xml"/><Relationship Id="rId64" Type="http://schemas.openxmlformats.org/officeDocument/2006/relationships/customXml" Target="../ink/ink129.xml"/><Relationship Id="rId118" Type="http://schemas.openxmlformats.org/officeDocument/2006/relationships/customXml" Target="../ink/ink156.xml"/><Relationship Id="rId139" Type="http://schemas.openxmlformats.org/officeDocument/2006/relationships/customXml" Target="../ink/ink167.xml"/><Relationship Id="rId85" Type="http://schemas.openxmlformats.org/officeDocument/2006/relationships/image" Target="../media/image62.png"/><Relationship Id="rId150" Type="http://schemas.openxmlformats.org/officeDocument/2006/relationships/image" Target="../media/image50.png"/><Relationship Id="rId171" Type="http://schemas.openxmlformats.org/officeDocument/2006/relationships/image" Target="../media/image102.png"/><Relationship Id="rId192" Type="http://schemas.openxmlformats.org/officeDocument/2006/relationships/customXml" Target="../ink/ink197.xml"/><Relationship Id="rId206" Type="http://schemas.openxmlformats.org/officeDocument/2006/relationships/customXml" Target="../ink/ink204.xml"/><Relationship Id="rId227" Type="http://schemas.openxmlformats.org/officeDocument/2006/relationships/customXml" Target="../ink/ink215.xml"/><Relationship Id="rId12" Type="http://schemas.openxmlformats.org/officeDocument/2006/relationships/image" Target="../media/image710.png"/><Relationship Id="rId33" Type="http://schemas.openxmlformats.org/officeDocument/2006/relationships/customXml" Target="../ink/ink112.xml"/><Relationship Id="rId108" Type="http://schemas.openxmlformats.org/officeDocument/2006/relationships/customXml" Target="../ink/ink151.xml"/><Relationship Id="rId129" Type="http://schemas.openxmlformats.org/officeDocument/2006/relationships/image" Target="../media/image84.png"/><Relationship Id="rId54" Type="http://schemas.openxmlformats.org/officeDocument/2006/relationships/customXml" Target="../ink/ink123.xml"/><Relationship Id="rId75" Type="http://schemas.openxmlformats.org/officeDocument/2006/relationships/image" Target="../media/image380.png"/><Relationship Id="rId96" Type="http://schemas.openxmlformats.org/officeDocument/2006/relationships/customXml" Target="../ink/ink145.xml"/><Relationship Id="rId140" Type="http://schemas.openxmlformats.org/officeDocument/2006/relationships/image" Target="../media/image89.png"/><Relationship Id="rId161" Type="http://schemas.openxmlformats.org/officeDocument/2006/relationships/image" Target="../media/image97.png"/><Relationship Id="rId182" Type="http://schemas.openxmlformats.org/officeDocument/2006/relationships/customXml" Target="../ink/ink191.xml"/><Relationship Id="rId217" Type="http://schemas.openxmlformats.org/officeDocument/2006/relationships/customXml" Target="../ink/ink210.xml"/><Relationship Id="rId6" Type="http://schemas.openxmlformats.org/officeDocument/2006/relationships/image" Target="../media/image58.png"/><Relationship Id="rId238" Type="http://schemas.openxmlformats.org/officeDocument/2006/relationships/image" Target="../media/image133.png"/><Relationship Id="rId23" Type="http://schemas.openxmlformats.org/officeDocument/2006/relationships/customXml" Target="../ink/ink107.xml"/><Relationship Id="rId119" Type="http://schemas.openxmlformats.org/officeDocument/2006/relationships/image" Target="../media/image79.png"/><Relationship Id="rId44" Type="http://schemas.openxmlformats.org/officeDocument/2006/relationships/image" Target="../media/image240.png"/><Relationship Id="rId65" Type="http://schemas.openxmlformats.org/officeDocument/2006/relationships/image" Target="../media/image330.png"/><Relationship Id="rId86" Type="http://schemas.openxmlformats.org/officeDocument/2006/relationships/customXml" Target="../ink/ink140.xml"/><Relationship Id="rId130" Type="http://schemas.openxmlformats.org/officeDocument/2006/relationships/customXml" Target="../ink/ink162.xml"/><Relationship Id="rId151" Type="http://schemas.openxmlformats.org/officeDocument/2006/relationships/customXml" Target="../ink/ink173.xml"/><Relationship Id="rId172" Type="http://schemas.openxmlformats.org/officeDocument/2006/relationships/customXml" Target="../ink/ink185.xml"/><Relationship Id="rId193" Type="http://schemas.openxmlformats.org/officeDocument/2006/relationships/image" Target="../media/image111.png"/><Relationship Id="rId207" Type="http://schemas.openxmlformats.org/officeDocument/2006/relationships/image" Target="../media/image118.png"/><Relationship Id="rId228" Type="http://schemas.openxmlformats.org/officeDocument/2006/relationships/image" Target="../media/image128.png"/><Relationship Id="rId13" Type="http://schemas.openxmlformats.org/officeDocument/2006/relationships/customXml" Target="../ink/ink102.xml"/><Relationship Id="rId109" Type="http://schemas.openxmlformats.org/officeDocument/2006/relationships/image" Target="../media/image74.png"/><Relationship Id="rId34" Type="http://schemas.openxmlformats.org/officeDocument/2006/relationships/image" Target="../media/image1910.png"/><Relationship Id="rId55" Type="http://schemas.openxmlformats.org/officeDocument/2006/relationships/image" Target="../media/image29.png"/><Relationship Id="rId76" Type="http://schemas.openxmlformats.org/officeDocument/2006/relationships/customXml" Target="../ink/ink135.xml"/><Relationship Id="rId97" Type="http://schemas.openxmlformats.org/officeDocument/2006/relationships/image" Target="../media/image68.png"/><Relationship Id="rId120" Type="http://schemas.openxmlformats.org/officeDocument/2006/relationships/customXml" Target="../ink/ink157.xml"/><Relationship Id="rId141" Type="http://schemas.openxmlformats.org/officeDocument/2006/relationships/customXml" Target="../ink/ink168.xml"/><Relationship Id="rId7" Type="http://schemas.openxmlformats.org/officeDocument/2006/relationships/customXml" Target="../ink/ink99.xml"/><Relationship Id="rId162" Type="http://schemas.openxmlformats.org/officeDocument/2006/relationships/customXml" Target="../ink/ink180.xml"/><Relationship Id="rId183" Type="http://schemas.openxmlformats.org/officeDocument/2006/relationships/customXml" Target="../ink/ink192.xml"/><Relationship Id="rId218" Type="http://schemas.openxmlformats.org/officeDocument/2006/relationships/image" Target="../media/image123.png"/><Relationship Id="rId239" Type="http://schemas.openxmlformats.org/officeDocument/2006/relationships/customXml" Target="../ink/ink221.xml"/><Relationship Id="rId24" Type="http://schemas.openxmlformats.org/officeDocument/2006/relationships/image" Target="../media/image1310.png"/><Relationship Id="rId45" Type="http://schemas.openxmlformats.org/officeDocument/2006/relationships/customXml" Target="../ink/ink118.xml"/><Relationship Id="rId66" Type="http://schemas.openxmlformats.org/officeDocument/2006/relationships/customXml" Target="../ink/ink130.xml"/><Relationship Id="rId87" Type="http://schemas.openxmlformats.org/officeDocument/2006/relationships/image" Target="../media/image63.png"/><Relationship Id="rId110" Type="http://schemas.openxmlformats.org/officeDocument/2006/relationships/customXml" Target="../ink/ink152.xml"/><Relationship Id="rId131" Type="http://schemas.openxmlformats.org/officeDocument/2006/relationships/image" Target="../media/image85.png"/><Relationship Id="rId152" Type="http://schemas.openxmlformats.org/officeDocument/2006/relationships/customXml" Target="../ink/ink174.xml"/><Relationship Id="rId173" Type="http://schemas.openxmlformats.org/officeDocument/2006/relationships/customXml" Target="../ink/ink186.xml"/><Relationship Id="rId194" Type="http://schemas.openxmlformats.org/officeDocument/2006/relationships/customXml" Target="../ink/ink198.xml"/><Relationship Id="rId208" Type="http://schemas.openxmlformats.org/officeDocument/2006/relationships/customXml" Target="../ink/ink205.xml"/><Relationship Id="rId229" Type="http://schemas.openxmlformats.org/officeDocument/2006/relationships/customXml" Target="../ink/ink216.xml"/><Relationship Id="rId240" Type="http://schemas.openxmlformats.org/officeDocument/2006/relationships/image" Target="../media/image134.png"/><Relationship Id="rId14" Type="http://schemas.openxmlformats.org/officeDocument/2006/relationships/image" Target="../media/image810.png"/><Relationship Id="rId35" Type="http://schemas.openxmlformats.org/officeDocument/2006/relationships/customXml" Target="../ink/ink113.xml"/><Relationship Id="rId56" Type="http://schemas.openxmlformats.org/officeDocument/2006/relationships/customXml" Target="../ink/ink124.xml"/><Relationship Id="rId77" Type="http://schemas.openxmlformats.org/officeDocument/2006/relationships/image" Target="../media/image390.png"/><Relationship Id="rId100" Type="http://schemas.openxmlformats.org/officeDocument/2006/relationships/customXml" Target="../ink/ink147.xml"/><Relationship Id="rId8" Type="http://schemas.openxmlformats.org/officeDocument/2006/relationships/image" Target="../media/image59.png"/><Relationship Id="rId98" Type="http://schemas.openxmlformats.org/officeDocument/2006/relationships/customXml" Target="../ink/ink146.xml"/><Relationship Id="rId121" Type="http://schemas.openxmlformats.org/officeDocument/2006/relationships/image" Target="../media/image80.png"/><Relationship Id="rId142" Type="http://schemas.openxmlformats.org/officeDocument/2006/relationships/image" Target="../media/image90.png"/><Relationship Id="rId163" Type="http://schemas.openxmlformats.org/officeDocument/2006/relationships/image" Target="../media/image98.png"/><Relationship Id="rId184" Type="http://schemas.openxmlformats.org/officeDocument/2006/relationships/customXml" Target="../ink/ink193.xml"/><Relationship Id="rId219" Type="http://schemas.openxmlformats.org/officeDocument/2006/relationships/customXml" Target="../ink/ink211.xml"/><Relationship Id="rId230" Type="http://schemas.openxmlformats.org/officeDocument/2006/relationships/image" Target="../media/image129.png"/><Relationship Id="rId25" Type="http://schemas.openxmlformats.org/officeDocument/2006/relationships/customXml" Target="../ink/ink108.xml"/><Relationship Id="rId46" Type="http://schemas.openxmlformats.org/officeDocument/2006/relationships/image" Target="../media/image250.png"/><Relationship Id="rId67" Type="http://schemas.openxmlformats.org/officeDocument/2006/relationships/image" Target="../media/image340.png"/><Relationship Id="rId88" Type="http://schemas.openxmlformats.org/officeDocument/2006/relationships/customXml" Target="../ink/ink141.xml"/><Relationship Id="rId111" Type="http://schemas.openxmlformats.org/officeDocument/2006/relationships/image" Target="../media/image75.png"/><Relationship Id="rId132" Type="http://schemas.openxmlformats.org/officeDocument/2006/relationships/customXml" Target="../ink/ink163.xml"/><Relationship Id="rId153" Type="http://schemas.openxmlformats.org/officeDocument/2006/relationships/customXml" Target="../ink/ink175.xml"/><Relationship Id="rId174" Type="http://schemas.openxmlformats.org/officeDocument/2006/relationships/image" Target="../media/image103.png"/><Relationship Id="rId195" Type="http://schemas.openxmlformats.org/officeDocument/2006/relationships/image" Target="../media/image112.png"/><Relationship Id="rId209" Type="http://schemas.openxmlformats.org/officeDocument/2006/relationships/image" Target="../media/image119.png"/><Relationship Id="rId220" Type="http://schemas.openxmlformats.org/officeDocument/2006/relationships/image" Target="../media/image124.png"/><Relationship Id="rId241" Type="http://schemas.openxmlformats.org/officeDocument/2006/relationships/customXml" Target="../ink/ink222.xml"/><Relationship Id="rId15" Type="http://schemas.openxmlformats.org/officeDocument/2006/relationships/customXml" Target="../ink/ink103.xml"/><Relationship Id="rId36" Type="http://schemas.openxmlformats.org/officeDocument/2006/relationships/image" Target="../media/image200.png"/><Relationship Id="rId57" Type="http://schemas.openxmlformats.org/officeDocument/2006/relationships/image" Target="../media/image30.png"/><Relationship Id="rId10" Type="http://schemas.openxmlformats.org/officeDocument/2006/relationships/image" Target="../media/image60.png"/><Relationship Id="rId31" Type="http://schemas.openxmlformats.org/officeDocument/2006/relationships/customXml" Target="../ink/ink111.xml"/><Relationship Id="rId52" Type="http://schemas.openxmlformats.org/officeDocument/2006/relationships/customXml" Target="../ink/ink122.xml"/><Relationship Id="rId73" Type="http://schemas.openxmlformats.org/officeDocument/2006/relationships/image" Target="../media/image37.png"/><Relationship Id="rId78" Type="http://schemas.openxmlformats.org/officeDocument/2006/relationships/customXml" Target="../ink/ink136.xml"/><Relationship Id="rId94" Type="http://schemas.openxmlformats.org/officeDocument/2006/relationships/customXml" Target="../ink/ink144.xml"/><Relationship Id="rId99" Type="http://schemas.openxmlformats.org/officeDocument/2006/relationships/image" Target="../media/image69.png"/><Relationship Id="rId101" Type="http://schemas.openxmlformats.org/officeDocument/2006/relationships/image" Target="../media/image70.png"/><Relationship Id="rId122" Type="http://schemas.openxmlformats.org/officeDocument/2006/relationships/customXml" Target="../ink/ink158.xml"/><Relationship Id="rId143" Type="http://schemas.openxmlformats.org/officeDocument/2006/relationships/customXml" Target="../ink/ink169.xml"/><Relationship Id="rId148" Type="http://schemas.openxmlformats.org/officeDocument/2006/relationships/image" Target="../media/image93.png"/><Relationship Id="rId164" Type="http://schemas.openxmlformats.org/officeDocument/2006/relationships/customXml" Target="../ink/ink181.xml"/><Relationship Id="rId169" Type="http://schemas.openxmlformats.org/officeDocument/2006/relationships/image" Target="../media/image101.png"/><Relationship Id="rId185" Type="http://schemas.openxmlformats.org/officeDocument/2006/relationships/image" Target="../media/image107.png"/><Relationship Id="rId4" Type="http://schemas.openxmlformats.org/officeDocument/2006/relationships/image" Target="../media/image57.png"/><Relationship Id="rId9" Type="http://schemas.openxmlformats.org/officeDocument/2006/relationships/customXml" Target="../ink/ink100.xml"/><Relationship Id="rId180" Type="http://schemas.openxmlformats.org/officeDocument/2006/relationships/customXml" Target="../ink/ink190.xml"/><Relationship Id="rId210" Type="http://schemas.openxmlformats.org/officeDocument/2006/relationships/customXml" Target="../ink/ink206.xml"/><Relationship Id="rId215" Type="http://schemas.openxmlformats.org/officeDocument/2006/relationships/customXml" Target="../ink/ink209.xml"/><Relationship Id="rId236" Type="http://schemas.openxmlformats.org/officeDocument/2006/relationships/image" Target="../media/image132.png"/><Relationship Id="rId26" Type="http://schemas.openxmlformats.org/officeDocument/2006/relationships/image" Target="../media/image145.png"/><Relationship Id="rId231" Type="http://schemas.openxmlformats.org/officeDocument/2006/relationships/customXml" Target="../ink/ink217.xml"/><Relationship Id="rId47" Type="http://schemas.openxmlformats.org/officeDocument/2006/relationships/customXml" Target="../ink/ink119.xml"/><Relationship Id="rId68" Type="http://schemas.openxmlformats.org/officeDocument/2006/relationships/customXml" Target="../ink/ink131.xml"/><Relationship Id="rId89" Type="http://schemas.openxmlformats.org/officeDocument/2006/relationships/image" Target="../media/image64.png"/><Relationship Id="rId112" Type="http://schemas.openxmlformats.org/officeDocument/2006/relationships/customXml" Target="../ink/ink153.xml"/><Relationship Id="rId133" Type="http://schemas.openxmlformats.org/officeDocument/2006/relationships/image" Target="../media/image86.png"/><Relationship Id="rId154" Type="http://schemas.openxmlformats.org/officeDocument/2006/relationships/image" Target="../media/image94.png"/><Relationship Id="rId175" Type="http://schemas.openxmlformats.org/officeDocument/2006/relationships/customXml" Target="../ink/ink187.xml"/><Relationship Id="rId196" Type="http://schemas.openxmlformats.org/officeDocument/2006/relationships/customXml" Target="../ink/ink199.xml"/><Relationship Id="rId200" Type="http://schemas.openxmlformats.org/officeDocument/2006/relationships/customXml" Target="../ink/ink201.xml"/><Relationship Id="rId16" Type="http://schemas.openxmlformats.org/officeDocument/2006/relationships/image" Target="../media/image9.png"/><Relationship Id="rId221" Type="http://schemas.openxmlformats.org/officeDocument/2006/relationships/customXml" Target="../ink/ink212.xml"/><Relationship Id="rId242" Type="http://schemas.openxmlformats.org/officeDocument/2006/relationships/image" Target="../media/image135.png"/><Relationship Id="rId37" Type="http://schemas.openxmlformats.org/officeDocument/2006/relationships/customXml" Target="../ink/ink114.xml"/><Relationship Id="rId58" Type="http://schemas.openxmlformats.org/officeDocument/2006/relationships/customXml" Target="../ink/ink125.xml"/><Relationship Id="rId79" Type="http://schemas.openxmlformats.org/officeDocument/2006/relationships/image" Target="../media/image400.png"/><Relationship Id="rId102" Type="http://schemas.openxmlformats.org/officeDocument/2006/relationships/customXml" Target="../ink/ink148.xml"/><Relationship Id="rId123" Type="http://schemas.openxmlformats.org/officeDocument/2006/relationships/image" Target="../media/image81.png"/><Relationship Id="rId144" Type="http://schemas.openxmlformats.org/officeDocument/2006/relationships/image" Target="../media/image91.png"/><Relationship Id="rId90" Type="http://schemas.openxmlformats.org/officeDocument/2006/relationships/customXml" Target="../ink/ink142.xml"/><Relationship Id="rId165" Type="http://schemas.openxmlformats.org/officeDocument/2006/relationships/image" Target="../media/image99.png"/><Relationship Id="rId186" Type="http://schemas.openxmlformats.org/officeDocument/2006/relationships/customXml" Target="../ink/ink194.xml"/><Relationship Id="rId211" Type="http://schemas.openxmlformats.org/officeDocument/2006/relationships/customXml" Target="../ink/ink207.xml"/><Relationship Id="rId232" Type="http://schemas.openxmlformats.org/officeDocument/2006/relationships/image" Target="../media/image130.png"/><Relationship Id="rId27" Type="http://schemas.openxmlformats.org/officeDocument/2006/relationships/customXml" Target="../ink/ink109.xml"/><Relationship Id="rId48" Type="http://schemas.openxmlformats.org/officeDocument/2006/relationships/image" Target="../media/image26.png"/><Relationship Id="rId69" Type="http://schemas.openxmlformats.org/officeDocument/2006/relationships/image" Target="../media/image350.png"/><Relationship Id="rId113" Type="http://schemas.openxmlformats.org/officeDocument/2006/relationships/image" Target="../media/image76.png"/><Relationship Id="rId134" Type="http://schemas.openxmlformats.org/officeDocument/2006/relationships/customXml" Target="../ink/ink164.xml"/><Relationship Id="rId80" Type="http://schemas.openxmlformats.org/officeDocument/2006/relationships/customXml" Target="../ink/ink137.xml"/><Relationship Id="rId155" Type="http://schemas.openxmlformats.org/officeDocument/2006/relationships/customXml" Target="../ink/ink176.xml"/><Relationship Id="rId176" Type="http://schemas.openxmlformats.org/officeDocument/2006/relationships/image" Target="../media/image104.png"/><Relationship Id="rId197" Type="http://schemas.openxmlformats.org/officeDocument/2006/relationships/image" Target="../media/image113.png"/><Relationship Id="rId201" Type="http://schemas.openxmlformats.org/officeDocument/2006/relationships/image" Target="../media/image115.png"/><Relationship Id="rId222" Type="http://schemas.openxmlformats.org/officeDocument/2006/relationships/image" Target="../media/image125.png"/><Relationship Id="rId243" Type="http://schemas.openxmlformats.org/officeDocument/2006/relationships/customXml" Target="../ink/ink223.xml"/><Relationship Id="rId17" Type="http://schemas.openxmlformats.org/officeDocument/2006/relationships/customXml" Target="../ink/ink104.xml"/><Relationship Id="rId38" Type="http://schemas.openxmlformats.org/officeDocument/2006/relationships/image" Target="../media/image2110.png"/><Relationship Id="rId59" Type="http://schemas.openxmlformats.org/officeDocument/2006/relationships/customXml" Target="../ink/ink126.xml"/><Relationship Id="rId103" Type="http://schemas.openxmlformats.org/officeDocument/2006/relationships/image" Target="../media/image71.png"/><Relationship Id="rId124" Type="http://schemas.openxmlformats.org/officeDocument/2006/relationships/customXml" Target="../ink/ink159.xml"/><Relationship Id="rId70" Type="http://schemas.openxmlformats.org/officeDocument/2006/relationships/customXml" Target="../ink/ink132.xml"/><Relationship Id="rId91" Type="http://schemas.openxmlformats.org/officeDocument/2006/relationships/image" Target="../media/image65.png"/><Relationship Id="rId145" Type="http://schemas.openxmlformats.org/officeDocument/2006/relationships/customXml" Target="../ink/ink170.xml"/><Relationship Id="rId166" Type="http://schemas.openxmlformats.org/officeDocument/2006/relationships/customXml" Target="../ink/ink182.xml"/><Relationship Id="rId187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0.png"/><Relationship Id="rId233" Type="http://schemas.openxmlformats.org/officeDocument/2006/relationships/customXml" Target="../ink/ink218.xml"/><Relationship Id="rId28" Type="http://schemas.openxmlformats.org/officeDocument/2006/relationships/image" Target="../media/image150.png"/><Relationship Id="rId49" Type="http://schemas.openxmlformats.org/officeDocument/2006/relationships/customXml" Target="../ink/ink120.xml"/><Relationship Id="rId114" Type="http://schemas.openxmlformats.org/officeDocument/2006/relationships/customXml" Target="../ink/ink154.xml"/><Relationship Id="rId60" Type="http://schemas.openxmlformats.org/officeDocument/2006/relationships/customXml" Target="../ink/ink127.xml"/><Relationship Id="rId81" Type="http://schemas.openxmlformats.org/officeDocument/2006/relationships/image" Target="../media/image411.png"/><Relationship Id="rId135" Type="http://schemas.openxmlformats.org/officeDocument/2006/relationships/image" Target="../media/image87.png"/><Relationship Id="rId156" Type="http://schemas.openxmlformats.org/officeDocument/2006/relationships/image" Target="../media/image95.png"/><Relationship Id="rId177" Type="http://schemas.openxmlformats.org/officeDocument/2006/relationships/customXml" Target="../ink/ink188.xml"/><Relationship Id="rId198" Type="http://schemas.openxmlformats.org/officeDocument/2006/relationships/customXml" Target="../ink/ink200.xml"/><Relationship Id="rId202" Type="http://schemas.openxmlformats.org/officeDocument/2006/relationships/customXml" Target="../ink/ink202.xml"/><Relationship Id="rId223" Type="http://schemas.openxmlformats.org/officeDocument/2006/relationships/customXml" Target="../ink/ink213.xml"/><Relationship Id="rId244" Type="http://schemas.openxmlformats.org/officeDocument/2006/relationships/customXml" Target="../ink/ink224.xml"/><Relationship Id="rId18" Type="http://schemas.openxmlformats.org/officeDocument/2006/relationships/image" Target="../media/image1010.png"/><Relationship Id="rId39" Type="http://schemas.openxmlformats.org/officeDocument/2006/relationships/customXml" Target="../ink/ink115.xml"/><Relationship Id="rId50" Type="http://schemas.openxmlformats.org/officeDocument/2006/relationships/customXml" Target="../ink/ink121.xml"/><Relationship Id="rId104" Type="http://schemas.openxmlformats.org/officeDocument/2006/relationships/customXml" Target="../ink/ink149.xml"/><Relationship Id="rId125" Type="http://schemas.openxmlformats.org/officeDocument/2006/relationships/image" Target="../media/image82.png"/><Relationship Id="rId146" Type="http://schemas.openxmlformats.org/officeDocument/2006/relationships/image" Target="../media/image92.png"/><Relationship Id="rId167" Type="http://schemas.openxmlformats.org/officeDocument/2006/relationships/image" Target="../media/image100.png"/><Relationship Id="rId188" Type="http://schemas.openxmlformats.org/officeDocument/2006/relationships/customXml" Target="../ink/ink195.xml"/><Relationship Id="rId71" Type="http://schemas.openxmlformats.org/officeDocument/2006/relationships/image" Target="../media/image36.png"/><Relationship Id="rId92" Type="http://schemas.openxmlformats.org/officeDocument/2006/relationships/customXml" Target="../ink/ink143.xml"/><Relationship Id="rId213" Type="http://schemas.openxmlformats.org/officeDocument/2006/relationships/customXml" Target="../ink/ink208.xml"/><Relationship Id="rId234" Type="http://schemas.openxmlformats.org/officeDocument/2006/relationships/image" Target="../media/image131.png"/><Relationship Id="rId2" Type="http://schemas.openxmlformats.org/officeDocument/2006/relationships/image" Target="../media/image2.png"/><Relationship Id="rId29" Type="http://schemas.openxmlformats.org/officeDocument/2006/relationships/customXml" Target="../ink/ink110.xml"/><Relationship Id="rId40" Type="http://schemas.openxmlformats.org/officeDocument/2006/relationships/image" Target="../media/image220.png"/><Relationship Id="rId115" Type="http://schemas.openxmlformats.org/officeDocument/2006/relationships/image" Target="../media/image77.png"/><Relationship Id="rId136" Type="http://schemas.openxmlformats.org/officeDocument/2006/relationships/customXml" Target="../ink/ink165.xml"/><Relationship Id="rId157" Type="http://schemas.openxmlformats.org/officeDocument/2006/relationships/customXml" Target="../ink/ink177.xml"/><Relationship Id="rId178" Type="http://schemas.openxmlformats.org/officeDocument/2006/relationships/customXml" Target="../ink/ink189.xml"/><Relationship Id="rId61" Type="http://schemas.openxmlformats.org/officeDocument/2006/relationships/image" Target="../media/image311.png"/><Relationship Id="rId82" Type="http://schemas.openxmlformats.org/officeDocument/2006/relationships/customXml" Target="../ink/ink138.xml"/><Relationship Id="rId199" Type="http://schemas.openxmlformats.org/officeDocument/2006/relationships/image" Target="../media/image114.png"/><Relationship Id="rId203" Type="http://schemas.openxmlformats.org/officeDocument/2006/relationships/image" Target="../media/image116.png"/><Relationship Id="rId19" Type="http://schemas.openxmlformats.org/officeDocument/2006/relationships/customXml" Target="../ink/ink105.xml"/><Relationship Id="rId224" Type="http://schemas.openxmlformats.org/officeDocument/2006/relationships/image" Target="../media/image126.png"/><Relationship Id="rId245" Type="http://schemas.openxmlformats.org/officeDocument/2006/relationships/image" Target="../media/image136.png"/><Relationship Id="rId30" Type="http://schemas.openxmlformats.org/officeDocument/2006/relationships/image" Target="../media/image1610.png"/><Relationship Id="rId105" Type="http://schemas.openxmlformats.org/officeDocument/2006/relationships/image" Target="../media/image72.png"/><Relationship Id="rId126" Type="http://schemas.openxmlformats.org/officeDocument/2006/relationships/customXml" Target="../ink/ink160.xml"/><Relationship Id="rId147" Type="http://schemas.openxmlformats.org/officeDocument/2006/relationships/customXml" Target="../ink/ink171.xml"/><Relationship Id="rId168" Type="http://schemas.openxmlformats.org/officeDocument/2006/relationships/customXml" Target="../ink/ink183.xml"/><Relationship Id="rId51" Type="http://schemas.openxmlformats.org/officeDocument/2006/relationships/image" Target="../media/image27.png"/><Relationship Id="rId72" Type="http://schemas.openxmlformats.org/officeDocument/2006/relationships/customXml" Target="../ink/ink133.xml"/><Relationship Id="rId93" Type="http://schemas.openxmlformats.org/officeDocument/2006/relationships/image" Target="../media/image66.png"/><Relationship Id="rId189" Type="http://schemas.openxmlformats.org/officeDocument/2006/relationships/image" Target="../media/image109.png"/><Relationship Id="rId3" Type="http://schemas.openxmlformats.org/officeDocument/2006/relationships/customXml" Target="../ink/ink97.xml"/><Relationship Id="rId214" Type="http://schemas.openxmlformats.org/officeDocument/2006/relationships/image" Target="../media/image121.png"/><Relationship Id="rId235" Type="http://schemas.openxmlformats.org/officeDocument/2006/relationships/customXml" Target="../ink/ink219.xml"/><Relationship Id="rId116" Type="http://schemas.openxmlformats.org/officeDocument/2006/relationships/customXml" Target="../ink/ink155.xml"/><Relationship Id="rId137" Type="http://schemas.openxmlformats.org/officeDocument/2006/relationships/customXml" Target="../ink/ink166.xml"/><Relationship Id="rId158" Type="http://schemas.openxmlformats.org/officeDocument/2006/relationships/image" Target="../media/image96.png"/><Relationship Id="rId20" Type="http://schemas.openxmlformats.org/officeDocument/2006/relationships/image" Target="../media/image1110.png"/><Relationship Id="rId41" Type="http://schemas.openxmlformats.org/officeDocument/2006/relationships/customXml" Target="../ink/ink116.xml"/><Relationship Id="rId62" Type="http://schemas.openxmlformats.org/officeDocument/2006/relationships/customXml" Target="../ink/ink128.xml"/><Relationship Id="rId83" Type="http://schemas.openxmlformats.org/officeDocument/2006/relationships/image" Target="../media/image61.png"/><Relationship Id="rId179" Type="http://schemas.openxmlformats.org/officeDocument/2006/relationships/image" Target="../media/image105.png"/><Relationship Id="rId190" Type="http://schemas.openxmlformats.org/officeDocument/2006/relationships/customXml" Target="../ink/ink196.xml"/><Relationship Id="rId204" Type="http://schemas.openxmlformats.org/officeDocument/2006/relationships/customXml" Target="../ink/ink203.xml"/><Relationship Id="rId225" Type="http://schemas.openxmlformats.org/officeDocument/2006/relationships/customXml" Target="../ink/ink214.xml"/><Relationship Id="rId106" Type="http://schemas.openxmlformats.org/officeDocument/2006/relationships/customXml" Target="../ink/ink150.xml"/><Relationship Id="rId127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10.png"/><Relationship Id="rId21" Type="http://schemas.openxmlformats.org/officeDocument/2006/relationships/customXml" Target="../ink/ink233.xml"/><Relationship Id="rId42" Type="http://schemas.openxmlformats.org/officeDocument/2006/relationships/image" Target="../media/image26.png"/><Relationship Id="rId47" Type="http://schemas.openxmlformats.org/officeDocument/2006/relationships/image" Target="../media/image28.png"/><Relationship Id="rId63" Type="http://schemas.openxmlformats.org/officeDocument/2006/relationships/image" Target="../media/image350.png"/><Relationship Id="rId68" Type="http://schemas.openxmlformats.org/officeDocument/2006/relationships/customXml" Target="../ink/ink258.xml"/><Relationship Id="rId16" Type="http://schemas.openxmlformats.org/officeDocument/2006/relationships/image" Target="../media/image1210.png"/><Relationship Id="rId11" Type="http://schemas.openxmlformats.org/officeDocument/2006/relationships/customXml" Target="../ink/ink228.xml"/><Relationship Id="rId24" Type="http://schemas.openxmlformats.org/officeDocument/2006/relationships/image" Target="../media/image1610.png"/><Relationship Id="rId32" Type="http://schemas.openxmlformats.org/officeDocument/2006/relationships/image" Target="../media/image2110.png"/><Relationship Id="rId37" Type="http://schemas.openxmlformats.org/officeDocument/2006/relationships/customXml" Target="../ink/ink241.xml"/><Relationship Id="rId40" Type="http://schemas.openxmlformats.org/officeDocument/2006/relationships/image" Target="../media/image250.png"/><Relationship Id="rId45" Type="http://schemas.openxmlformats.org/officeDocument/2006/relationships/image" Target="../media/image27.png"/><Relationship Id="rId53" Type="http://schemas.openxmlformats.org/officeDocument/2006/relationships/customXml" Target="../ink/ink250.xml"/><Relationship Id="rId58" Type="http://schemas.openxmlformats.org/officeDocument/2006/relationships/customXml" Target="../ink/ink253.xml"/><Relationship Id="rId66" Type="http://schemas.openxmlformats.org/officeDocument/2006/relationships/customXml" Target="../ink/ink257.xml"/><Relationship Id="rId74" Type="http://schemas.openxmlformats.org/officeDocument/2006/relationships/customXml" Target="../ink/ink261.xml"/><Relationship Id="rId79" Type="http://schemas.openxmlformats.org/officeDocument/2006/relationships/image" Target="../media/image140.png"/><Relationship Id="rId5" Type="http://schemas.openxmlformats.org/officeDocument/2006/relationships/customXml" Target="../ink/ink225.xml"/><Relationship Id="rId61" Type="http://schemas.openxmlformats.org/officeDocument/2006/relationships/image" Target="../media/image340.png"/><Relationship Id="rId19" Type="http://schemas.openxmlformats.org/officeDocument/2006/relationships/customXml" Target="../ink/ink232.xml"/><Relationship Id="rId14" Type="http://schemas.openxmlformats.org/officeDocument/2006/relationships/image" Target="../media/image1110.png"/><Relationship Id="rId22" Type="http://schemas.openxmlformats.org/officeDocument/2006/relationships/image" Target="../media/image150.png"/><Relationship Id="rId27" Type="http://schemas.openxmlformats.org/officeDocument/2006/relationships/customXml" Target="../ink/ink236.xml"/><Relationship Id="rId30" Type="http://schemas.openxmlformats.org/officeDocument/2006/relationships/image" Target="../media/image200.png"/><Relationship Id="rId35" Type="http://schemas.openxmlformats.org/officeDocument/2006/relationships/customXml" Target="../ink/ink240.xml"/><Relationship Id="rId43" Type="http://schemas.openxmlformats.org/officeDocument/2006/relationships/customXml" Target="../ink/ink244.xml"/><Relationship Id="rId48" Type="http://schemas.openxmlformats.org/officeDocument/2006/relationships/customXml" Target="../ink/ink247.xml"/><Relationship Id="rId56" Type="http://schemas.openxmlformats.org/officeDocument/2006/relationships/customXml" Target="../ink/ink252.xml"/><Relationship Id="rId64" Type="http://schemas.openxmlformats.org/officeDocument/2006/relationships/customXml" Target="../ink/ink256.xml"/><Relationship Id="rId69" Type="http://schemas.openxmlformats.org/officeDocument/2006/relationships/image" Target="../media/image380.png"/><Relationship Id="rId77" Type="http://schemas.openxmlformats.org/officeDocument/2006/relationships/image" Target="../media/image139.png"/><Relationship Id="rId8" Type="http://schemas.openxmlformats.org/officeDocument/2006/relationships/image" Target="../media/image810.png"/><Relationship Id="rId51" Type="http://schemas.openxmlformats.org/officeDocument/2006/relationships/image" Target="../media/image30.png"/><Relationship Id="rId72" Type="http://schemas.openxmlformats.org/officeDocument/2006/relationships/customXml" Target="../ink/ink260.xml"/><Relationship Id="rId3" Type="http://schemas.openxmlformats.org/officeDocument/2006/relationships/image" Target="../media/image10.png"/><Relationship Id="rId12" Type="http://schemas.openxmlformats.org/officeDocument/2006/relationships/image" Target="../media/image1010.png"/><Relationship Id="rId17" Type="http://schemas.openxmlformats.org/officeDocument/2006/relationships/customXml" Target="../ink/ink231.xml"/><Relationship Id="rId25" Type="http://schemas.openxmlformats.org/officeDocument/2006/relationships/customXml" Target="../ink/ink235.xml"/><Relationship Id="rId33" Type="http://schemas.openxmlformats.org/officeDocument/2006/relationships/customXml" Target="../ink/ink239.xml"/><Relationship Id="rId38" Type="http://schemas.openxmlformats.org/officeDocument/2006/relationships/image" Target="../media/image240.png"/><Relationship Id="rId46" Type="http://schemas.openxmlformats.org/officeDocument/2006/relationships/customXml" Target="../ink/ink246.xml"/><Relationship Id="rId59" Type="http://schemas.openxmlformats.org/officeDocument/2006/relationships/image" Target="../media/image330.png"/><Relationship Id="rId67" Type="http://schemas.openxmlformats.org/officeDocument/2006/relationships/image" Target="../media/image37.png"/><Relationship Id="rId20" Type="http://schemas.openxmlformats.org/officeDocument/2006/relationships/image" Target="../media/image145.png"/><Relationship Id="rId41" Type="http://schemas.openxmlformats.org/officeDocument/2006/relationships/customXml" Target="../ink/ink243.xml"/><Relationship Id="rId54" Type="http://schemas.openxmlformats.org/officeDocument/2006/relationships/customXml" Target="../ink/ink251.xml"/><Relationship Id="rId62" Type="http://schemas.openxmlformats.org/officeDocument/2006/relationships/customXml" Target="../ink/ink255.xml"/><Relationship Id="rId70" Type="http://schemas.openxmlformats.org/officeDocument/2006/relationships/customXml" Target="../ink/ink259.xml"/><Relationship Id="rId75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5" Type="http://schemas.openxmlformats.org/officeDocument/2006/relationships/customXml" Target="../ink/ink230.xml"/><Relationship Id="rId23" Type="http://schemas.openxmlformats.org/officeDocument/2006/relationships/customXml" Target="../ink/ink234.xml"/><Relationship Id="rId28" Type="http://schemas.openxmlformats.org/officeDocument/2006/relationships/image" Target="../media/image1910.png"/><Relationship Id="rId36" Type="http://schemas.openxmlformats.org/officeDocument/2006/relationships/image" Target="../media/image230.png"/><Relationship Id="rId49" Type="http://schemas.openxmlformats.org/officeDocument/2006/relationships/image" Target="../media/image29.png"/><Relationship Id="rId57" Type="http://schemas.openxmlformats.org/officeDocument/2006/relationships/image" Target="../media/image320.png"/><Relationship Id="rId10" Type="http://schemas.openxmlformats.org/officeDocument/2006/relationships/image" Target="../media/image9.png"/><Relationship Id="rId31" Type="http://schemas.openxmlformats.org/officeDocument/2006/relationships/customXml" Target="../ink/ink238.xml"/><Relationship Id="rId44" Type="http://schemas.openxmlformats.org/officeDocument/2006/relationships/customXml" Target="../ink/ink245.xml"/><Relationship Id="rId52" Type="http://schemas.openxmlformats.org/officeDocument/2006/relationships/customXml" Target="../ink/ink249.xml"/><Relationship Id="rId60" Type="http://schemas.openxmlformats.org/officeDocument/2006/relationships/customXml" Target="../ink/ink254.xml"/><Relationship Id="rId65" Type="http://schemas.openxmlformats.org/officeDocument/2006/relationships/image" Target="../media/image36.png"/><Relationship Id="rId73" Type="http://schemas.openxmlformats.org/officeDocument/2006/relationships/image" Target="../media/image400.png"/><Relationship Id="rId78" Type="http://schemas.openxmlformats.org/officeDocument/2006/relationships/customXml" Target="../ink/ink263.xml"/><Relationship Id="rId4" Type="http://schemas.openxmlformats.org/officeDocument/2006/relationships/image" Target="../media/image11.png"/><Relationship Id="rId9" Type="http://schemas.openxmlformats.org/officeDocument/2006/relationships/customXml" Target="../ink/ink227.xml"/><Relationship Id="rId13" Type="http://schemas.openxmlformats.org/officeDocument/2006/relationships/customXml" Target="../ink/ink229.xml"/><Relationship Id="rId18" Type="http://schemas.openxmlformats.org/officeDocument/2006/relationships/image" Target="../media/image1310.png"/><Relationship Id="rId39" Type="http://schemas.openxmlformats.org/officeDocument/2006/relationships/customXml" Target="../ink/ink242.xml"/><Relationship Id="rId34" Type="http://schemas.openxmlformats.org/officeDocument/2006/relationships/image" Target="../media/image220.png"/><Relationship Id="rId50" Type="http://schemas.openxmlformats.org/officeDocument/2006/relationships/customXml" Target="../ink/ink248.xml"/><Relationship Id="rId55" Type="http://schemas.openxmlformats.org/officeDocument/2006/relationships/image" Target="../media/image311.png"/><Relationship Id="rId76" Type="http://schemas.openxmlformats.org/officeDocument/2006/relationships/customXml" Target="../ink/ink262.xml"/><Relationship Id="rId7" Type="http://schemas.openxmlformats.org/officeDocument/2006/relationships/customXml" Target="../ink/ink226.xml"/><Relationship Id="rId71" Type="http://schemas.openxmlformats.org/officeDocument/2006/relationships/image" Target="../media/image390.png"/><Relationship Id="rId2" Type="http://schemas.openxmlformats.org/officeDocument/2006/relationships/image" Target="../media/image2.png"/><Relationship Id="rId29" Type="http://schemas.openxmlformats.org/officeDocument/2006/relationships/customXml" Target="../ink/ink2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1.png"/><Relationship Id="rId21" Type="http://schemas.openxmlformats.org/officeDocument/2006/relationships/customXml" Target="../ink/ink273.xml"/><Relationship Id="rId42" Type="http://schemas.openxmlformats.org/officeDocument/2006/relationships/customXml" Target="../ink/ink284.xml"/><Relationship Id="rId63" Type="http://schemas.openxmlformats.org/officeDocument/2006/relationships/image" Target="../media/image36.png"/><Relationship Id="rId84" Type="http://schemas.openxmlformats.org/officeDocument/2006/relationships/customXml" Target="../ink/ink306.xml"/><Relationship Id="rId138" Type="http://schemas.openxmlformats.org/officeDocument/2006/relationships/customXml" Target="../ink/ink333.xml"/><Relationship Id="rId107" Type="http://schemas.openxmlformats.org/officeDocument/2006/relationships/image" Target="../media/image176.png"/><Relationship Id="rId11" Type="http://schemas.openxmlformats.org/officeDocument/2006/relationships/customXml" Target="../ink/ink268.xml"/><Relationship Id="rId32" Type="http://schemas.openxmlformats.org/officeDocument/2006/relationships/image" Target="../media/image220.png"/><Relationship Id="rId53" Type="http://schemas.openxmlformats.org/officeDocument/2006/relationships/image" Target="../media/image311.png"/><Relationship Id="rId74" Type="http://schemas.openxmlformats.org/officeDocument/2006/relationships/customXml" Target="../ink/ink301.xml"/><Relationship Id="rId128" Type="http://schemas.openxmlformats.org/officeDocument/2006/relationships/customXml" Target="../ink/ink328.xml"/><Relationship Id="rId149" Type="http://schemas.openxmlformats.org/officeDocument/2006/relationships/image" Target="../media/image196.png"/><Relationship Id="rId5" Type="http://schemas.openxmlformats.org/officeDocument/2006/relationships/customXml" Target="../ink/ink265.xml"/><Relationship Id="rId95" Type="http://schemas.openxmlformats.org/officeDocument/2006/relationships/image" Target="../media/image170.png"/><Relationship Id="rId22" Type="http://schemas.openxmlformats.org/officeDocument/2006/relationships/image" Target="../media/image1610.png"/><Relationship Id="rId27" Type="http://schemas.openxmlformats.org/officeDocument/2006/relationships/customXml" Target="../ink/ink276.xml"/><Relationship Id="rId43" Type="http://schemas.openxmlformats.org/officeDocument/2006/relationships/image" Target="../media/image27.png"/><Relationship Id="rId48" Type="http://schemas.openxmlformats.org/officeDocument/2006/relationships/customXml" Target="../ink/ink287.xml"/><Relationship Id="rId64" Type="http://schemas.openxmlformats.org/officeDocument/2006/relationships/customXml" Target="../ink/ink296.xml"/><Relationship Id="rId69" Type="http://schemas.openxmlformats.org/officeDocument/2006/relationships/image" Target="../media/image390.png"/><Relationship Id="rId113" Type="http://schemas.openxmlformats.org/officeDocument/2006/relationships/image" Target="../media/image179.png"/><Relationship Id="rId118" Type="http://schemas.openxmlformats.org/officeDocument/2006/relationships/customXml" Target="../ink/ink323.xml"/><Relationship Id="rId134" Type="http://schemas.openxmlformats.org/officeDocument/2006/relationships/customXml" Target="../ink/ink331.xml"/><Relationship Id="rId139" Type="http://schemas.openxmlformats.org/officeDocument/2006/relationships/image" Target="../media/image191.png"/><Relationship Id="rId80" Type="http://schemas.openxmlformats.org/officeDocument/2006/relationships/customXml" Target="../ink/ink304.xml"/><Relationship Id="rId85" Type="http://schemas.openxmlformats.org/officeDocument/2006/relationships/image" Target="../media/image165.png"/><Relationship Id="rId150" Type="http://schemas.openxmlformats.org/officeDocument/2006/relationships/customXml" Target="../ink/ink339.xml"/><Relationship Id="rId12" Type="http://schemas.openxmlformats.org/officeDocument/2006/relationships/image" Target="../media/image1110.png"/><Relationship Id="rId17" Type="http://schemas.openxmlformats.org/officeDocument/2006/relationships/customXml" Target="../ink/ink271.xml"/><Relationship Id="rId33" Type="http://schemas.openxmlformats.org/officeDocument/2006/relationships/customXml" Target="../ink/ink279.xml"/><Relationship Id="rId38" Type="http://schemas.openxmlformats.org/officeDocument/2006/relationships/image" Target="../media/image250.png"/><Relationship Id="rId59" Type="http://schemas.openxmlformats.org/officeDocument/2006/relationships/image" Target="../media/image340.png"/><Relationship Id="rId103" Type="http://schemas.openxmlformats.org/officeDocument/2006/relationships/image" Target="../media/image174.png"/><Relationship Id="rId108" Type="http://schemas.openxmlformats.org/officeDocument/2006/relationships/customXml" Target="../ink/ink318.xml"/><Relationship Id="rId124" Type="http://schemas.openxmlformats.org/officeDocument/2006/relationships/customXml" Target="../ink/ink326.xml"/><Relationship Id="rId129" Type="http://schemas.openxmlformats.org/officeDocument/2006/relationships/image" Target="../media/image187.png"/><Relationship Id="rId54" Type="http://schemas.openxmlformats.org/officeDocument/2006/relationships/customXml" Target="../ink/ink291.xml"/><Relationship Id="rId70" Type="http://schemas.openxmlformats.org/officeDocument/2006/relationships/customXml" Target="../ink/ink299.xml"/><Relationship Id="rId75" Type="http://schemas.openxmlformats.org/officeDocument/2006/relationships/image" Target="../media/image160.png"/><Relationship Id="rId91" Type="http://schemas.openxmlformats.org/officeDocument/2006/relationships/image" Target="../media/image168.png"/><Relationship Id="rId96" Type="http://schemas.openxmlformats.org/officeDocument/2006/relationships/customXml" Target="../ink/ink312.xml"/><Relationship Id="rId140" Type="http://schemas.openxmlformats.org/officeDocument/2006/relationships/customXml" Target="../ink/ink334.xml"/><Relationship Id="rId145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23" Type="http://schemas.openxmlformats.org/officeDocument/2006/relationships/customXml" Target="../ink/ink274.xml"/><Relationship Id="rId28" Type="http://schemas.openxmlformats.org/officeDocument/2006/relationships/image" Target="../media/image200.png"/><Relationship Id="rId49" Type="http://schemas.openxmlformats.org/officeDocument/2006/relationships/image" Target="../media/image30.png"/><Relationship Id="rId114" Type="http://schemas.openxmlformats.org/officeDocument/2006/relationships/customXml" Target="../ink/ink321.xml"/><Relationship Id="rId119" Type="http://schemas.openxmlformats.org/officeDocument/2006/relationships/image" Target="../media/image182.png"/><Relationship Id="rId44" Type="http://schemas.openxmlformats.org/officeDocument/2006/relationships/customXml" Target="../ink/ink285.xml"/><Relationship Id="rId60" Type="http://schemas.openxmlformats.org/officeDocument/2006/relationships/customXml" Target="../ink/ink294.xml"/><Relationship Id="rId65" Type="http://schemas.openxmlformats.org/officeDocument/2006/relationships/image" Target="../media/image37.png"/><Relationship Id="rId81" Type="http://schemas.openxmlformats.org/officeDocument/2006/relationships/image" Target="../media/image163.png"/><Relationship Id="rId86" Type="http://schemas.openxmlformats.org/officeDocument/2006/relationships/customXml" Target="../ink/ink307.xml"/><Relationship Id="rId130" Type="http://schemas.openxmlformats.org/officeDocument/2006/relationships/customXml" Target="../ink/ink329.xml"/><Relationship Id="rId135" Type="http://schemas.openxmlformats.org/officeDocument/2006/relationships/image" Target="../media/image189.png"/><Relationship Id="rId151" Type="http://schemas.openxmlformats.org/officeDocument/2006/relationships/image" Target="../media/image197.png"/><Relationship Id="rId13" Type="http://schemas.openxmlformats.org/officeDocument/2006/relationships/customXml" Target="../ink/ink269.xml"/><Relationship Id="rId18" Type="http://schemas.openxmlformats.org/officeDocument/2006/relationships/image" Target="../media/image145.png"/><Relationship Id="rId39" Type="http://schemas.openxmlformats.org/officeDocument/2006/relationships/customXml" Target="../ink/ink282.xml"/><Relationship Id="rId109" Type="http://schemas.openxmlformats.org/officeDocument/2006/relationships/image" Target="../media/image177.png"/><Relationship Id="rId34" Type="http://schemas.openxmlformats.org/officeDocument/2006/relationships/image" Target="../media/image230.png"/><Relationship Id="rId50" Type="http://schemas.openxmlformats.org/officeDocument/2006/relationships/customXml" Target="../ink/ink288.xml"/><Relationship Id="rId55" Type="http://schemas.openxmlformats.org/officeDocument/2006/relationships/image" Target="../media/image320.png"/><Relationship Id="rId76" Type="http://schemas.openxmlformats.org/officeDocument/2006/relationships/customXml" Target="../ink/ink302.xml"/><Relationship Id="rId97" Type="http://schemas.openxmlformats.org/officeDocument/2006/relationships/image" Target="../media/image171.png"/><Relationship Id="rId104" Type="http://schemas.openxmlformats.org/officeDocument/2006/relationships/customXml" Target="../ink/ink316.xml"/><Relationship Id="rId120" Type="http://schemas.openxmlformats.org/officeDocument/2006/relationships/customXml" Target="../ink/ink324.xml"/><Relationship Id="rId125" Type="http://schemas.openxmlformats.org/officeDocument/2006/relationships/image" Target="../media/image185.png"/><Relationship Id="rId141" Type="http://schemas.openxmlformats.org/officeDocument/2006/relationships/image" Target="../media/image192.png"/><Relationship Id="rId146" Type="http://schemas.openxmlformats.org/officeDocument/2006/relationships/customXml" Target="../ink/ink337.xml"/><Relationship Id="rId7" Type="http://schemas.openxmlformats.org/officeDocument/2006/relationships/customXml" Target="../ink/ink266.xml"/><Relationship Id="rId71" Type="http://schemas.openxmlformats.org/officeDocument/2006/relationships/image" Target="../media/image400.png"/><Relationship Id="rId92" Type="http://schemas.openxmlformats.org/officeDocument/2006/relationships/customXml" Target="../ink/ink310.xml"/><Relationship Id="rId2" Type="http://schemas.openxmlformats.org/officeDocument/2006/relationships/image" Target="../media/image2.png"/><Relationship Id="rId29" Type="http://schemas.openxmlformats.org/officeDocument/2006/relationships/customXml" Target="../ink/ink277.xml"/><Relationship Id="rId24" Type="http://schemas.openxmlformats.org/officeDocument/2006/relationships/image" Target="../media/image1710.png"/><Relationship Id="rId40" Type="http://schemas.openxmlformats.org/officeDocument/2006/relationships/image" Target="../media/image26.png"/><Relationship Id="rId45" Type="http://schemas.openxmlformats.org/officeDocument/2006/relationships/image" Target="../media/image28.png"/><Relationship Id="rId66" Type="http://schemas.openxmlformats.org/officeDocument/2006/relationships/customXml" Target="../ink/ink297.xml"/><Relationship Id="rId87" Type="http://schemas.openxmlformats.org/officeDocument/2006/relationships/image" Target="../media/image166.png"/><Relationship Id="rId110" Type="http://schemas.openxmlformats.org/officeDocument/2006/relationships/customXml" Target="../ink/ink319.xml"/><Relationship Id="rId115" Type="http://schemas.openxmlformats.org/officeDocument/2006/relationships/image" Target="../media/image180.png"/><Relationship Id="rId131" Type="http://schemas.openxmlformats.org/officeDocument/2006/relationships/image" Target="../media/image50.png"/><Relationship Id="rId136" Type="http://schemas.openxmlformats.org/officeDocument/2006/relationships/customXml" Target="../ink/ink332.xml"/><Relationship Id="rId61" Type="http://schemas.openxmlformats.org/officeDocument/2006/relationships/image" Target="../media/image350.png"/><Relationship Id="rId82" Type="http://schemas.openxmlformats.org/officeDocument/2006/relationships/customXml" Target="../ink/ink305.xml"/><Relationship Id="rId19" Type="http://schemas.openxmlformats.org/officeDocument/2006/relationships/customXml" Target="../ink/ink272.xml"/><Relationship Id="rId14" Type="http://schemas.openxmlformats.org/officeDocument/2006/relationships/image" Target="../media/image1210.png"/><Relationship Id="rId30" Type="http://schemas.openxmlformats.org/officeDocument/2006/relationships/image" Target="../media/image2110.png"/><Relationship Id="rId35" Type="http://schemas.openxmlformats.org/officeDocument/2006/relationships/customXml" Target="../ink/ink280.xml"/><Relationship Id="rId56" Type="http://schemas.openxmlformats.org/officeDocument/2006/relationships/customXml" Target="../ink/ink292.xml"/><Relationship Id="rId77" Type="http://schemas.openxmlformats.org/officeDocument/2006/relationships/image" Target="../media/image161.png"/><Relationship Id="rId100" Type="http://schemas.openxmlformats.org/officeDocument/2006/relationships/customXml" Target="../ink/ink314.xml"/><Relationship Id="rId105" Type="http://schemas.openxmlformats.org/officeDocument/2006/relationships/image" Target="../media/image175.png"/><Relationship Id="rId126" Type="http://schemas.openxmlformats.org/officeDocument/2006/relationships/customXml" Target="../ink/ink327.xml"/><Relationship Id="rId147" Type="http://schemas.openxmlformats.org/officeDocument/2006/relationships/image" Target="../media/image195.png"/><Relationship Id="rId8" Type="http://schemas.openxmlformats.org/officeDocument/2006/relationships/image" Target="../media/image9.png"/><Relationship Id="rId51" Type="http://schemas.openxmlformats.org/officeDocument/2006/relationships/customXml" Target="../ink/ink289.xml"/><Relationship Id="rId72" Type="http://schemas.openxmlformats.org/officeDocument/2006/relationships/customXml" Target="../ink/ink300.xml"/><Relationship Id="rId93" Type="http://schemas.openxmlformats.org/officeDocument/2006/relationships/image" Target="../media/image169.png"/><Relationship Id="rId98" Type="http://schemas.openxmlformats.org/officeDocument/2006/relationships/customXml" Target="../ink/ink313.xml"/><Relationship Id="rId121" Type="http://schemas.openxmlformats.org/officeDocument/2006/relationships/image" Target="../media/image183.png"/><Relationship Id="rId142" Type="http://schemas.openxmlformats.org/officeDocument/2006/relationships/customXml" Target="../ink/ink335.xml"/><Relationship Id="rId3" Type="http://schemas.openxmlformats.org/officeDocument/2006/relationships/customXml" Target="../ink/ink264.xml"/><Relationship Id="rId25" Type="http://schemas.openxmlformats.org/officeDocument/2006/relationships/customXml" Target="../ink/ink275.xml"/><Relationship Id="rId46" Type="http://schemas.openxmlformats.org/officeDocument/2006/relationships/customXml" Target="../ink/ink286.xml"/><Relationship Id="rId67" Type="http://schemas.openxmlformats.org/officeDocument/2006/relationships/image" Target="../media/image380.png"/><Relationship Id="rId116" Type="http://schemas.openxmlformats.org/officeDocument/2006/relationships/customXml" Target="../ink/ink322.xml"/><Relationship Id="rId137" Type="http://schemas.openxmlformats.org/officeDocument/2006/relationships/image" Target="../media/image190.png"/><Relationship Id="rId20" Type="http://schemas.openxmlformats.org/officeDocument/2006/relationships/image" Target="../media/image150.png"/><Relationship Id="rId41" Type="http://schemas.openxmlformats.org/officeDocument/2006/relationships/customXml" Target="../ink/ink283.xml"/><Relationship Id="rId62" Type="http://schemas.openxmlformats.org/officeDocument/2006/relationships/customXml" Target="../ink/ink295.xml"/><Relationship Id="rId83" Type="http://schemas.openxmlformats.org/officeDocument/2006/relationships/image" Target="../media/image164.png"/><Relationship Id="rId88" Type="http://schemas.openxmlformats.org/officeDocument/2006/relationships/customXml" Target="../ink/ink308.xml"/><Relationship Id="rId111" Type="http://schemas.openxmlformats.org/officeDocument/2006/relationships/image" Target="../media/image178.png"/><Relationship Id="rId132" Type="http://schemas.openxmlformats.org/officeDocument/2006/relationships/customXml" Target="../ink/ink330.xml"/><Relationship Id="rId15" Type="http://schemas.openxmlformats.org/officeDocument/2006/relationships/customXml" Target="../ink/ink270.xml"/><Relationship Id="rId36" Type="http://schemas.openxmlformats.org/officeDocument/2006/relationships/image" Target="../media/image240.png"/><Relationship Id="rId57" Type="http://schemas.openxmlformats.org/officeDocument/2006/relationships/image" Target="../media/image330.png"/><Relationship Id="rId106" Type="http://schemas.openxmlformats.org/officeDocument/2006/relationships/customXml" Target="../ink/ink317.xml"/><Relationship Id="rId127" Type="http://schemas.openxmlformats.org/officeDocument/2006/relationships/image" Target="../media/image186.png"/><Relationship Id="rId10" Type="http://schemas.openxmlformats.org/officeDocument/2006/relationships/image" Target="../media/image1010.png"/><Relationship Id="rId31" Type="http://schemas.openxmlformats.org/officeDocument/2006/relationships/customXml" Target="../ink/ink278.xml"/><Relationship Id="rId52" Type="http://schemas.openxmlformats.org/officeDocument/2006/relationships/customXml" Target="../ink/ink290.xml"/><Relationship Id="rId73" Type="http://schemas.openxmlformats.org/officeDocument/2006/relationships/image" Target="../media/image411.png"/><Relationship Id="rId78" Type="http://schemas.openxmlformats.org/officeDocument/2006/relationships/customXml" Target="../ink/ink303.xml"/><Relationship Id="rId94" Type="http://schemas.openxmlformats.org/officeDocument/2006/relationships/customXml" Target="../ink/ink311.xml"/><Relationship Id="rId99" Type="http://schemas.openxmlformats.org/officeDocument/2006/relationships/image" Target="../media/image172.png"/><Relationship Id="rId101" Type="http://schemas.openxmlformats.org/officeDocument/2006/relationships/image" Target="../media/image173.png"/><Relationship Id="rId122" Type="http://schemas.openxmlformats.org/officeDocument/2006/relationships/customXml" Target="../ink/ink325.xml"/><Relationship Id="rId143" Type="http://schemas.openxmlformats.org/officeDocument/2006/relationships/image" Target="../media/image193.png"/><Relationship Id="rId148" Type="http://schemas.openxmlformats.org/officeDocument/2006/relationships/customXml" Target="../ink/ink338.xml"/><Relationship Id="rId4" Type="http://schemas.openxmlformats.org/officeDocument/2006/relationships/image" Target="../media/image710.png"/><Relationship Id="rId9" Type="http://schemas.openxmlformats.org/officeDocument/2006/relationships/customXml" Target="../ink/ink267.xml"/><Relationship Id="rId26" Type="http://schemas.openxmlformats.org/officeDocument/2006/relationships/image" Target="../media/image1910.png"/><Relationship Id="rId47" Type="http://schemas.openxmlformats.org/officeDocument/2006/relationships/image" Target="../media/image29.png"/><Relationship Id="rId68" Type="http://schemas.openxmlformats.org/officeDocument/2006/relationships/customXml" Target="../ink/ink298.xml"/><Relationship Id="rId89" Type="http://schemas.openxmlformats.org/officeDocument/2006/relationships/image" Target="../media/image167.png"/><Relationship Id="rId112" Type="http://schemas.openxmlformats.org/officeDocument/2006/relationships/customXml" Target="../ink/ink320.xml"/><Relationship Id="rId133" Type="http://schemas.openxmlformats.org/officeDocument/2006/relationships/image" Target="../media/image188.png"/><Relationship Id="rId16" Type="http://schemas.openxmlformats.org/officeDocument/2006/relationships/image" Target="../media/image1310.png"/><Relationship Id="rId37" Type="http://schemas.openxmlformats.org/officeDocument/2006/relationships/customXml" Target="../ink/ink281.xml"/><Relationship Id="rId58" Type="http://schemas.openxmlformats.org/officeDocument/2006/relationships/customXml" Target="../ink/ink293.xml"/><Relationship Id="rId79" Type="http://schemas.openxmlformats.org/officeDocument/2006/relationships/image" Target="../media/image162.png"/><Relationship Id="rId102" Type="http://schemas.openxmlformats.org/officeDocument/2006/relationships/customXml" Target="../ink/ink315.xml"/><Relationship Id="rId123" Type="http://schemas.openxmlformats.org/officeDocument/2006/relationships/image" Target="../media/image184.png"/><Relationship Id="rId144" Type="http://schemas.openxmlformats.org/officeDocument/2006/relationships/customXml" Target="../ink/ink336.xml"/><Relationship Id="rId90" Type="http://schemas.openxmlformats.org/officeDocument/2006/relationships/customXml" Target="../ink/ink30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0.xml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customXml" Target="../ink/ink341.xml"/><Relationship Id="rId4" Type="http://schemas.openxmlformats.org/officeDocument/2006/relationships/image" Target="../media/image19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6.png"/><Relationship Id="rId18" Type="http://schemas.openxmlformats.org/officeDocument/2006/relationships/customXml" Target="../ink/ink350.xml"/><Relationship Id="rId26" Type="http://schemas.openxmlformats.org/officeDocument/2006/relationships/customXml" Target="../ink/ink354.xml"/><Relationship Id="rId21" Type="http://schemas.openxmlformats.org/officeDocument/2006/relationships/image" Target="../media/image210.png"/><Relationship Id="rId34" Type="http://schemas.openxmlformats.org/officeDocument/2006/relationships/customXml" Target="../ink/ink358.xml"/><Relationship Id="rId7" Type="http://schemas.openxmlformats.org/officeDocument/2006/relationships/image" Target="../media/image203.png"/><Relationship Id="rId12" Type="http://schemas.openxmlformats.org/officeDocument/2006/relationships/customXml" Target="../ink/ink347.xml"/><Relationship Id="rId17" Type="http://schemas.openxmlformats.org/officeDocument/2006/relationships/image" Target="../media/image208.png"/><Relationship Id="rId25" Type="http://schemas.openxmlformats.org/officeDocument/2006/relationships/image" Target="../media/image212.png"/><Relationship Id="rId33" Type="http://schemas.openxmlformats.org/officeDocument/2006/relationships/image" Target="../media/image215.png"/><Relationship Id="rId38" Type="http://schemas.openxmlformats.org/officeDocument/2006/relationships/image" Target="../media/image13.png"/><Relationship Id="rId2" Type="http://schemas.openxmlformats.org/officeDocument/2006/relationships/customXml" Target="../ink/ink342.xml"/><Relationship Id="rId16" Type="http://schemas.openxmlformats.org/officeDocument/2006/relationships/customXml" Target="../ink/ink349.xml"/><Relationship Id="rId20" Type="http://schemas.openxmlformats.org/officeDocument/2006/relationships/customXml" Target="../ink/ink351.xml"/><Relationship Id="rId29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4.xml"/><Relationship Id="rId11" Type="http://schemas.openxmlformats.org/officeDocument/2006/relationships/image" Target="../media/image205.png"/><Relationship Id="rId24" Type="http://schemas.openxmlformats.org/officeDocument/2006/relationships/customXml" Target="../ink/ink353.xml"/><Relationship Id="rId32" Type="http://schemas.openxmlformats.org/officeDocument/2006/relationships/customXml" Target="../ink/ink357.xml"/><Relationship Id="rId37" Type="http://schemas.openxmlformats.org/officeDocument/2006/relationships/image" Target="../media/image217.png"/><Relationship Id="rId5" Type="http://schemas.openxmlformats.org/officeDocument/2006/relationships/image" Target="../media/image202.png"/><Relationship Id="rId15" Type="http://schemas.openxmlformats.org/officeDocument/2006/relationships/image" Target="../media/image207.png"/><Relationship Id="rId23" Type="http://schemas.openxmlformats.org/officeDocument/2006/relationships/image" Target="../media/image211.png"/><Relationship Id="rId28" Type="http://schemas.openxmlformats.org/officeDocument/2006/relationships/customXml" Target="../ink/ink355.xml"/><Relationship Id="rId36" Type="http://schemas.openxmlformats.org/officeDocument/2006/relationships/customXml" Target="../ink/ink359.xml"/><Relationship Id="rId10" Type="http://schemas.openxmlformats.org/officeDocument/2006/relationships/customXml" Target="../ink/ink346.xml"/><Relationship Id="rId19" Type="http://schemas.openxmlformats.org/officeDocument/2006/relationships/image" Target="../media/image209.png"/><Relationship Id="rId31" Type="http://schemas.openxmlformats.org/officeDocument/2006/relationships/image" Target="../media/image214.png"/><Relationship Id="rId4" Type="http://schemas.openxmlformats.org/officeDocument/2006/relationships/customXml" Target="../ink/ink343.xml"/><Relationship Id="rId9" Type="http://schemas.openxmlformats.org/officeDocument/2006/relationships/image" Target="../media/image204.png"/><Relationship Id="rId14" Type="http://schemas.openxmlformats.org/officeDocument/2006/relationships/customXml" Target="../ink/ink348.xml"/><Relationship Id="rId22" Type="http://schemas.openxmlformats.org/officeDocument/2006/relationships/customXml" Target="../ink/ink352.xml"/><Relationship Id="rId27" Type="http://schemas.openxmlformats.org/officeDocument/2006/relationships/image" Target="../media/image213.png"/><Relationship Id="rId30" Type="http://schemas.openxmlformats.org/officeDocument/2006/relationships/customXml" Target="../ink/ink356.xml"/><Relationship Id="rId35" Type="http://schemas.openxmlformats.org/officeDocument/2006/relationships/image" Target="../media/image216.png"/><Relationship Id="rId8" Type="http://schemas.openxmlformats.org/officeDocument/2006/relationships/customXml" Target="../ink/ink345.xml"/><Relationship Id="rId3" Type="http://schemas.openxmlformats.org/officeDocument/2006/relationships/image" Target="../media/image20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9.png"/><Relationship Id="rId4" Type="http://schemas.openxmlformats.org/officeDocument/2006/relationships/customXml" Target="../ink/ink36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6D9F-6D4A-D400-1A1E-61A7659A1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0157" y="591445"/>
            <a:ext cx="9919959" cy="1815854"/>
          </a:xfrm>
        </p:spPr>
        <p:txBody>
          <a:bodyPr anchor="t">
            <a:normAutofit fontScale="90000"/>
          </a:bodyPr>
          <a:lstStyle/>
          <a:p>
            <a:r>
              <a:rPr lang="da-DK" sz="4400" dirty="0" err="1"/>
              <a:t>Introduction</a:t>
            </a:r>
            <a:r>
              <a:rPr lang="da-DK" sz="4400" dirty="0"/>
              <a:t> to </a:t>
            </a:r>
            <a:r>
              <a:rPr lang="da-DK" sz="4400" dirty="0" err="1"/>
              <a:t>modelling</a:t>
            </a:r>
            <a:br>
              <a:rPr lang="da-DK" sz="4400" dirty="0"/>
            </a:br>
            <a:r>
              <a:rPr lang="da-DK" sz="4400" dirty="0" err="1"/>
              <a:t>Modelling</a:t>
            </a:r>
            <a:r>
              <a:rPr lang="da-DK" sz="4400" dirty="0"/>
              <a:t> Fall 2026</a:t>
            </a:r>
            <a:br>
              <a:rPr lang="da-DK" sz="4400" dirty="0"/>
            </a:br>
            <a:br>
              <a:rPr lang="da-DK" sz="4400" dirty="0"/>
            </a:br>
            <a:r>
              <a:rPr lang="da-DK" sz="2400" dirty="0"/>
              <a:t>5 ECTS, 2 x 2 hours a </a:t>
            </a:r>
            <a:r>
              <a:rPr lang="da-DK" sz="2400" dirty="0" err="1"/>
              <a:t>week</a:t>
            </a:r>
            <a:br>
              <a:rPr lang="da-DK" sz="3800" dirty="0"/>
            </a:br>
            <a:endParaRPr lang="da-DK" sz="3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56CCF3-E4DE-1347-5E3C-112695FA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779" y="2276300"/>
            <a:ext cx="2809335" cy="3912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2B2D8D-B300-AAEC-81CF-393E8A575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209" y="2276300"/>
            <a:ext cx="3201082" cy="363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3C40-A6C6-C329-AFE0-6C19818B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Instructors</a:t>
            </a:r>
            <a:r>
              <a:rPr lang="da-DK" dirty="0"/>
              <a:t> and </a:t>
            </a:r>
            <a:r>
              <a:rPr lang="da-DK" dirty="0" err="1"/>
              <a:t>teachers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039FD-9831-C0F4-2DD9-692A1F10F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618" y="1712651"/>
            <a:ext cx="9922764" cy="47802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Sasha Hafner (Senior researcher, BCE)</a:t>
            </a: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Anne Mortensen (Ph.d. student, BCE)</a:t>
            </a:r>
          </a:p>
          <a:p>
            <a:pPr marL="0" indent="0">
              <a:buNone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Peter van Nes (Ph.d. student, BCE)</a:t>
            </a: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Frederik Dalby (</a:t>
            </a:r>
            <a:r>
              <a:rPr lang="da-DK" sz="2400" dirty="0" err="1">
                <a:latin typeface="Arial" panose="020B0604020202020204" pitchFamily="34" charset="0"/>
                <a:cs typeface="Arial" panose="020B0604020202020204" pitchFamily="34" charset="0"/>
              </a:rPr>
              <a:t>Tenure</a:t>
            </a: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 track </a:t>
            </a:r>
            <a:r>
              <a:rPr lang="da-DK" sz="2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 professor, BCE)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5C644-C07C-621C-FF48-A5D085A4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267" y="5089751"/>
            <a:ext cx="1165781" cy="1179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E9950-F451-49D9-FFEE-5B3026828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91" y="1192619"/>
            <a:ext cx="1091713" cy="1151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F9AE5-F7A4-067A-1C5D-676845EC3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891" y="2421973"/>
            <a:ext cx="1086002" cy="1343212"/>
          </a:xfrm>
          <a:prstGeom prst="rect">
            <a:avLst/>
          </a:prstGeom>
        </p:spPr>
      </p:pic>
      <p:pic>
        <p:nvPicPr>
          <p:cNvPr id="6" name="Picture 5" descr="Peter van Nes - MSc Biotechnology Student at Wageningen ...">
            <a:extLst>
              <a:ext uri="{FF2B5EF4-FFF2-40B4-BE49-F238E27FC236}">
                <a16:creationId xmlns:a16="http://schemas.microsoft.com/office/drawing/2014/main" id="{5D3A4EE4-E9F5-FCB4-C9F4-1D3BE6AE1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891" y="3938490"/>
            <a:ext cx="1224746" cy="115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5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964F-7CC3-9171-87C1-917B42CF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GitHub </a:t>
            </a:r>
            <a:r>
              <a:rPr lang="da-DK" dirty="0" err="1"/>
              <a:t>repository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6340C-78B5-8797-A4A4-2E7B8F4B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6" y="1377236"/>
            <a:ext cx="8649907" cy="511563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DB8A921-BC4E-B6DC-391D-58146F5EE50D}"/>
              </a:ext>
            </a:extLst>
          </p:cNvPr>
          <p:cNvSpPr/>
          <p:nvPr/>
        </p:nvSpPr>
        <p:spPr>
          <a:xfrm>
            <a:off x="3387969" y="4630615"/>
            <a:ext cx="2590800" cy="609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3FB2C6-5893-8016-FEB3-89901D89580A}"/>
              </a:ext>
            </a:extLst>
          </p:cNvPr>
          <p:cNvCxnSpPr/>
          <p:nvPr/>
        </p:nvCxnSpPr>
        <p:spPr>
          <a:xfrm flipH="1">
            <a:off x="6330462" y="4736123"/>
            <a:ext cx="1547446" cy="164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814370-1906-2ED4-32F9-9D387421A186}"/>
              </a:ext>
            </a:extLst>
          </p:cNvPr>
          <p:cNvSpPr txBox="1"/>
          <p:nvPr/>
        </p:nvSpPr>
        <p:spPr>
          <a:xfrm>
            <a:off x="8276492" y="4274458"/>
            <a:ext cx="1547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Link to </a:t>
            </a:r>
            <a:r>
              <a:rPr lang="da-DK" dirty="0" err="1"/>
              <a:t>repository</a:t>
            </a:r>
            <a:r>
              <a:rPr lang="da-DK" dirty="0"/>
              <a:t> IMPORTANT!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D25E09-FE66-1B55-0C56-7E86E5D0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6446" y="1810003"/>
            <a:ext cx="4003431" cy="21250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a-DK" sz="2400" dirty="0"/>
              <a:t>Repository </a:t>
            </a:r>
            <a:r>
              <a:rPr lang="da-DK" sz="2400" dirty="0" err="1"/>
              <a:t>structure</a:t>
            </a:r>
            <a:endParaRPr lang="da-DK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/>
              <a:t>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/>
              <a:t>Learning </a:t>
            </a:r>
            <a:r>
              <a:rPr lang="da-DK" sz="2400" dirty="0" err="1"/>
              <a:t>outcomes</a:t>
            </a:r>
            <a:endParaRPr lang="da-DK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 err="1"/>
              <a:t>Exam</a:t>
            </a:r>
            <a:endParaRPr lang="da-DK" sz="2400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0535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2158A-8A90-0540-0802-4736DFAAE574}"/>
              </a:ext>
            </a:extLst>
          </p:cNvPr>
          <p:cNvSpPr txBox="1"/>
          <p:nvPr/>
        </p:nvSpPr>
        <p:spPr>
          <a:xfrm>
            <a:off x="3627522" y="966844"/>
            <a:ext cx="814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”A </a:t>
            </a:r>
            <a:r>
              <a:rPr lang="da-DK" dirty="0" err="1"/>
              <a:t>mathematical</a:t>
            </a:r>
            <a:r>
              <a:rPr lang="da-DK" dirty="0"/>
              <a:t> model is an </a:t>
            </a:r>
            <a:r>
              <a:rPr lang="da-DK" b="1" dirty="0"/>
              <a:t>abstract </a:t>
            </a:r>
            <a:r>
              <a:rPr lang="da-DK" b="1" dirty="0" err="1"/>
              <a:t>description</a:t>
            </a:r>
            <a:r>
              <a:rPr lang="da-DK" dirty="0"/>
              <a:t> of a </a:t>
            </a:r>
          </a:p>
          <a:p>
            <a:r>
              <a:rPr lang="da-DK" b="1" dirty="0" err="1"/>
              <a:t>concrete</a:t>
            </a:r>
            <a:r>
              <a:rPr lang="da-DK" b="1" dirty="0"/>
              <a:t> system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b="1" dirty="0" err="1"/>
              <a:t>mathematical</a:t>
            </a:r>
            <a:r>
              <a:rPr lang="da-DK" b="1" dirty="0"/>
              <a:t> </a:t>
            </a:r>
            <a:r>
              <a:rPr lang="da-DK" b="1" dirty="0" err="1"/>
              <a:t>concepts</a:t>
            </a:r>
            <a:r>
              <a:rPr lang="da-DK" b="1" dirty="0"/>
              <a:t> and </a:t>
            </a:r>
            <a:r>
              <a:rPr lang="da-DK" b="1" dirty="0" err="1"/>
              <a:t>language</a:t>
            </a:r>
            <a:r>
              <a:rPr lang="da-DK" dirty="0"/>
              <a:t>”, </a:t>
            </a:r>
            <a:r>
              <a:rPr lang="da-DK" dirty="0" err="1"/>
              <a:t>wikipedia</a:t>
            </a:r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72B44-F32B-35B6-ACD4-FAE29EC6F623}"/>
              </a:ext>
            </a:extLst>
          </p:cNvPr>
          <p:cNvSpPr txBox="1"/>
          <p:nvPr/>
        </p:nvSpPr>
        <p:spPr>
          <a:xfrm>
            <a:off x="5977812" y="294669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“A mathematical model is a </a:t>
            </a:r>
            <a:r>
              <a:rPr lang="en-US" b="1" dirty="0"/>
              <a:t>representation</a:t>
            </a:r>
            <a:r>
              <a:rPr lang="en-US" dirty="0"/>
              <a:t> of a </a:t>
            </a:r>
            <a:r>
              <a:rPr lang="en-US" b="1" dirty="0"/>
              <a:t>real-world system</a:t>
            </a:r>
            <a:r>
              <a:rPr lang="en-US" dirty="0"/>
              <a:t> using </a:t>
            </a:r>
            <a:r>
              <a:rPr lang="en-US" b="1" dirty="0"/>
              <a:t>mathematical language</a:t>
            </a:r>
            <a:r>
              <a:rPr lang="en-US" dirty="0"/>
              <a:t> and structures such as equations, functions, variables, and parameters”, ChatGPT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5943D-7381-EB57-82E2-2DA971A764AB}"/>
              </a:ext>
            </a:extLst>
          </p:cNvPr>
          <p:cNvSpPr txBox="1"/>
          <p:nvPr/>
        </p:nvSpPr>
        <p:spPr>
          <a:xfrm>
            <a:off x="89191" y="4805164"/>
            <a:ext cx="95443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“All models are </a:t>
            </a:r>
            <a:r>
              <a:rPr lang="en-US" b="1" dirty="0"/>
              <a:t>abstractions</a:t>
            </a:r>
            <a:r>
              <a:rPr lang="en-US" dirty="0"/>
              <a:t> of </a:t>
            </a:r>
            <a:r>
              <a:rPr lang="en-US" b="1" dirty="0"/>
              <a:t>real systems</a:t>
            </a:r>
            <a:r>
              <a:rPr lang="en-US" dirty="0"/>
              <a:t> and processes. Nevertheless, they serve</a:t>
            </a:r>
          </a:p>
          <a:p>
            <a:pPr algn="l"/>
            <a:r>
              <a:rPr lang="en-US" dirty="0"/>
              <a:t>as tools for engineers and scientists to develop an understanding of important systems</a:t>
            </a:r>
          </a:p>
          <a:p>
            <a:pPr algn="l"/>
            <a:r>
              <a:rPr lang="en-US" dirty="0"/>
              <a:t>and processes using </a:t>
            </a:r>
            <a:r>
              <a:rPr lang="en-US" b="1" dirty="0"/>
              <a:t>mathematical equations</a:t>
            </a:r>
            <a:r>
              <a:rPr lang="en-US" dirty="0"/>
              <a:t>” Rasmuson et al. 2014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21FF9-6477-7A29-CE58-E19BECA0E7DE}"/>
              </a:ext>
            </a:extLst>
          </p:cNvPr>
          <p:cNvSpPr txBox="1"/>
          <p:nvPr/>
        </p:nvSpPr>
        <p:spPr>
          <a:xfrm>
            <a:off x="5977812" y="6015512"/>
            <a:ext cx="621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”All models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wrong</a:t>
            </a:r>
            <a:r>
              <a:rPr lang="da-DK" dirty="0"/>
              <a:t> but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useful</a:t>
            </a:r>
            <a:r>
              <a:rPr lang="da-DK" dirty="0"/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CFFB79-17A2-C008-C90C-A2D420E0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018" y="2271318"/>
            <a:ext cx="1485429" cy="18757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F20E7D-33B9-60B1-8227-1172421DF547}"/>
              </a:ext>
            </a:extLst>
          </p:cNvPr>
          <p:cNvSpPr txBox="1"/>
          <p:nvPr/>
        </p:nvSpPr>
        <p:spPr>
          <a:xfrm>
            <a:off x="1433993" y="1868170"/>
            <a:ext cx="333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What</a:t>
            </a:r>
            <a:r>
              <a:rPr lang="da-DK" dirty="0">
                <a:solidFill>
                  <a:srgbClr val="FF0000"/>
                </a:solidFill>
              </a:rPr>
              <a:t> is a </a:t>
            </a:r>
            <a:r>
              <a:rPr lang="da-DK" dirty="0" err="1">
                <a:solidFill>
                  <a:srgbClr val="FF0000"/>
                </a:solidFill>
              </a:rPr>
              <a:t>mathematical</a:t>
            </a:r>
            <a:r>
              <a:rPr lang="da-DK" dirty="0">
                <a:solidFill>
                  <a:srgbClr val="FF0000"/>
                </a:solidFill>
              </a:rPr>
              <a:t> model?</a:t>
            </a:r>
          </a:p>
        </p:txBody>
      </p:sp>
    </p:spTree>
    <p:extLst>
      <p:ext uri="{BB962C8B-B14F-4D97-AF65-F5344CB8AC3E}">
        <p14:creationId xmlns:p14="http://schemas.microsoft.com/office/powerpoint/2010/main" val="40581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B8C4B-E33C-F145-AA35-C38FC6EF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997" y="1139688"/>
            <a:ext cx="4294057" cy="48796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D22639B-B826-7918-39A1-449213FF5F4D}"/>
              </a:ext>
            </a:extLst>
          </p:cNvPr>
          <p:cNvSpPr txBox="1"/>
          <p:nvPr/>
        </p:nvSpPr>
        <p:spPr>
          <a:xfrm>
            <a:off x="2825855" y="478891"/>
            <a:ext cx="683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/>
              <a:t>But </a:t>
            </a:r>
            <a:r>
              <a:rPr lang="da-DK" sz="2800" dirty="0" err="1"/>
              <a:t>what</a:t>
            </a:r>
            <a:r>
              <a:rPr lang="da-DK" sz="2800" dirty="0"/>
              <a:t> is </a:t>
            </a:r>
            <a:r>
              <a:rPr lang="da-DK" sz="2800" dirty="0" err="1"/>
              <a:t>mathematical</a:t>
            </a:r>
            <a:r>
              <a:rPr lang="da-DK" sz="2800" dirty="0"/>
              <a:t> </a:t>
            </a:r>
            <a:r>
              <a:rPr lang="da-DK" sz="2800" dirty="0" err="1"/>
              <a:t>model</a:t>
            </a:r>
            <a:r>
              <a:rPr lang="da-DK" sz="2800" dirty="0" err="1">
                <a:solidFill>
                  <a:srgbClr val="FF0000"/>
                </a:solidFill>
              </a:rPr>
              <a:t>ling</a:t>
            </a:r>
            <a:r>
              <a:rPr lang="da-DK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5531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617B7-AED5-BF73-4798-B0CADED9D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510" y="576089"/>
            <a:ext cx="4900490" cy="5568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4FB768-492F-F937-65AE-C969D5952B14}"/>
                  </a:ext>
                </a:extLst>
              </p14:cNvPr>
              <p14:cNvContentPartPr/>
              <p14:nvPr/>
            </p14:nvContentPartPr>
            <p14:xfrm>
              <a:off x="8463528" y="580536"/>
              <a:ext cx="5040" cy="18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4FB768-492F-F937-65AE-C969D5952B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4888" y="571536"/>
                <a:ext cx="2268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D3FE04-B640-28C0-CB1A-24B15B1C8F96}"/>
                  </a:ext>
                </a:extLst>
              </p14:cNvPr>
              <p14:cNvContentPartPr/>
              <p14:nvPr/>
            </p14:nvContentPartPr>
            <p14:xfrm>
              <a:off x="8093448" y="581616"/>
              <a:ext cx="1918800" cy="853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D3FE04-B640-28C0-CB1A-24B15B1C8F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84448" y="572616"/>
                <a:ext cx="1936440" cy="87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35A8BAD-E1CC-0C73-00FB-7F6FAC1FD527}"/>
              </a:ext>
            </a:extLst>
          </p:cNvPr>
          <p:cNvGrpSpPr/>
          <p:nvPr/>
        </p:nvGrpSpPr>
        <p:grpSpPr>
          <a:xfrm>
            <a:off x="6308568" y="683856"/>
            <a:ext cx="1384200" cy="235080"/>
            <a:chOff x="6308568" y="683856"/>
            <a:chExt cx="13842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075D808-EC0D-F672-A95F-7DB9002E0099}"/>
                    </a:ext>
                  </a:extLst>
                </p14:cNvPr>
                <p14:cNvContentPartPr/>
                <p14:nvPr/>
              </p14:nvContentPartPr>
              <p14:xfrm>
                <a:off x="6354648" y="683856"/>
                <a:ext cx="1338120" cy="14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075D808-EC0D-F672-A95F-7DB9002E00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45648" y="675216"/>
                  <a:ext cx="1355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8EA9D4A-E1F2-B987-C456-6AE7F1E4BEC5}"/>
                    </a:ext>
                  </a:extLst>
                </p14:cNvPr>
                <p14:cNvContentPartPr/>
                <p14:nvPr/>
              </p14:nvContentPartPr>
              <p14:xfrm>
                <a:off x="6310728" y="745776"/>
                <a:ext cx="109080" cy="113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8EA9D4A-E1F2-B987-C456-6AE7F1E4BE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02088" y="736776"/>
                  <a:ext cx="126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A74BC1-839A-0297-9B6E-27629F00C29F}"/>
                    </a:ext>
                  </a:extLst>
                </p14:cNvPr>
                <p14:cNvContentPartPr/>
                <p14:nvPr/>
              </p14:nvContentPartPr>
              <p14:xfrm>
                <a:off x="6308568" y="846936"/>
                <a:ext cx="159840" cy="72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A74BC1-839A-0297-9B6E-27629F00C2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99568" y="838296"/>
                  <a:ext cx="17748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1676A85-7CB7-B7DF-5A48-498C2CCD1BEA}"/>
                  </a:ext>
                </a:extLst>
              </p14:cNvPr>
              <p14:cNvContentPartPr/>
              <p14:nvPr/>
            </p14:nvContentPartPr>
            <p14:xfrm>
              <a:off x="2195095" y="3299688"/>
              <a:ext cx="707040" cy="1672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1676A85-7CB7-B7DF-5A48-498C2CCD1B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86100" y="3290688"/>
                <a:ext cx="724671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27F9AC-B54E-04A5-5CB3-1521BFCE01A0}"/>
                  </a:ext>
                </a:extLst>
              </p14:cNvPr>
              <p14:cNvContentPartPr/>
              <p14:nvPr/>
            </p14:nvContentPartPr>
            <p14:xfrm>
              <a:off x="3022015" y="3211128"/>
              <a:ext cx="665640" cy="1783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27F9AC-B54E-04A5-5CB3-1521BFCE01A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13020" y="3202128"/>
                <a:ext cx="68327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52FC8E0-EB38-6373-F3F9-9AE1A0239463}"/>
                  </a:ext>
                </a:extLst>
              </p14:cNvPr>
              <p14:cNvContentPartPr/>
              <p14:nvPr/>
            </p14:nvContentPartPr>
            <p14:xfrm>
              <a:off x="2479135" y="2950128"/>
              <a:ext cx="811080" cy="954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52FC8E0-EB38-6373-F3F9-9AE1A023946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70135" y="2941128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7E3F19-4B70-D7A4-4689-C65BCCE66886}"/>
                  </a:ext>
                </a:extLst>
              </p14:cNvPr>
              <p14:cNvContentPartPr/>
              <p14:nvPr/>
            </p14:nvContentPartPr>
            <p14:xfrm>
              <a:off x="3181135" y="3798648"/>
              <a:ext cx="254520" cy="19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7E3F19-4B70-D7A4-4689-C65BCCE6688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72135" y="3789648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0276568-1166-669E-7F78-6B56311E2F37}"/>
                  </a:ext>
                </a:extLst>
              </p14:cNvPr>
              <p14:cNvContentPartPr/>
              <p14:nvPr/>
            </p14:nvContentPartPr>
            <p14:xfrm>
              <a:off x="2257375" y="3568968"/>
              <a:ext cx="1368000" cy="47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0276568-1166-669E-7F78-6B56311E2F3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48375" y="3559968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BEA3BBC-8977-9762-3B1E-0DAA950B5AE2}"/>
                  </a:ext>
                </a:extLst>
              </p14:cNvPr>
              <p14:cNvContentPartPr/>
              <p14:nvPr/>
            </p14:nvContentPartPr>
            <p14:xfrm>
              <a:off x="2093575" y="3315888"/>
              <a:ext cx="702360" cy="1603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BEA3BBC-8977-9762-3B1E-0DAA950B5AE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84570" y="3306888"/>
                <a:ext cx="720009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50ED532-7C49-99D1-13DD-FBD6C545ABCD}"/>
                  </a:ext>
                </a:extLst>
              </p14:cNvPr>
              <p14:cNvContentPartPr/>
              <p14:nvPr/>
            </p14:nvContentPartPr>
            <p14:xfrm>
              <a:off x="3105895" y="3234168"/>
              <a:ext cx="701640" cy="1689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50ED532-7C49-99D1-13DD-FBD6C545ABC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96900" y="3225168"/>
                <a:ext cx="719271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1C526-B9D5-8567-DF5B-A9036881A948}"/>
              </a:ext>
            </a:extLst>
          </p:cNvPr>
          <p:cNvGrpSpPr/>
          <p:nvPr/>
        </p:nvGrpSpPr>
        <p:grpSpPr>
          <a:xfrm>
            <a:off x="2786215" y="4958928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3F2CCF-2E99-42A8-205C-44C70C939236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3F2CCF-2E99-42A8-205C-44C70C9392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ACD4C2-9C2A-5EEC-1FA4-E15D8D110D4A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ACD4C2-9C2A-5EEC-1FA4-E15D8D110D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404DA-9382-188C-1FDD-1FB02F6ABC31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404DA-9382-188C-1FDD-1FB02F6ABC3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CDEB86-0DDD-4C65-DCAF-6E4C6042F163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CDEB86-0DDD-4C65-DCAF-6E4C6042F1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5AE6F07-03D2-B19E-57BD-87AE323098DE}"/>
                  </a:ext>
                </a:extLst>
              </p14:cNvPr>
              <p14:cNvContentPartPr/>
              <p14:nvPr/>
            </p14:nvContentPartPr>
            <p14:xfrm>
              <a:off x="-311112" y="429696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5AE6F07-03D2-B19E-57BD-87AE323098D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320112" y="4206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0DD3A80-6C57-329E-6208-E37A95A068A7}"/>
                  </a:ext>
                </a:extLst>
              </p14:cNvPr>
              <p14:cNvContentPartPr/>
              <p14:nvPr/>
            </p14:nvContentPartPr>
            <p14:xfrm>
              <a:off x="2100415" y="3309408"/>
              <a:ext cx="727560" cy="1551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0DD3A80-6C57-329E-6208-E37A95A068A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91415" y="3300410"/>
                <a:ext cx="745200" cy="1568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5C3AF63-DBAC-A59C-AFBF-BCB0A5714E8F}"/>
                  </a:ext>
                </a:extLst>
              </p14:cNvPr>
              <p14:cNvContentPartPr/>
              <p14:nvPr/>
            </p14:nvContentPartPr>
            <p14:xfrm>
              <a:off x="3112015" y="3244248"/>
              <a:ext cx="661680" cy="1649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5C3AF63-DBAC-A59C-AFBF-BCB0A5714E8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03010" y="3235248"/>
                <a:ext cx="67933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E65310E-A80C-3224-51E9-4427F73EA6EF}"/>
              </a:ext>
            </a:extLst>
          </p:cNvPr>
          <p:cNvGrpSpPr/>
          <p:nvPr/>
        </p:nvGrpSpPr>
        <p:grpSpPr>
          <a:xfrm>
            <a:off x="2377615" y="3816288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8DCF87-5DB0-5EB6-78DF-5709D9CF476A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8DCF87-5DB0-5EB6-78DF-5709D9CF47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D65420-4310-EEF3-BD0E-47356CA4D416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D65420-4310-EEF3-BD0E-47356CA4D41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8542F87-4383-8E08-9DC6-A0ACA8ACAE4E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8542F87-4383-8E08-9DC6-A0ACA8ACAE4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615938-B186-DCE1-9DDC-24E100CAA4E7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615938-B186-DCE1-9DDC-24E100CAA4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24B9D1-FF67-C6D4-40FF-AB51309A885C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24B9D1-FF67-C6D4-40FF-AB51309A88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F9DAD8-062F-1B85-E2BC-4F4376958959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F9DAD8-062F-1B85-E2BC-4F43769589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E13734-16FF-2F89-798E-A207C7005B17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E13734-16FF-2F89-798E-A207C7005B1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0D2825-D3EB-7737-C208-3C9E9D15AACE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0D2825-D3EB-7737-C208-3C9E9D15AAC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99075AF-D94A-ED18-8E04-141EB0FA0D23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99075AF-D94A-ED18-8E04-141EB0FA0D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EAC89F-3FFC-0F5C-0723-E7E69352477E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EAC89F-3FFC-0F5C-0723-E7E6935247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0606712-F65F-CB3B-CCBA-5411274CA9DB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0606712-F65F-CB3B-CCBA-5411274CA9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03F709-8FB8-F476-83FB-D134D8FCC4D5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03F709-8FB8-F476-83FB-D134D8FCC4D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835CCA-6265-6353-1EB8-666F2EC471D2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835CCA-6265-6353-1EB8-666F2EC471D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5F81171-FED8-4248-0A99-D7A744AAB3CC}"/>
                  </a:ext>
                </a:extLst>
              </p14:cNvPr>
              <p14:cNvContentPartPr/>
              <p14:nvPr/>
            </p14:nvContentPartPr>
            <p14:xfrm>
              <a:off x="2511535" y="4070808"/>
              <a:ext cx="1872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5F81171-FED8-4248-0A99-D7A744AAB3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02705" y="4061808"/>
                <a:ext cx="36027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0D0A82C-306E-78A5-71FD-AD5A56724D59}"/>
                  </a:ext>
                </a:extLst>
              </p14:cNvPr>
              <p14:cNvContentPartPr/>
              <p14:nvPr/>
            </p14:nvContentPartPr>
            <p14:xfrm>
              <a:off x="2894935" y="3981528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0D0A82C-306E-78A5-71FD-AD5A56724D5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85935" y="39725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E40AFF8-52D4-730F-9B35-07221D55E04E}"/>
                  </a:ext>
                </a:extLst>
              </p14:cNvPr>
              <p14:cNvContentPartPr/>
              <p14:nvPr/>
            </p14:nvContentPartPr>
            <p14:xfrm>
              <a:off x="2904295" y="4361688"/>
              <a:ext cx="612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E40AFF8-52D4-730F-9B35-07221D55E04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95295" y="4352688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F6C6494-E8C2-F587-C2B0-A6D5D9C0135A}"/>
                  </a:ext>
                </a:extLst>
              </p14:cNvPr>
              <p14:cNvContentPartPr/>
              <p14:nvPr/>
            </p14:nvContentPartPr>
            <p14:xfrm>
              <a:off x="2599375" y="4427928"/>
              <a:ext cx="7200" cy="1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F6C6494-E8C2-F587-C2B0-A6D5D9C0135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90375" y="4418928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5EF55C7-692B-2976-3E86-EEAB458A7A91}"/>
                  </a:ext>
                </a:extLst>
              </p14:cNvPr>
              <p14:cNvContentPartPr/>
              <p14:nvPr/>
            </p14:nvContentPartPr>
            <p14:xfrm>
              <a:off x="3126055" y="4650408"/>
              <a:ext cx="5040" cy="21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5EF55C7-692B-2976-3E86-EEAB458A7A9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17055" y="4641408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FBD0D83-FBA1-0A13-C178-4ADDD5CBA91A}"/>
              </a:ext>
            </a:extLst>
          </p:cNvPr>
          <p:cNvGrpSpPr/>
          <p:nvPr/>
        </p:nvGrpSpPr>
        <p:grpSpPr>
          <a:xfrm>
            <a:off x="3252775" y="4044528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9734C5-15FA-6A02-D1E5-8A28A1A1D0C4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9734C5-15FA-6A02-D1E5-8A28A1A1D0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7C83F6-BF48-F7E8-2334-9717842763B2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7C83F6-BF48-F7E8-2334-9717842763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1065D1A-7D39-1F3C-9BAA-65D58AF2260F}"/>
                  </a:ext>
                </a:extLst>
              </p14:cNvPr>
              <p14:cNvContentPartPr/>
              <p14:nvPr/>
            </p14:nvContentPartPr>
            <p14:xfrm>
              <a:off x="3537175" y="3736008"/>
              <a:ext cx="7200" cy="10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1065D1A-7D39-1F3C-9BAA-65D58AF2260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28175" y="3727008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7490739-EA3C-3592-6033-1CF26E0A886E}"/>
                  </a:ext>
                </a:extLst>
              </p14:cNvPr>
              <p14:cNvContentPartPr/>
              <p14:nvPr/>
            </p14:nvContentPartPr>
            <p14:xfrm>
              <a:off x="3218215" y="3070368"/>
              <a:ext cx="104760" cy="348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7490739-EA3C-3592-6033-1CF26E0A886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09215" y="3061377"/>
                <a:ext cx="122400" cy="366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9679EA0-4458-6DCF-76B3-BF99C3DFA49F}"/>
                  </a:ext>
                </a:extLst>
              </p14:cNvPr>
              <p14:cNvContentPartPr/>
              <p14:nvPr/>
            </p14:nvContentPartPr>
            <p14:xfrm>
              <a:off x="2345215" y="3116448"/>
              <a:ext cx="95400" cy="2628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9679EA0-4458-6DCF-76B3-BF99C3DFA49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36215" y="3107436"/>
                <a:ext cx="113040" cy="280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8ACA00E-AAAC-9820-0DF7-0DE515B0D579}"/>
                  </a:ext>
                </a:extLst>
              </p14:cNvPr>
              <p14:cNvContentPartPr/>
              <p14:nvPr/>
            </p14:nvContentPartPr>
            <p14:xfrm>
              <a:off x="2854615" y="2842128"/>
              <a:ext cx="42840" cy="303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8ACA00E-AAAC-9820-0DF7-0DE515B0D57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45690" y="2833117"/>
                <a:ext cx="60333" cy="321141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79C9A376-DBC3-7288-617E-7ED160319CA7}"/>
              </a:ext>
            </a:extLst>
          </p:cNvPr>
          <p:cNvSpPr txBox="1"/>
          <p:nvPr/>
        </p:nvSpPr>
        <p:spPr>
          <a:xfrm>
            <a:off x="1467581" y="384324"/>
            <a:ext cx="42121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An open </a:t>
            </a:r>
            <a:r>
              <a:rPr lang="da-DK" dirty="0" err="1"/>
              <a:t>fermentor</a:t>
            </a:r>
            <a:r>
              <a:rPr lang="da-DK" dirty="0"/>
              <a:t>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operates</a:t>
            </a:r>
            <a:r>
              <a:rPr lang="da-DK" dirty="0"/>
              <a:t> in batch mode and </a:t>
            </a:r>
            <a:r>
              <a:rPr lang="da-DK" dirty="0" err="1"/>
              <a:t>contains</a:t>
            </a:r>
            <a:r>
              <a:rPr lang="da-DK" dirty="0"/>
              <a:t> a solution of </a:t>
            </a:r>
            <a:r>
              <a:rPr lang="da-DK" dirty="0" err="1"/>
              <a:t>water</a:t>
            </a:r>
            <a:r>
              <a:rPr lang="da-DK" dirty="0"/>
              <a:t> with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reactants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react</a:t>
            </a:r>
            <a:r>
              <a:rPr lang="da-DK" dirty="0"/>
              <a:t> to </a:t>
            </a:r>
            <a:r>
              <a:rPr lang="da-DK" dirty="0" err="1"/>
              <a:t>produce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product. The </a:t>
            </a:r>
            <a:r>
              <a:rPr lang="da-DK" dirty="0" err="1"/>
              <a:t>reactor</a:t>
            </a:r>
            <a:r>
              <a:rPr lang="da-DK" dirty="0"/>
              <a:t> is </a:t>
            </a:r>
            <a:r>
              <a:rPr lang="da-DK" dirty="0" err="1"/>
              <a:t>cooled</a:t>
            </a:r>
            <a:r>
              <a:rPr lang="da-DK" dirty="0"/>
              <a:t> on the </a:t>
            </a:r>
            <a:r>
              <a:rPr lang="da-DK" dirty="0" err="1"/>
              <a:t>outside</a:t>
            </a:r>
            <a:r>
              <a:rPr lang="da-DK" dirty="0"/>
              <a:t> and mixed with a stirrer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F4E8C6C-1C50-D1E9-0406-D85F0F47DA9C}"/>
              </a:ext>
            </a:extLst>
          </p:cNvPr>
          <p:cNvGrpSpPr/>
          <p:nvPr/>
        </p:nvGrpSpPr>
        <p:grpSpPr>
          <a:xfrm>
            <a:off x="4583335" y="3216600"/>
            <a:ext cx="2192760" cy="424800"/>
            <a:chOff x="4968648" y="2478888"/>
            <a:chExt cx="219276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AFED857-3475-F04F-72FB-31D34B05978C}"/>
                    </a:ext>
                  </a:extLst>
                </p14:cNvPr>
                <p14:cNvContentPartPr/>
                <p14:nvPr/>
              </p14:nvContentPartPr>
              <p14:xfrm>
                <a:off x="4968648" y="2653128"/>
                <a:ext cx="291240" cy="190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AFED857-3475-F04F-72FB-31D34B05978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60008" y="2644488"/>
                  <a:ext cx="30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2EB6657-C9E2-24B0-AC47-53CF823D062F}"/>
                    </a:ext>
                  </a:extLst>
                </p14:cNvPr>
                <p14:cNvContentPartPr/>
                <p14:nvPr/>
              </p14:nvContentPartPr>
              <p14:xfrm>
                <a:off x="5333688" y="2700648"/>
                <a:ext cx="159840" cy="118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2EB6657-C9E2-24B0-AC47-53CF823D06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24688" y="2692008"/>
                  <a:ext cx="177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F85F670-C0EF-2F5D-CB39-EF3A55FC7C55}"/>
                    </a:ext>
                  </a:extLst>
                </p14:cNvPr>
                <p14:cNvContentPartPr/>
                <p14:nvPr/>
              </p14:nvContentPartPr>
              <p14:xfrm>
                <a:off x="5610888" y="2574648"/>
                <a:ext cx="608040" cy="223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F85F670-C0EF-2F5D-CB39-EF3A55FC7C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01888" y="2566008"/>
                  <a:ext cx="625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BEE0CA-A9C0-E34E-9D0F-2DAF748439F9}"/>
                    </a:ext>
                  </a:extLst>
                </p14:cNvPr>
                <p14:cNvContentPartPr/>
                <p14:nvPr/>
              </p14:nvContentPartPr>
              <p14:xfrm>
                <a:off x="6446088" y="2656368"/>
                <a:ext cx="17280" cy="104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BEE0CA-A9C0-E34E-9D0F-2DAF748439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37448" y="2647728"/>
                  <a:ext cx="34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FCC148-01FD-BD37-8905-7A61B5B7EF1F}"/>
                    </a:ext>
                  </a:extLst>
                </p14:cNvPr>
                <p14:cNvContentPartPr/>
                <p14:nvPr/>
              </p14:nvContentPartPr>
              <p14:xfrm>
                <a:off x="6470208" y="2544048"/>
                <a:ext cx="14040" cy="16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FCC148-01FD-BD37-8905-7A61B5B7EF1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61208" y="2535048"/>
                  <a:ext cx="31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8B3AB0-0CA8-3C03-C6EE-02656FAF388F}"/>
                    </a:ext>
                  </a:extLst>
                </p14:cNvPr>
                <p14:cNvContentPartPr/>
                <p14:nvPr/>
              </p14:nvContentPartPr>
              <p14:xfrm>
                <a:off x="6568128" y="2527488"/>
                <a:ext cx="38520" cy="264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8B3AB0-0CA8-3C03-C6EE-02656FAF388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59488" y="2518848"/>
                  <a:ext cx="56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0A2E61-DEB5-C657-1198-6D18DE7D296D}"/>
                    </a:ext>
                  </a:extLst>
                </p14:cNvPr>
                <p14:cNvContentPartPr/>
                <p14:nvPr/>
              </p14:nvContentPartPr>
              <p14:xfrm>
                <a:off x="6518088" y="2667528"/>
                <a:ext cx="167040" cy="29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0A2E61-DEB5-C657-1198-6D18DE7D29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09448" y="2658528"/>
                  <a:ext cx="184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A5C7C5C-1743-0BED-7CFC-9764698AF368}"/>
                    </a:ext>
                  </a:extLst>
                </p14:cNvPr>
                <p14:cNvContentPartPr/>
                <p14:nvPr/>
              </p14:nvContentPartPr>
              <p14:xfrm>
                <a:off x="6799608" y="2497608"/>
                <a:ext cx="19800" cy="25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A5C7C5C-1743-0BED-7CFC-9764698AF36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90968" y="2488968"/>
                  <a:ext cx="37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3C3AE12-F49C-7860-2DF6-93D756E60910}"/>
                    </a:ext>
                  </a:extLst>
                </p14:cNvPr>
                <p14:cNvContentPartPr/>
                <p14:nvPr/>
              </p14:nvContentPartPr>
              <p14:xfrm>
                <a:off x="6779808" y="2903328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3C3AE12-F49C-7860-2DF6-93D756E609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70808" y="28943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A86552A-32F2-54FE-7971-5E6993E8918A}"/>
                    </a:ext>
                  </a:extLst>
                </p14:cNvPr>
                <p14:cNvContentPartPr/>
                <p14:nvPr/>
              </p14:nvContentPartPr>
              <p14:xfrm>
                <a:off x="6936408" y="2478888"/>
                <a:ext cx="3600" cy="27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A86552A-32F2-54FE-7971-5E6993E891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27768" y="2470248"/>
                  <a:ext cx="21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1C702F2-DDDC-088F-0250-40B6ACF46D2A}"/>
                    </a:ext>
                  </a:extLst>
                </p14:cNvPr>
                <p14:cNvContentPartPr/>
                <p14:nvPr/>
              </p14:nvContentPartPr>
              <p14:xfrm>
                <a:off x="6932088" y="2873448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1C702F2-DDDC-088F-0250-40B6ACF46D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23448" y="28648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9B8D57-A91A-0EAC-1842-B18A20E17045}"/>
                    </a:ext>
                  </a:extLst>
                </p14:cNvPr>
                <p14:cNvContentPartPr/>
                <p14:nvPr/>
              </p14:nvContentPartPr>
              <p14:xfrm>
                <a:off x="7080048" y="2479968"/>
                <a:ext cx="44280" cy="294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9B8D57-A91A-0EAC-1842-B18A20E1704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71048" y="2471328"/>
                  <a:ext cx="619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AA70A3-8E40-DD1E-5252-99054F02B3C3}"/>
                    </a:ext>
                  </a:extLst>
                </p14:cNvPr>
                <p14:cNvContentPartPr/>
                <p14:nvPr/>
              </p14:nvContentPartPr>
              <p14:xfrm>
                <a:off x="7144848" y="2875608"/>
                <a:ext cx="1656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AA70A3-8E40-DD1E-5252-99054F02B3C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35848" y="2866968"/>
                  <a:ext cx="34200" cy="3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8453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947FCB-2517-4D0D-9EFA-B12CC7A52AB3}"/>
                  </a:ext>
                </a:extLst>
              </p14:cNvPr>
              <p14:cNvContentPartPr/>
              <p14:nvPr/>
            </p14:nvContentPartPr>
            <p14:xfrm>
              <a:off x="952776" y="888624"/>
              <a:ext cx="707040" cy="1672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947FCB-2517-4D0D-9EFA-B12CC7A52A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776" y="879984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F4AD40-213F-18DA-222D-2A075F5FE76F}"/>
                  </a:ext>
                </a:extLst>
              </p14:cNvPr>
              <p14:cNvContentPartPr/>
              <p14:nvPr/>
            </p14:nvContentPartPr>
            <p14:xfrm>
              <a:off x="1779696" y="800064"/>
              <a:ext cx="665640" cy="1783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F4AD40-213F-18DA-222D-2A075F5FE7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0696" y="791064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B3697F-B581-809E-C891-0BBCEDB02247}"/>
                  </a:ext>
                </a:extLst>
              </p14:cNvPr>
              <p14:cNvContentPartPr/>
              <p14:nvPr/>
            </p14:nvContentPartPr>
            <p14:xfrm>
              <a:off x="1236816" y="539064"/>
              <a:ext cx="811080" cy="95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B3697F-B581-809E-C891-0BBCEDB022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7816" y="530064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1CBCEA6-C11B-2F8C-BA96-BF82091EE213}"/>
                  </a:ext>
                </a:extLst>
              </p14:cNvPr>
              <p14:cNvContentPartPr/>
              <p14:nvPr/>
            </p14:nvContentPartPr>
            <p14:xfrm>
              <a:off x="1938816" y="1387584"/>
              <a:ext cx="254520" cy="191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1CBCEA6-C11B-2F8C-BA96-BF82091EE2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30176" y="1378944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D7F03E-F25D-18EB-330D-1B443F579728}"/>
                  </a:ext>
                </a:extLst>
              </p14:cNvPr>
              <p14:cNvContentPartPr/>
              <p14:nvPr/>
            </p14:nvContentPartPr>
            <p14:xfrm>
              <a:off x="1015056" y="1157904"/>
              <a:ext cx="1368000" cy="47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D7F03E-F25D-18EB-330D-1B443F5797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6056" y="1149264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3C997C-83C2-B92A-46A9-5084DDCE847D}"/>
                  </a:ext>
                </a:extLst>
              </p14:cNvPr>
              <p14:cNvContentPartPr/>
              <p14:nvPr/>
            </p14:nvContentPartPr>
            <p14:xfrm>
              <a:off x="851256" y="904824"/>
              <a:ext cx="702360" cy="1603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3C997C-83C2-B92A-46A9-5084DDCE84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2616" y="896184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12E8E0-77D6-6321-F21A-580AF122FFBF}"/>
                  </a:ext>
                </a:extLst>
              </p14:cNvPr>
              <p14:cNvContentPartPr/>
              <p14:nvPr/>
            </p14:nvContentPartPr>
            <p14:xfrm>
              <a:off x="1863576" y="823104"/>
              <a:ext cx="701640" cy="1689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12E8E0-77D6-6321-F21A-580AF122FFB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4576" y="814464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73E49-9581-F03F-A369-AC5A6232E740}"/>
              </a:ext>
            </a:extLst>
          </p:cNvPr>
          <p:cNvGrpSpPr/>
          <p:nvPr/>
        </p:nvGrpSpPr>
        <p:grpSpPr>
          <a:xfrm>
            <a:off x="1543896" y="2547864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783C05-6253-D544-1331-F8958CDE1B03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783C05-6253-D544-1331-F8958CDE1B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E7777B0-B946-D618-7E68-BB802CE7E7FB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E7777B0-B946-D618-7E68-BB802CE7E7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141842-F4C8-97F3-64E0-D44DEA261367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141842-F4C8-97F3-64E0-D44DEA2613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F77EC7-CB96-9D41-086B-3F2779AF5E17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F77EC7-CB96-9D41-086B-3F2779AF5E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F7999D3-C81C-3E00-5550-CFF2371DE685}"/>
                  </a:ext>
                </a:extLst>
              </p14:cNvPr>
              <p14:cNvContentPartPr/>
              <p14:nvPr/>
            </p14:nvContentPartPr>
            <p14:xfrm>
              <a:off x="858096" y="898344"/>
              <a:ext cx="727560" cy="1551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F7999D3-C81C-3E00-5550-CFF2371DE68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9096" y="889344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254191-FE12-BC1A-FDE9-895BA91570D0}"/>
                  </a:ext>
                </a:extLst>
              </p14:cNvPr>
              <p14:cNvContentPartPr/>
              <p14:nvPr/>
            </p14:nvContentPartPr>
            <p14:xfrm>
              <a:off x="1869696" y="833184"/>
              <a:ext cx="661680" cy="1649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254191-FE12-BC1A-FDE9-895BA91570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61056" y="824544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2F24C8D-D3B0-90B9-B3EE-4ADA5EEF4EF2}"/>
              </a:ext>
            </a:extLst>
          </p:cNvPr>
          <p:cNvGrpSpPr/>
          <p:nvPr/>
        </p:nvGrpSpPr>
        <p:grpSpPr>
          <a:xfrm>
            <a:off x="1135296" y="1405224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4149FB-8288-4D9E-DFEE-DCFB5F531D17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4149FB-8288-4D9E-DFEE-DCFB5F531D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267321D-E66A-9B46-FAF5-4346E551C374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267321D-E66A-9B46-FAF5-4346E551C3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699F3B-C3AA-7091-0619-A1920D49A91B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699F3B-C3AA-7091-0619-A1920D49A9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F5A70B0-18DC-36BE-4068-B3168327BEF3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F5A70B0-18DC-36BE-4068-B3168327BE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70C3A2-7825-63D0-5D07-E65F38483C15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70C3A2-7825-63D0-5D07-E65F38483C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7F5787-71E8-F047-9F23-0ADAE2170FE6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7F5787-71E8-F047-9F23-0ADAE2170FE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2431ADA-420C-7FBD-DC50-391F601A81A2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2431ADA-420C-7FBD-DC50-391F601A81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29D603-140F-94B6-C0E9-1CEFEB9E91FC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29D603-140F-94B6-C0E9-1CEFEB9E91F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0A1FB7-1380-B140-3541-1C2B0094EB43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0A1FB7-1380-B140-3541-1C2B0094EB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A66A24D-DA26-EE4C-789F-DFD57FBEC658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A66A24D-DA26-EE4C-789F-DFD57FBEC65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33BFCB-884D-C81E-4669-AC1BD4382091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33BFCB-884D-C81E-4669-AC1BD43820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9655F3-7040-621B-ED8E-D6E422F4F676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9655F3-7040-621B-ED8E-D6E422F4F6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31C294-E8E5-1165-167E-730A61275327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31C294-E8E5-1165-167E-730A612753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DA8455-6F43-2333-BF0A-0B9A3EB4C5CC}"/>
                  </a:ext>
                </a:extLst>
              </p14:cNvPr>
              <p14:cNvContentPartPr/>
              <p14:nvPr/>
            </p14:nvContentPartPr>
            <p14:xfrm>
              <a:off x="1269216" y="1659744"/>
              <a:ext cx="1872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6DA8455-6F43-2333-BF0A-0B9A3EB4C5C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260216" y="1651104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42EFAC6-BCEA-00A5-4689-4F105ACD3FFE}"/>
                  </a:ext>
                </a:extLst>
              </p14:cNvPr>
              <p14:cNvContentPartPr/>
              <p14:nvPr/>
            </p14:nvContentPartPr>
            <p14:xfrm>
              <a:off x="1652616" y="1570464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42EFAC6-BCEA-00A5-4689-4F105ACD3FF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643616" y="15618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0377E4B-6524-9AEE-853D-F07862E316A7}"/>
                  </a:ext>
                </a:extLst>
              </p14:cNvPr>
              <p14:cNvContentPartPr/>
              <p14:nvPr/>
            </p14:nvContentPartPr>
            <p14:xfrm>
              <a:off x="1661976" y="1950624"/>
              <a:ext cx="612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0377E4B-6524-9AEE-853D-F07862E316A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652976" y="1941984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D8F7EBD-27FC-82D1-C485-93C2BE8062D8}"/>
                  </a:ext>
                </a:extLst>
              </p14:cNvPr>
              <p14:cNvContentPartPr/>
              <p14:nvPr/>
            </p14:nvContentPartPr>
            <p14:xfrm>
              <a:off x="1357056" y="2016864"/>
              <a:ext cx="7200" cy="1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D8F7EBD-27FC-82D1-C485-93C2BE8062D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348056" y="2007864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D31A2BB-6000-82EB-53A5-8F1CF8E2E554}"/>
                  </a:ext>
                </a:extLst>
              </p14:cNvPr>
              <p14:cNvContentPartPr/>
              <p14:nvPr/>
            </p14:nvContentPartPr>
            <p14:xfrm>
              <a:off x="1883736" y="2239344"/>
              <a:ext cx="5040" cy="21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D31A2BB-6000-82EB-53A5-8F1CF8E2E55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874736" y="2230704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15D79B5-D713-B251-6E4A-B897F1864923}"/>
              </a:ext>
            </a:extLst>
          </p:cNvPr>
          <p:cNvGrpSpPr/>
          <p:nvPr/>
        </p:nvGrpSpPr>
        <p:grpSpPr>
          <a:xfrm>
            <a:off x="2010456" y="1633464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F16831-0951-0D12-DDF4-7C89E9B7D3E3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F16831-0951-0D12-DDF4-7C89E9B7D3E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22FAA9-2789-64CC-0AA7-26DD1E715483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22FAA9-2789-64CC-0AA7-26DD1E71548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D414066-5573-6A2C-1CDE-75EBE5B4B82C}"/>
                  </a:ext>
                </a:extLst>
              </p14:cNvPr>
              <p14:cNvContentPartPr/>
              <p14:nvPr/>
            </p14:nvContentPartPr>
            <p14:xfrm>
              <a:off x="2294856" y="1324944"/>
              <a:ext cx="7200" cy="104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D414066-5573-6A2C-1CDE-75EBE5B4B82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85856" y="1315944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FA3A249-C2FB-E94F-A26D-BA0499D3EF2D}"/>
                  </a:ext>
                </a:extLst>
              </p14:cNvPr>
              <p14:cNvContentPartPr/>
              <p14:nvPr/>
            </p14:nvContentPartPr>
            <p14:xfrm>
              <a:off x="1975896" y="659304"/>
              <a:ext cx="104760" cy="348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FA3A249-C2FB-E94F-A26D-BA0499D3EF2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967256" y="650304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321E886-1916-3441-EE18-9C311D526695}"/>
                  </a:ext>
                </a:extLst>
              </p14:cNvPr>
              <p14:cNvContentPartPr/>
              <p14:nvPr/>
            </p14:nvContentPartPr>
            <p14:xfrm>
              <a:off x="1102896" y="705384"/>
              <a:ext cx="95400" cy="262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321E886-1916-3441-EE18-9C311D52669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93896" y="696744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456F9D0-7C4D-E30E-6D5A-DAD092A6F85E}"/>
                  </a:ext>
                </a:extLst>
              </p14:cNvPr>
              <p14:cNvContentPartPr/>
              <p14:nvPr/>
            </p14:nvContentPartPr>
            <p14:xfrm>
              <a:off x="1612296" y="431064"/>
              <a:ext cx="42840" cy="303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456F9D0-7C4D-E30E-6D5A-DAD092A6F85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603296" y="422424"/>
                <a:ext cx="6048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C40D0AF-1033-6A96-3023-992AE2CA9853}"/>
              </a:ext>
            </a:extLst>
          </p:cNvPr>
          <p:cNvSpPr txBox="1"/>
          <p:nvPr/>
        </p:nvSpPr>
        <p:spPr>
          <a:xfrm>
            <a:off x="4802316" y="734544"/>
            <a:ext cx="69355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a-DK" dirty="0"/>
              <a:t>How </a:t>
            </a:r>
            <a:r>
              <a:rPr lang="da-DK" dirty="0" err="1"/>
              <a:t>much</a:t>
            </a:r>
            <a:r>
              <a:rPr lang="da-DK" dirty="0"/>
              <a:t> heat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removed from the system to </a:t>
            </a:r>
            <a:r>
              <a:rPr lang="da-DK" dirty="0" err="1"/>
              <a:t>maintain</a:t>
            </a:r>
            <a:r>
              <a:rPr lang="da-DK" dirty="0"/>
              <a:t> a </a:t>
            </a:r>
            <a:r>
              <a:rPr lang="da-DK" dirty="0" err="1"/>
              <a:t>temperature</a:t>
            </a:r>
            <a:r>
              <a:rPr lang="da-DK" dirty="0"/>
              <a:t> of 20 </a:t>
            </a:r>
            <a:r>
              <a:rPr lang="da-DK" dirty="0">
                <a:cs typeface="Times New Roman" panose="02020603050405020304" pitchFamily="18" charset="0"/>
              </a:rPr>
              <a:t>℃?</a:t>
            </a:r>
          </a:p>
          <a:p>
            <a:pPr marL="342900" indent="-342900">
              <a:buAutoNum type="arabicPeriod"/>
            </a:pPr>
            <a:r>
              <a:rPr lang="da-DK" dirty="0">
                <a:cs typeface="Times New Roman" panose="02020603050405020304" pitchFamily="18" charset="0"/>
              </a:rPr>
              <a:t>How long time </a:t>
            </a:r>
            <a:r>
              <a:rPr lang="da-DK" dirty="0" err="1">
                <a:cs typeface="Times New Roman" panose="02020603050405020304" pitchFamily="18" charset="0"/>
              </a:rPr>
              <a:t>does</a:t>
            </a:r>
            <a:r>
              <a:rPr lang="da-DK" dirty="0">
                <a:cs typeface="Times New Roman" panose="02020603050405020304" pitchFamily="18" charset="0"/>
              </a:rPr>
              <a:t> it </a:t>
            </a:r>
            <a:r>
              <a:rPr lang="da-DK" dirty="0" err="1">
                <a:cs typeface="Times New Roman" panose="02020603050405020304" pitchFamily="18" charset="0"/>
              </a:rPr>
              <a:t>take</a:t>
            </a:r>
            <a:r>
              <a:rPr lang="da-DK" dirty="0">
                <a:cs typeface="Times New Roman" panose="02020603050405020304" pitchFamily="18" charset="0"/>
              </a:rPr>
              <a:t> to </a:t>
            </a:r>
            <a:r>
              <a:rPr lang="da-DK" dirty="0" err="1">
                <a:cs typeface="Times New Roman" panose="02020603050405020304" pitchFamily="18" charset="0"/>
              </a:rPr>
              <a:t>convert</a:t>
            </a:r>
            <a:r>
              <a:rPr lang="da-DK" dirty="0">
                <a:cs typeface="Times New Roman" panose="02020603050405020304" pitchFamily="18" charset="0"/>
              </a:rPr>
              <a:t> 90% of </a:t>
            </a:r>
            <a:r>
              <a:rPr lang="da-DK" dirty="0" err="1">
                <a:cs typeface="Times New Roman" panose="02020603050405020304" pitchFamily="18" charset="0"/>
              </a:rPr>
              <a:t>reactant</a:t>
            </a:r>
            <a:r>
              <a:rPr lang="da-DK" dirty="0">
                <a:cs typeface="Times New Roman" panose="02020603050405020304" pitchFamily="18" charset="0"/>
              </a:rPr>
              <a:t> A?</a:t>
            </a:r>
          </a:p>
          <a:p>
            <a:pPr marL="342900" indent="-342900">
              <a:buAutoNum type="arabicPeriod"/>
            </a:pPr>
            <a:r>
              <a:rPr lang="da-DK" dirty="0">
                <a:cs typeface="Times New Roman" panose="02020603050405020304" pitchFamily="18" charset="0"/>
              </a:rPr>
              <a:t>Will the </a:t>
            </a:r>
            <a:r>
              <a:rPr lang="da-DK" dirty="0" err="1">
                <a:cs typeface="Times New Roman" panose="02020603050405020304" pitchFamily="18" charset="0"/>
              </a:rPr>
              <a:t>reactor</a:t>
            </a:r>
            <a:r>
              <a:rPr lang="da-DK" dirty="0">
                <a:cs typeface="Times New Roman" panose="02020603050405020304" pitchFamily="18" charset="0"/>
              </a:rPr>
              <a:t> dry out due to </a:t>
            </a:r>
            <a:r>
              <a:rPr lang="da-DK" dirty="0" err="1">
                <a:cs typeface="Times New Roman" panose="02020603050405020304" pitchFamily="18" charset="0"/>
              </a:rPr>
              <a:t>water</a:t>
            </a:r>
            <a:r>
              <a:rPr lang="da-DK" dirty="0">
                <a:cs typeface="Times New Roman" panose="02020603050405020304" pitchFamily="18" charset="0"/>
              </a:rPr>
              <a:t> evaporation?</a:t>
            </a:r>
          </a:p>
          <a:p>
            <a:pPr marL="342900" indent="-342900">
              <a:buAutoNum type="arabicPeriod"/>
            </a:pPr>
            <a:r>
              <a:rPr lang="da-DK" dirty="0">
                <a:cs typeface="Times New Roman" panose="02020603050405020304" pitchFamily="18" charset="0"/>
              </a:rPr>
              <a:t>At </a:t>
            </a:r>
            <a:r>
              <a:rPr lang="da-DK" dirty="0" err="1">
                <a:cs typeface="Times New Roman" panose="02020603050405020304" pitchFamily="18" charset="0"/>
              </a:rPr>
              <a:t>what</a:t>
            </a:r>
            <a:r>
              <a:rPr lang="da-DK" dirty="0">
                <a:cs typeface="Times New Roman" panose="02020603050405020304" pitchFamily="18" charset="0"/>
              </a:rPr>
              <a:t> speed </a:t>
            </a:r>
            <a:r>
              <a:rPr lang="da-DK" dirty="0" err="1">
                <a:cs typeface="Times New Roman" panose="02020603050405020304" pitchFamily="18" charset="0"/>
              </a:rPr>
              <a:t>should</a:t>
            </a:r>
            <a:r>
              <a:rPr lang="da-DK" dirty="0">
                <a:cs typeface="Times New Roman" panose="02020603050405020304" pitchFamily="18" charset="0"/>
              </a:rPr>
              <a:t> the mixer spin to </a:t>
            </a:r>
            <a:r>
              <a:rPr lang="da-DK" dirty="0" err="1">
                <a:cs typeface="Times New Roman" panose="02020603050405020304" pitchFamily="18" charset="0"/>
              </a:rPr>
              <a:t>prevent</a:t>
            </a:r>
            <a:r>
              <a:rPr lang="da-DK" dirty="0">
                <a:cs typeface="Times New Roman" panose="02020603050405020304" pitchFamily="18" charset="0"/>
              </a:rPr>
              <a:t> </a:t>
            </a:r>
            <a:r>
              <a:rPr lang="da-DK" dirty="0" err="1">
                <a:cs typeface="Times New Roman" panose="02020603050405020304" pitchFamily="18" charset="0"/>
              </a:rPr>
              <a:t>particles</a:t>
            </a:r>
            <a:r>
              <a:rPr lang="da-DK" dirty="0">
                <a:cs typeface="Times New Roman" panose="02020603050405020304" pitchFamily="18" charset="0"/>
              </a:rPr>
              <a:t> from </a:t>
            </a:r>
            <a:r>
              <a:rPr lang="da-DK" dirty="0" err="1">
                <a:cs typeface="Times New Roman" panose="02020603050405020304" pitchFamily="18" charset="0"/>
              </a:rPr>
              <a:t>settling</a:t>
            </a:r>
            <a:r>
              <a:rPr lang="da-DK" dirty="0"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da-DK" dirty="0" err="1">
                <a:cs typeface="Times New Roman" panose="02020603050405020304" pitchFamily="18" charset="0"/>
              </a:rPr>
              <a:t>Etc</a:t>
            </a:r>
            <a:r>
              <a:rPr lang="da-DK" dirty="0">
                <a:cs typeface="Times New Roman" panose="02020603050405020304" pitchFamily="18" charset="0"/>
              </a:rPr>
              <a:t>…</a:t>
            </a:r>
          </a:p>
          <a:p>
            <a:pPr marL="342900" indent="-342900">
              <a:buAutoNum type="arabicPeriod"/>
            </a:pPr>
            <a:endParaRPr lang="da-D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BD09410-4C17-55FC-88C7-301E803D5BA2}"/>
                  </a:ext>
                </a:extLst>
              </p14:cNvPr>
              <p14:cNvContentPartPr/>
              <p14:nvPr/>
            </p14:nvContentPartPr>
            <p14:xfrm>
              <a:off x="2253168" y="1128456"/>
              <a:ext cx="2318400" cy="2493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BD09410-4C17-55FC-88C7-301E803D5BA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244528" y="1119456"/>
                <a:ext cx="2336040" cy="251136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2A30AC10-6036-BE44-E939-E4693E02C9CF}"/>
              </a:ext>
            </a:extLst>
          </p:cNvPr>
          <p:cNvSpPr txBox="1"/>
          <p:nvPr/>
        </p:nvSpPr>
        <p:spPr>
          <a:xfrm>
            <a:off x="292680" y="3687336"/>
            <a:ext cx="1056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Is the </a:t>
            </a:r>
            <a:r>
              <a:rPr lang="da-DK" dirty="0" err="1"/>
              <a:t>reaction</a:t>
            </a:r>
            <a:r>
              <a:rPr lang="da-DK" dirty="0"/>
              <a:t> </a:t>
            </a:r>
            <a:r>
              <a:rPr lang="da-DK" dirty="0" err="1"/>
              <a:t>exothermic</a:t>
            </a:r>
            <a:r>
              <a:rPr lang="da-DK" dirty="0"/>
              <a:t>?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propably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since</a:t>
            </a:r>
            <a:r>
              <a:rPr lang="da-DK" dirty="0">
                <a:sym typeface="Wingdings" panose="05000000000000000000" pitchFamily="2" charset="2"/>
              </a:rPr>
              <a:t> it is a fermentation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which</a:t>
            </a:r>
            <a:r>
              <a:rPr lang="da-DK" dirty="0">
                <a:sym typeface="Wingdings" panose="05000000000000000000" pitchFamily="2" charset="2"/>
              </a:rPr>
              <a:t> is </a:t>
            </a:r>
            <a:r>
              <a:rPr lang="da-DK" dirty="0" err="1">
                <a:sym typeface="Wingdings" panose="05000000000000000000" pitchFamily="2" charset="2"/>
              </a:rPr>
              <a:t>normally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exothermic</a:t>
            </a:r>
            <a:endParaRPr lang="da-DK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0FF995-FF59-4DD2-A9AB-7DA1B1C1AAAF}"/>
              </a:ext>
            </a:extLst>
          </p:cNvPr>
          <p:cNvSpPr txBox="1"/>
          <p:nvPr/>
        </p:nvSpPr>
        <p:spPr>
          <a:xfrm>
            <a:off x="292680" y="3954067"/>
            <a:ext cx="769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Is heat </a:t>
            </a:r>
            <a:r>
              <a:rPr lang="da-DK" dirty="0" err="1"/>
              <a:t>production</a:t>
            </a:r>
            <a:r>
              <a:rPr lang="da-DK" dirty="0"/>
              <a:t> </a:t>
            </a:r>
            <a:r>
              <a:rPr lang="da-DK" dirty="0" err="1"/>
              <a:t>constant</a:t>
            </a:r>
            <a:r>
              <a:rPr lang="da-DK" dirty="0"/>
              <a:t>? </a:t>
            </a:r>
            <a:r>
              <a:rPr lang="da-DK" dirty="0">
                <a:sym typeface="Wingdings" panose="05000000000000000000" pitchFamily="2" charset="2"/>
              </a:rPr>
              <a:t> No </a:t>
            </a:r>
            <a:r>
              <a:rPr lang="da-DK" dirty="0" err="1">
                <a:sym typeface="Wingdings" panose="05000000000000000000" pitchFamily="2" charset="2"/>
              </a:rPr>
              <a:t>because</a:t>
            </a:r>
            <a:r>
              <a:rPr lang="da-DK" dirty="0">
                <a:sym typeface="Wingdings" panose="05000000000000000000" pitchFamily="2" charset="2"/>
              </a:rPr>
              <a:t> it is a batch system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DEA8F6F-8A7A-65A1-DAB2-511F34D41907}"/>
              </a:ext>
            </a:extLst>
          </p:cNvPr>
          <p:cNvGrpSpPr/>
          <p:nvPr/>
        </p:nvGrpSpPr>
        <p:grpSpPr>
          <a:xfrm>
            <a:off x="2249928" y="3515976"/>
            <a:ext cx="242280" cy="156960"/>
            <a:chOff x="2249928" y="3515976"/>
            <a:chExt cx="24228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653F4E-1677-CAC1-E2AF-A3DAFB0F93C0}"/>
                    </a:ext>
                  </a:extLst>
                </p14:cNvPr>
                <p14:cNvContentPartPr/>
                <p14:nvPr/>
              </p14:nvContentPartPr>
              <p14:xfrm>
                <a:off x="2249928" y="3515976"/>
                <a:ext cx="9720" cy="136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653F4E-1677-CAC1-E2AF-A3DAFB0F93C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41288" y="3506976"/>
                  <a:ext cx="27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8CBF470-EC1C-9A25-9279-9A9BAE2064F3}"/>
                    </a:ext>
                  </a:extLst>
                </p14:cNvPr>
                <p14:cNvContentPartPr/>
                <p14:nvPr/>
              </p14:nvContentPartPr>
              <p14:xfrm>
                <a:off x="2268288" y="3647736"/>
                <a:ext cx="223920" cy="25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8CBF470-EC1C-9A25-9279-9A9BAE2064F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259648" y="3638736"/>
                  <a:ext cx="241560" cy="42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B4AC7FBD-0C7A-7BBA-DE65-7F2185D67D48}"/>
              </a:ext>
            </a:extLst>
          </p:cNvPr>
          <p:cNvSpPr txBox="1"/>
          <p:nvPr/>
        </p:nvSpPr>
        <p:spPr>
          <a:xfrm>
            <a:off x="281178" y="4214836"/>
            <a:ext cx="9877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>
                <a:sym typeface="Wingdings" panose="05000000000000000000" pitchFamily="2" charset="2"/>
              </a:rPr>
              <a:t>Does</a:t>
            </a:r>
            <a:r>
              <a:rPr lang="da-DK" dirty="0">
                <a:sym typeface="Wingdings" panose="05000000000000000000" pitchFamily="2" charset="2"/>
              </a:rPr>
              <a:t> the </a:t>
            </a:r>
            <a:r>
              <a:rPr lang="da-DK" dirty="0" err="1">
                <a:sym typeface="Wingdings" panose="05000000000000000000" pitchFamily="2" charset="2"/>
              </a:rPr>
              <a:t>question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make</a:t>
            </a:r>
            <a:r>
              <a:rPr lang="da-DK" dirty="0">
                <a:sym typeface="Wingdings" panose="05000000000000000000" pitchFamily="2" charset="2"/>
              </a:rPr>
              <a:t> sense </a:t>
            </a:r>
            <a:r>
              <a:rPr lang="da-DK" dirty="0" err="1">
                <a:sym typeface="Wingdings" panose="05000000000000000000" pitchFamily="2" charset="2"/>
              </a:rPr>
              <a:t>then</a:t>
            </a:r>
            <a:r>
              <a:rPr lang="da-DK" dirty="0">
                <a:sym typeface="Wingdings" panose="05000000000000000000" pitchFamily="2" charset="2"/>
              </a:rPr>
              <a:t>?  No. So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need</a:t>
            </a:r>
            <a:r>
              <a:rPr lang="da-DK" dirty="0">
                <a:sym typeface="Wingdings" panose="05000000000000000000" pitchFamily="2" charset="2"/>
              </a:rPr>
              <a:t> more </a:t>
            </a:r>
            <a:r>
              <a:rPr lang="da-DK" dirty="0" err="1">
                <a:sym typeface="Wingdings" panose="05000000000000000000" pitchFamily="2" charset="2"/>
              </a:rPr>
              <a:t>accurate</a:t>
            </a:r>
            <a:r>
              <a:rPr lang="da-DK" dirty="0">
                <a:sym typeface="Wingdings" panose="05000000000000000000" pitchFamily="2" charset="2"/>
              </a:rPr>
              <a:t> problem statement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3B15FB-F951-ADD4-9349-C73A2BD14596}"/>
              </a:ext>
            </a:extLst>
          </p:cNvPr>
          <p:cNvSpPr txBox="1"/>
          <p:nvPr/>
        </p:nvSpPr>
        <p:spPr>
          <a:xfrm>
            <a:off x="3048762" y="5034067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dirty="0"/>
              <a:t>Problem definition</a:t>
            </a:r>
            <a:r>
              <a:rPr lang="da-DK" dirty="0"/>
              <a:t>: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the </a:t>
            </a:r>
            <a:r>
              <a:rPr lang="da-DK" dirty="0" err="1"/>
              <a:t>cooling</a:t>
            </a:r>
            <a:r>
              <a:rPr lang="da-DK" dirty="0"/>
              <a:t> flowrate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through</a:t>
            </a:r>
            <a:r>
              <a:rPr lang="da-DK" dirty="0"/>
              <a:t> the </a:t>
            </a:r>
            <a:r>
              <a:rPr lang="da-DK" dirty="0" err="1"/>
              <a:t>cooling</a:t>
            </a:r>
            <a:r>
              <a:rPr lang="da-DK" dirty="0"/>
              <a:t> </a:t>
            </a:r>
            <a:r>
              <a:rPr lang="da-DK" dirty="0" err="1"/>
              <a:t>jacket</a:t>
            </a:r>
            <a:r>
              <a:rPr lang="da-DK" dirty="0"/>
              <a:t> over time and </a:t>
            </a:r>
            <a:r>
              <a:rPr lang="da-DK" dirty="0" err="1"/>
              <a:t>until</a:t>
            </a:r>
            <a:r>
              <a:rPr lang="da-DK" dirty="0"/>
              <a:t> 90% of </a:t>
            </a:r>
            <a:r>
              <a:rPr lang="da-DK" dirty="0" err="1"/>
              <a:t>reactant</a:t>
            </a:r>
            <a:r>
              <a:rPr lang="da-DK" dirty="0"/>
              <a:t> A is </a:t>
            </a:r>
            <a:r>
              <a:rPr lang="da-DK" dirty="0" err="1"/>
              <a:t>converted</a:t>
            </a:r>
            <a:r>
              <a:rPr lang="da-DK" dirty="0"/>
              <a:t> from the system to </a:t>
            </a:r>
            <a:r>
              <a:rPr lang="da-DK" dirty="0" err="1"/>
              <a:t>maintain</a:t>
            </a:r>
            <a:r>
              <a:rPr lang="da-DK" dirty="0"/>
              <a:t> a </a:t>
            </a:r>
            <a:r>
              <a:rPr lang="da-DK" dirty="0" err="1"/>
              <a:t>constant</a:t>
            </a:r>
            <a:r>
              <a:rPr lang="da-DK" dirty="0"/>
              <a:t> </a:t>
            </a:r>
            <a:r>
              <a:rPr lang="da-DK" dirty="0" err="1"/>
              <a:t>temperature</a:t>
            </a:r>
            <a:r>
              <a:rPr lang="da-DK" dirty="0"/>
              <a:t> of 20 </a:t>
            </a:r>
            <a:r>
              <a:rPr lang="da-DK" dirty="0">
                <a:cs typeface="Times New Roman" panose="02020603050405020304" pitchFamily="18" charset="0"/>
              </a:rPr>
              <a:t>℃?</a:t>
            </a:r>
          </a:p>
        </p:txBody>
      </p:sp>
    </p:spTree>
    <p:extLst>
      <p:ext uri="{BB962C8B-B14F-4D97-AF65-F5344CB8AC3E}">
        <p14:creationId xmlns:p14="http://schemas.microsoft.com/office/powerpoint/2010/main" val="181926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3294B5-5166-8D5D-F2D9-487403495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00" y="258924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E0EC049-211D-3AE3-F516-8418F195F3B4}"/>
                  </a:ext>
                </a:extLst>
              </p14:cNvPr>
              <p14:cNvContentPartPr/>
              <p14:nvPr/>
            </p14:nvContentPartPr>
            <p14:xfrm>
              <a:off x="8277408" y="999216"/>
              <a:ext cx="1594080" cy="751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E0EC049-211D-3AE3-F516-8418F195F3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8768" y="990216"/>
                <a:ext cx="161172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221E770-A074-21CE-CFA4-B81C927F3575}"/>
                  </a:ext>
                </a:extLst>
              </p14:cNvPr>
              <p14:cNvContentPartPr/>
              <p14:nvPr/>
            </p14:nvContentPartPr>
            <p14:xfrm>
              <a:off x="6440880" y="777657"/>
              <a:ext cx="1706568" cy="336399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221E770-A074-21CE-CFA4-B81C927F35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1879" y="768653"/>
                <a:ext cx="1724210" cy="354047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5F35992-E39B-7542-D314-94A36791DC3F}"/>
              </a:ext>
            </a:extLst>
          </p:cNvPr>
          <p:cNvGrpSpPr/>
          <p:nvPr/>
        </p:nvGrpSpPr>
        <p:grpSpPr>
          <a:xfrm>
            <a:off x="6396408" y="702576"/>
            <a:ext cx="159840" cy="211320"/>
            <a:chOff x="6396408" y="702576"/>
            <a:chExt cx="15984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4D1AD4B-609C-3072-C913-FBBC042D9655}"/>
                    </a:ext>
                  </a:extLst>
                </p14:cNvPr>
                <p14:cNvContentPartPr/>
                <p14:nvPr/>
              </p14:nvContentPartPr>
              <p14:xfrm>
                <a:off x="6424128" y="702576"/>
                <a:ext cx="120600" cy="75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4D1AD4B-609C-3072-C913-FBBC042D96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15128" y="693936"/>
                  <a:ext cx="138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15C6E3-520D-C8D1-5E9B-2FC5858F92B5}"/>
                    </a:ext>
                  </a:extLst>
                </p14:cNvPr>
                <p14:cNvContentPartPr/>
                <p14:nvPr/>
              </p14:nvContentPartPr>
              <p14:xfrm>
                <a:off x="6396408" y="781056"/>
                <a:ext cx="159840" cy="132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15C6E3-520D-C8D1-5E9B-2FC5858F92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87408" y="772056"/>
                  <a:ext cx="177480" cy="150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66C3AE53-E156-1BC1-5B5B-5650BDBFE9CE}"/>
              </a:ext>
            </a:extLst>
          </p:cNvPr>
          <p:cNvSpPr txBox="1"/>
          <p:nvPr/>
        </p:nvSpPr>
        <p:spPr>
          <a:xfrm>
            <a:off x="1910100" y="529374"/>
            <a:ext cx="4113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What</a:t>
            </a:r>
            <a:r>
              <a:rPr lang="da-DK" dirty="0"/>
              <a:t> do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know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the system?</a:t>
            </a:r>
          </a:p>
          <a:p>
            <a:r>
              <a:rPr lang="da-DK" dirty="0"/>
              <a:t>Do </a:t>
            </a:r>
            <a:r>
              <a:rPr lang="da-DK" dirty="0" err="1"/>
              <a:t>we</a:t>
            </a:r>
            <a:r>
              <a:rPr lang="da-DK" dirty="0"/>
              <a:t> have data?</a:t>
            </a:r>
          </a:p>
          <a:p>
            <a:r>
              <a:rPr lang="da-DK" dirty="0"/>
              <a:t>Do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b="1" dirty="0" err="1"/>
              <a:t>assumptions</a:t>
            </a:r>
            <a:r>
              <a:rPr lang="da-DK" dirty="0"/>
              <a:t>?</a:t>
            </a:r>
          </a:p>
          <a:p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physical</a:t>
            </a:r>
            <a:r>
              <a:rPr lang="da-DK" dirty="0"/>
              <a:t>/</a:t>
            </a:r>
            <a:r>
              <a:rPr lang="da-DK" dirty="0" err="1"/>
              <a:t>chemical</a:t>
            </a:r>
            <a:r>
              <a:rPr lang="da-DK" dirty="0"/>
              <a:t> </a:t>
            </a:r>
            <a:r>
              <a:rPr lang="da-DK" dirty="0" err="1"/>
              <a:t>principles</a:t>
            </a:r>
            <a:r>
              <a:rPr lang="da-DK" dirty="0"/>
              <a:t> of </a:t>
            </a:r>
            <a:r>
              <a:rPr lang="da-DK" dirty="0" err="1"/>
              <a:t>relevance</a:t>
            </a:r>
            <a:r>
              <a:rPr lang="da-DK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5960101-9267-49DC-17FE-8784F3A27313}"/>
                  </a:ext>
                </a:extLst>
              </p14:cNvPr>
              <p14:cNvContentPartPr/>
              <p14:nvPr/>
            </p14:nvContentPartPr>
            <p14:xfrm>
              <a:off x="4948320" y="3694303"/>
              <a:ext cx="707040" cy="16725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5960101-9267-49DC-17FE-8784F3A273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39320" y="3685663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93EB05B-4BEA-21A0-EFBD-4158B2757AD7}"/>
                  </a:ext>
                </a:extLst>
              </p14:cNvPr>
              <p14:cNvContentPartPr/>
              <p14:nvPr/>
            </p14:nvContentPartPr>
            <p14:xfrm>
              <a:off x="5775240" y="3605743"/>
              <a:ext cx="665640" cy="17838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93EB05B-4BEA-21A0-EFBD-4158B2757A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66240" y="3596743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37638F2-FAA2-C7FD-B746-1DD0FAC97096}"/>
                  </a:ext>
                </a:extLst>
              </p14:cNvPr>
              <p14:cNvContentPartPr/>
              <p14:nvPr/>
            </p14:nvContentPartPr>
            <p14:xfrm>
              <a:off x="5232360" y="3344743"/>
              <a:ext cx="811080" cy="9547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37638F2-FAA2-C7FD-B746-1DD0FAC9709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23360" y="3335743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9AC8BC8-B938-D057-4AEB-7B11670BEA72}"/>
                  </a:ext>
                </a:extLst>
              </p14:cNvPr>
              <p14:cNvContentPartPr/>
              <p14:nvPr/>
            </p14:nvContentPartPr>
            <p14:xfrm>
              <a:off x="5934360" y="4193263"/>
              <a:ext cx="254520" cy="1911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9AC8BC8-B938-D057-4AEB-7B11670BEA7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25720" y="4184623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9D56991-03B8-773A-1621-9FA7C69B9A89}"/>
                  </a:ext>
                </a:extLst>
              </p14:cNvPr>
              <p14:cNvContentPartPr/>
              <p14:nvPr/>
            </p14:nvContentPartPr>
            <p14:xfrm>
              <a:off x="5010600" y="3963583"/>
              <a:ext cx="1368000" cy="478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9D56991-03B8-773A-1621-9FA7C69B9A8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01600" y="3954943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127EF45-9729-5E7E-AAF0-5D359981946A}"/>
                  </a:ext>
                </a:extLst>
              </p14:cNvPr>
              <p14:cNvContentPartPr/>
              <p14:nvPr/>
            </p14:nvContentPartPr>
            <p14:xfrm>
              <a:off x="4846800" y="3710503"/>
              <a:ext cx="702360" cy="16030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127EF45-9729-5E7E-AAF0-5D35998194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38160" y="3701863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38AF233-D20E-9A4B-6A78-0A0A930A99B8}"/>
                  </a:ext>
                </a:extLst>
              </p14:cNvPr>
              <p14:cNvContentPartPr/>
              <p14:nvPr/>
            </p14:nvContentPartPr>
            <p14:xfrm>
              <a:off x="5859120" y="3628783"/>
              <a:ext cx="701640" cy="16898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38AF233-D20E-9A4B-6A78-0A0A930A99B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50120" y="3620143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671B65F-07B4-4880-0F1F-75AA8BB386A1}"/>
              </a:ext>
            </a:extLst>
          </p:cNvPr>
          <p:cNvGrpSpPr/>
          <p:nvPr/>
        </p:nvGrpSpPr>
        <p:grpSpPr>
          <a:xfrm>
            <a:off x="5539440" y="5353543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FC61A3C-5139-16BE-A870-3B943F252B51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FC61A3C-5139-16BE-A870-3B943F252B5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AFBD47-B3E3-6AE6-8B87-0E35AFFFBAD6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AFBD47-B3E3-6AE6-8B87-0E35AFFFBA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D15747C-1750-EFB5-4C70-077B9A176D5A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D15747C-1750-EFB5-4C70-077B9A176D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328447C-79DD-9F7D-C66A-F6B55EF65B40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328447C-79DD-9F7D-C66A-F6B55EF65B4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5176C8E-4367-D81F-A126-C6A9EC47AD75}"/>
                  </a:ext>
                </a:extLst>
              </p14:cNvPr>
              <p14:cNvContentPartPr/>
              <p14:nvPr/>
            </p14:nvContentPartPr>
            <p14:xfrm>
              <a:off x="4853640" y="3704023"/>
              <a:ext cx="727560" cy="1551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5176C8E-4367-D81F-A126-C6A9EC47AD7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44640" y="3695023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C18502D-DB3D-2A36-1BC6-DDA42BC3CE99}"/>
                  </a:ext>
                </a:extLst>
              </p14:cNvPr>
              <p14:cNvContentPartPr/>
              <p14:nvPr/>
            </p14:nvContentPartPr>
            <p14:xfrm>
              <a:off x="5865240" y="3638863"/>
              <a:ext cx="661680" cy="16495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C18502D-DB3D-2A36-1BC6-DDA42BC3CE9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56600" y="3630223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2B97DE6-8D33-1D1D-31B6-7AF69D556DE2}"/>
              </a:ext>
            </a:extLst>
          </p:cNvPr>
          <p:cNvGrpSpPr/>
          <p:nvPr/>
        </p:nvGrpSpPr>
        <p:grpSpPr>
          <a:xfrm>
            <a:off x="5130840" y="4210903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45F905-65E3-6AE7-9356-4B469CE16DA3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45F905-65E3-6AE7-9356-4B469CE16D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E64666B-9C50-558C-D802-898A68651EBA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E64666B-9C50-558C-D802-898A68651EB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80EA2C4-03E7-EEA9-A91D-090F51B046E3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80EA2C4-03E7-EEA9-A91D-090F51B046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483891D-595B-E30D-FB2D-570B98B8D512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483891D-595B-E30D-FB2D-570B98B8D5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8CBCC1F-0898-849A-3A57-C58BF6D6BEC5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8CBCC1F-0898-849A-3A57-C58BF6D6BEC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B7B0FE-C205-C850-D39D-9A71C2EEE743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B7B0FE-C205-C850-D39D-9A71C2EEE7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24F5A03-A5FC-B08B-3933-4DF64BE93536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24F5A03-A5FC-B08B-3933-4DF64BE935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16FCDE7-61BE-C978-2647-D0C74A64462D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16FCDE7-61BE-C978-2647-D0C74A6446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A0B518-A23A-E0F6-56F7-BE1F263ADE4E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A0B518-A23A-E0F6-56F7-BE1F263ADE4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6AE3B1-50DF-DABD-3350-09D13E154B75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6AE3B1-50DF-DABD-3350-09D13E154B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E01D289-6735-0A6E-F55A-603DD319D761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E01D289-6735-0A6E-F55A-603DD319D7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D34CC4B-1ECE-B270-297D-0A318142C1EE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D34CC4B-1ECE-B270-297D-0A318142C1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245E105-05CE-DCEF-93A2-D68476C1373A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245E105-05CE-DCEF-93A2-D68476C1373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46C5D1B-4E70-8222-1338-ECBA74DB7E7A}"/>
                  </a:ext>
                </a:extLst>
              </p14:cNvPr>
              <p14:cNvContentPartPr/>
              <p14:nvPr/>
            </p14:nvContentPartPr>
            <p14:xfrm>
              <a:off x="5264760" y="4465423"/>
              <a:ext cx="18720" cy="3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46C5D1B-4E70-8222-1338-ECBA74DB7E7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55760" y="4456783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F46CF7D-81F9-F752-566B-182E0C619947}"/>
                  </a:ext>
                </a:extLst>
              </p14:cNvPr>
              <p14:cNvContentPartPr/>
              <p14:nvPr/>
            </p14:nvContentPartPr>
            <p14:xfrm>
              <a:off x="5648160" y="4376143"/>
              <a:ext cx="36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F46CF7D-81F9-F752-566B-182E0C61994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39160" y="43675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8EE555C6-F5E4-9CB0-5284-655E7283B229}"/>
                  </a:ext>
                </a:extLst>
              </p14:cNvPr>
              <p14:cNvContentPartPr/>
              <p14:nvPr/>
            </p14:nvContentPartPr>
            <p14:xfrm>
              <a:off x="5657520" y="4756303"/>
              <a:ext cx="6120" cy="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8EE555C6-F5E4-9CB0-5284-655E7283B2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48520" y="4747663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41EF0CB-274B-2169-2584-04BA18FEBED7}"/>
                  </a:ext>
                </a:extLst>
              </p14:cNvPr>
              <p14:cNvContentPartPr/>
              <p14:nvPr/>
            </p14:nvContentPartPr>
            <p14:xfrm>
              <a:off x="5352600" y="4822543"/>
              <a:ext cx="7200" cy="1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41EF0CB-274B-2169-2584-04BA18FEBED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43600" y="4813543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A4B7372-22AE-CD8C-2A34-104B911C6703}"/>
                  </a:ext>
                </a:extLst>
              </p14:cNvPr>
              <p14:cNvContentPartPr/>
              <p14:nvPr/>
            </p14:nvContentPartPr>
            <p14:xfrm>
              <a:off x="5879280" y="5045023"/>
              <a:ext cx="5040" cy="212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A4B7372-22AE-CD8C-2A34-104B911C670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70280" y="5036383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80482C3-7F3A-FDAA-9DB2-A35A36445A30}"/>
              </a:ext>
            </a:extLst>
          </p:cNvPr>
          <p:cNvGrpSpPr/>
          <p:nvPr/>
        </p:nvGrpSpPr>
        <p:grpSpPr>
          <a:xfrm>
            <a:off x="6006000" y="4439143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EA90C7C-3929-3BD1-24B1-A912C0FCF5E1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EA90C7C-3929-3BD1-24B1-A912C0FCF5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B14A65-828C-53C3-9A5D-83009F545214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B14A65-828C-53C3-9A5D-83009F54521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9930C49-003A-80E0-2A2A-37BB47E8E0AD}"/>
                  </a:ext>
                </a:extLst>
              </p14:cNvPr>
              <p14:cNvContentPartPr/>
              <p14:nvPr/>
            </p14:nvContentPartPr>
            <p14:xfrm>
              <a:off x="6290400" y="4130623"/>
              <a:ext cx="720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9930C49-003A-80E0-2A2A-37BB47E8E0A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281400" y="4121623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2EAFD48-23F2-3871-4BCB-BE92B8D719F9}"/>
                  </a:ext>
                </a:extLst>
              </p14:cNvPr>
              <p14:cNvContentPartPr/>
              <p14:nvPr/>
            </p14:nvContentPartPr>
            <p14:xfrm>
              <a:off x="5971440" y="3464983"/>
              <a:ext cx="104760" cy="3484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2EAFD48-23F2-3871-4BCB-BE92B8D719F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62800" y="3455983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4FFE98D-BBCB-4F1E-809F-350EDA5193EB}"/>
                  </a:ext>
                </a:extLst>
              </p14:cNvPr>
              <p14:cNvContentPartPr/>
              <p14:nvPr/>
            </p14:nvContentPartPr>
            <p14:xfrm>
              <a:off x="5098440" y="3511063"/>
              <a:ext cx="95400" cy="2628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4FFE98D-BBCB-4F1E-809F-350EDA5193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089440" y="3502423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FA38EE3-652A-D0B2-FAF6-F260400B1175}"/>
                  </a:ext>
                </a:extLst>
              </p14:cNvPr>
              <p14:cNvContentPartPr/>
              <p14:nvPr/>
            </p14:nvContentPartPr>
            <p14:xfrm>
              <a:off x="5607840" y="3236743"/>
              <a:ext cx="42840" cy="3034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FA38EE3-652A-D0B2-FAF6-F260400B11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598840" y="3228103"/>
                <a:ext cx="604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A700AA4-4F0C-5E6F-B8EE-09B0E9C79FB0}"/>
                  </a:ext>
                </a:extLst>
              </p14:cNvPr>
              <p14:cNvContentPartPr/>
              <p14:nvPr/>
            </p14:nvContentPartPr>
            <p14:xfrm>
              <a:off x="2803303" y="3600948"/>
              <a:ext cx="360" cy="244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A700AA4-4F0C-5E6F-B8EE-09B0E9C79F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94303" y="3591948"/>
                <a:ext cx="18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734AC22-CED9-FA35-0444-EB49B9ED1029}"/>
                  </a:ext>
                </a:extLst>
              </p14:cNvPr>
              <p14:cNvContentPartPr/>
              <p14:nvPr/>
            </p14:nvContentPartPr>
            <p14:xfrm>
              <a:off x="2805463" y="3741708"/>
              <a:ext cx="5040" cy="79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734AC22-CED9-FA35-0444-EB49B9ED102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96823" y="3733068"/>
                <a:ext cx="2268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FD92F83D-7A8A-FF82-CFBF-D375E6E73A2B}"/>
              </a:ext>
            </a:extLst>
          </p:cNvPr>
          <p:cNvGrpSpPr/>
          <p:nvPr/>
        </p:nvGrpSpPr>
        <p:grpSpPr>
          <a:xfrm>
            <a:off x="1682565" y="3837219"/>
            <a:ext cx="2207520" cy="316800"/>
            <a:chOff x="393768" y="3554496"/>
            <a:chExt cx="22075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15B652F-9FEA-1442-7CCF-529935BD1AA4}"/>
                    </a:ext>
                  </a:extLst>
                </p14:cNvPr>
                <p14:cNvContentPartPr/>
                <p14:nvPr/>
              </p14:nvContentPartPr>
              <p14:xfrm>
                <a:off x="393768" y="3690216"/>
                <a:ext cx="292680" cy="181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15B652F-9FEA-1442-7CCF-529935BD1AA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5128" y="3681216"/>
                  <a:ext cx="310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76E0940-075E-5CBB-033B-F0537E2BFB38}"/>
                    </a:ext>
                  </a:extLst>
                </p14:cNvPr>
                <p14:cNvContentPartPr/>
                <p14:nvPr/>
              </p14:nvContentPartPr>
              <p14:xfrm>
                <a:off x="709128" y="3738816"/>
                <a:ext cx="23400" cy="99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76E0940-075E-5CBB-033B-F0537E2BFB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0488" y="3729816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E297F75-C17B-B738-3A3A-056DE91F4F85}"/>
                    </a:ext>
                  </a:extLst>
                </p14:cNvPr>
                <p14:cNvContentPartPr/>
                <p14:nvPr/>
              </p14:nvContentPartPr>
              <p14:xfrm>
                <a:off x="690768" y="3656016"/>
                <a:ext cx="5040" cy="28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E297F75-C17B-B738-3A3A-056DE91F4F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2128" y="3647376"/>
                  <a:ext cx="22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DC53DAC-3DF1-C4E3-2EC6-4D46F61F03F6}"/>
                    </a:ext>
                  </a:extLst>
                </p14:cNvPr>
                <p14:cNvContentPartPr/>
                <p14:nvPr/>
              </p14:nvContentPartPr>
              <p14:xfrm>
                <a:off x="811008" y="3703536"/>
                <a:ext cx="129600" cy="135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DC53DAC-3DF1-C4E3-2EC6-4D46F61F03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2008" y="3694536"/>
                  <a:ext cx="147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5E8DB78-4437-EAF7-4218-51FC4FB379CF}"/>
                    </a:ext>
                  </a:extLst>
                </p14:cNvPr>
                <p14:cNvContentPartPr/>
                <p14:nvPr/>
              </p14:nvContentPartPr>
              <p14:xfrm>
                <a:off x="843408" y="3708936"/>
                <a:ext cx="113400" cy="105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5E8DB78-4437-EAF7-4218-51FC4FB379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4408" y="3699936"/>
                  <a:ext cx="131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240E6FB-A06F-7D15-2671-2C6F303BED21}"/>
                    </a:ext>
                  </a:extLst>
                </p14:cNvPr>
                <p14:cNvContentPartPr/>
                <p14:nvPr/>
              </p14:nvContentPartPr>
              <p14:xfrm>
                <a:off x="1009368" y="3714696"/>
                <a:ext cx="319320" cy="114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240E6FB-A06F-7D15-2671-2C6F303BED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0728" y="3706056"/>
                  <a:ext cx="336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7931D1A-7DD4-92A6-64F1-D94DDFC8A721}"/>
                    </a:ext>
                  </a:extLst>
                </p14:cNvPr>
                <p14:cNvContentPartPr/>
                <p14:nvPr/>
              </p14:nvContentPartPr>
              <p14:xfrm>
                <a:off x="1476288" y="3695616"/>
                <a:ext cx="7200" cy="6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7931D1A-7DD4-92A6-64F1-D94DDFC8A72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67288" y="3686976"/>
                  <a:ext cx="24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9D37102-23A5-2B42-6AA2-B3DDA016BDEF}"/>
                    </a:ext>
                  </a:extLst>
                </p14:cNvPr>
                <p14:cNvContentPartPr/>
                <p14:nvPr/>
              </p14:nvContentPartPr>
              <p14:xfrm>
                <a:off x="1508328" y="3793896"/>
                <a:ext cx="2520" cy="7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9D37102-23A5-2B42-6AA2-B3DDA016BD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99688" y="3784896"/>
                  <a:ext cx="20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8FB48E0-AF88-FF8C-81FC-718026AAB66B}"/>
                    </a:ext>
                  </a:extLst>
                </p14:cNvPr>
                <p14:cNvContentPartPr/>
                <p14:nvPr/>
              </p14:nvContentPartPr>
              <p14:xfrm>
                <a:off x="1672488" y="3689136"/>
                <a:ext cx="28080" cy="126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8FB48E0-AF88-FF8C-81FC-718026AAB6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63848" y="3680136"/>
                  <a:ext cx="45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26A3EE6-5E65-6796-50A9-E26C0EBC6435}"/>
                    </a:ext>
                  </a:extLst>
                </p14:cNvPr>
                <p14:cNvContentPartPr/>
                <p14:nvPr/>
              </p14:nvContentPartPr>
              <p14:xfrm>
                <a:off x="1605528" y="3750696"/>
                <a:ext cx="118080" cy="126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26A3EE6-5E65-6796-50A9-E26C0EBC643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96528" y="3742056"/>
                  <a:ext cx="13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FB9E6B8-B9E4-36AA-C8BA-34B1A4F9D74F}"/>
                    </a:ext>
                  </a:extLst>
                </p14:cNvPr>
                <p14:cNvContentPartPr/>
                <p14:nvPr/>
              </p14:nvContentPartPr>
              <p14:xfrm>
                <a:off x="1861488" y="3563496"/>
                <a:ext cx="386640" cy="238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FB9E6B8-B9E4-36AA-C8BA-34B1A4F9D7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52848" y="3554496"/>
                  <a:ext cx="4042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518E215-F423-60A3-2CBF-36E067E2FE45}"/>
                    </a:ext>
                  </a:extLst>
                </p14:cNvPr>
                <p14:cNvContentPartPr/>
                <p14:nvPr/>
              </p14:nvContentPartPr>
              <p14:xfrm>
                <a:off x="2259288" y="3554496"/>
                <a:ext cx="309960" cy="195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518E215-F423-60A3-2CBF-36E067E2FE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50288" y="3545496"/>
                  <a:ext cx="3276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223C34B-9C51-4D2C-2AF3-5B086753585C}"/>
                    </a:ext>
                  </a:extLst>
                </p14:cNvPr>
                <p14:cNvContentPartPr/>
                <p14:nvPr/>
              </p14:nvContentPartPr>
              <p14:xfrm>
                <a:off x="2471688" y="3642696"/>
                <a:ext cx="129600" cy="25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223C34B-9C51-4D2C-2AF3-5B086753585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63048" y="3634056"/>
                  <a:ext cx="1472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3D1D791-F958-CE37-5D3A-1423D1D10C20}"/>
              </a:ext>
            </a:extLst>
          </p:cNvPr>
          <p:cNvGrpSpPr/>
          <p:nvPr/>
        </p:nvGrpSpPr>
        <p:grpSpPr>
          <a:xfrm>
            <a:off x="1624447" y="4659463"/>
            <a:ext cx="1585440" cy="332280"/>
            <a:chOff x="237888" y="4516776"/>
            <a:chExt cx="158544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40D4C0D-DA45-BBEB-6A5E-1DF852E35C3E}"/>
                    </a:ext>
                  </a:extLst>
                </p14:cNvPr>
                <p14:cNvContentPartPr/>
                <p14:nvPr/>
              </p14:nvContentPartPr>
              <p14:xfrm>
                <a:off x="237888" y="4667976"/>
                <a:ext cx="173520" cy="121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40D4C0D-DA45-BBEB-6A5E-1DF852E35C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9248" y="4658976"/>
                  <a:ext cx="1911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B340709-CFA6-98A2-FA0D-166A49F64678}"/>
                    </a:ext>
                  </a:extLst>
                </p14:cNvPr>
                <p14:cNvContentPartPr/>
                <p14:nvPr/>
              </p14:nvContentPartPr>
              <p14:xfrm>
                <a:off x="408888" y="4672296"/>
                <a:ext cx="162000" cy="1144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B340709-CFA6-98A2-FA0D-166A49F6467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0248" y="4663296"/>
                  <a:ext cx="179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1C5CBE8-3AD6-6B84-6D21-A3F32AB5CDF2}"/>
                    </a:ext>
                  </a:extLst>
                </p14:cNvPr>
                <p14:cNvContentPartPr/>
                <p14:nvPr/>
              </p14:nvContentPartPr>
              <p14:xfrm>
                <a:off x="567288" y="4631256"/>
                <a:ext cx="375840" cy="2178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1C5CBE8-3AD6-6B84-6D21-A3F32AB5CDF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8648" y="4622616"/>
                  <a:ext cx="393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36FB8E6-8786-7A07-4FA7-ED231C5C1714}"/>
                    </a:ext>
                  </a:extLst>
                </p14:cNvPr>
                <p14:cNvContentPartPr/>
                <p14:nvPr/>
              </p14:nvContentPartPr>
              <p14:xfrm>
                <a:off x="1004688" y="4617216"/>
                <a:ext cx="222480" cy="98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36FB8E6-8786-7A07-4FA7-ED231C5C17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5688" y="4608576"/>
                  <a:ext cx="240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94C559F-9AC4-ACF1-5651-885E2AF24CD5}"/>
                    </a:ext>
                  </a:extLst>
                </p14:cNvPr>
                <p14:cNvContentPartPr/>
                <p14:nvPr/>
              </p14:nvContentPartPr>
              <p14:xfrm>
                <a:off x="1212408" y="4540896"/>
                <a:ext cx="284760" cy="155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94C559F-9AC4-ACF1-5651-885E2AF24C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03768" y="4532256"/>
                  <a:ext cx="302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8A04495-B8AD-DC54-81F5-1EF9254428DA}"/>
                    </a:ext>
                  </a:extLst>
                </p14:cNvPr>
                <p14:cNvContentPartPr/>
                <p14:nvPr/>
              </p14:nvContentPartPr>
              <p14:xfrm>
                <a:off x="1494648" y="4620096"/>
                <a:ext cx="25920" cy="91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8A04495-B8AD-DC54-81F5-1EF9254428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85648" y="4611456"/>
                  <a:ext cx="43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10F5716-B842-F647-2D5F-91067C3612E1}"/>
                    </a:ext>
                  </a:extLst>
                </p14:cNvPr>
                <p14:cNvContentPartPr/>
                <p14:nvPr/>
              </p14:nvContentPartPr>
              <p14:xfrm>
                <a:off x="1476288" y="4516776"/>
                <a:ext cx="2520" cy="147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10F5716-B842-F647-2D5F-91067C3612E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67288" y="4507776"/>
                  <a:ext cx="20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7D02515-FCBA-2AE0-5B96-12A382C74959}"/>
                    </a:ext>
                  </a:extLst>
                </p14:cNvPr>
                <p14:cNvContentPartPr/>
                <p14:nvPr/>
              </p14:nvContentPartPr>
              <p14:xfrm>
                <a:off x="1539648" y="4588416"/>
                <a:ext cx="283680" cy="1454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7D02515-FCBA-2AE0-5B96-12A382C7495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31008" y="4579416"/>
                  <a:ext cx="3013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F290CC8-EBE9-C3BD-DAB8-17D2AD33DFE5}"/>
              </a:ext>
            </a:extLst>
          </p:cNvPr>
          <p:cNvGrpSpPr/>
          <p:nvPr/>
        </p:nvGrpSpPr>
        <p:grpSpPr>
          <a:xfrm>
            <a:off x="1628565" y="4240779"/>
            <a:ext cx="2273040" cy="315000"/>
            <a:chOff x="137979" y="3894574"/>
            <a:chExt cx="227304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1C2D507-D63F-6357-994F-17795BC05372}"/>
                    </a:ext>
                  </a:extLst>
                </p14:cNvPr>
                <p14:cNvContentPartPr/>
                <p14:nvPr/>
              </p14:nvContentPartPr>
              <p14:xfrm>
                <a:off x="137979" y="4042534"/>
                <a:ext cx="219960" cy="164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1C2D507-D63F-6357-994F-17795BC0537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8979" y="4033894"/>
                  <a:ext cx="237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86DC493-21E7-46B2-EB85-E3A936483E18}"/>
                    </a:ext>
                  </a:extLst>
                </p14:cNvPr>
                <p14:cNvContentPartPr/>
                <p14:nvPr/>
              </p14:nvContentPartPr>
              <p14:xfrm>
                <a:off x="352899" y="4076374"/>
                <a:ext cx="164520" cy="1220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86DC493-21E7-46B2-EB85-E3A936483E1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3899" y="4067374"/>
                  <a:ext cx="182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57E4935-C102-7931-7054-601325A56F39}"/>
                    </a:ext>
                  </a:extLst>
                </p14:cNvPr>
                <p14:cNvContentPartPr/>
                <p14:nvPr/>
              </p14:nvContentPartPr>
              <p14:xfrm>
                <a:off x="553419" y="4085374"/>
                <a:ext cx="113760" cy="124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57E4935-C102-7931-7054-601325A56F3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4779" y="4076374"/>
                  <a:ext cx="131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EAB2006-F937-9746-B115-FC9C7A6B67EB}"/>
                    </a:ext>
                  </a:extLst>
                </p14:cNvPr>
                <p14:cNvContentPartPr/>
                <p14:nvPr/>
              </p14:nvContentPartPr>
              <p14:xfrm>
                <a:off x="687699" y="3970534"/>
                <a:ext cx="134280" cy="211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EAB2006-F937-9746-B115-FC9C7A6B67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8699" y="3961534"/>
                  <a:ext cx="151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A4692CD-CDCD-7870-C4D5-3BFB2DC06C6A}"/>
                    </a:ext>
                  </a:extLst>
                </p14:cNvPr>
                <p14:cNvContentPartPr/>
                <p14:nvPr/>
              </p14:nvContentPartPr>
              <p14:xfrm>
                <a:off x="796059" y="3991414"/>
                <a:ext cx="360" cy="10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A4692CD-CDCD-7870-C4D5-3BFB2DC06C6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7419" y="3982774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069735E-F539-5408-17E0-1378AA979D0E}"/>
                    </a:ext>
                  </a:extLst>
                </p14:cNvPr>
                <p14:cNvContentPartPr/>
                <p14:nvPr/>
              </p14:nvContentPartPr>
              <p14:xfrm>
                <a:off x="867699" y="4046854"/>
                <a:ext cx="329400" cy="142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069735E-F539-5408-17E0-1378AA979D0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58699" y="4037854"/>
                  <a:ext cx="347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48129BD-92CE-119D-7BE4-584CC871BF0D}"/>
                    </a:ext>
                  </a:extLst>
                </p14:cNvPr>
                <p14:cNvContentPartPr/>
                <p14:nvPr/>
              </p14:nvContentPartPr>
              <p14:xfrm>
                <a:off x="1496259" y="4037854"/>
                <a:ext cx="30600" cy="13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48129BD-92CE-119D-7BE4-584CC871BF0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487259" y="4028854"/>
                  <a:ext cx="48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8EE44BF-9058-4B4C-4E89-CF13A0C5D0AA}"/>
                    </a:ext>
                  </a:extLst>
                </p14:cNvPr>
                <p14:cNvContentPartPr/>
                <p14:nvPr/>
              </p14:nvContentPartPr>
              <p14:xfrm>
                <a:off x="1422099" y="4079614"/>
                <a:ext cx="189720" cy="22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8EE44BF-9058-4B4C-4E89-CF13A0C5D0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13459" y="4070974"/>
                  <a:ext cx="207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0EF4912-D003-B89E-AD01-3C3C70457869}"/>
                    </a:ext>
                  </a:extLst>
                </p14:cNvPr>
                <p14:cNvContentPartPr/>
                <p14:nvPr/>
              </p14:nvContentPartPr>
              <p14:xfrm>
                <a:off x="1766259" y="3966214"/>
                <a:ext cx="312120" cy="149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0EF4912-D003-B89E-AD01-3C3C7045786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757619" y="3957214"/>
                  <a:ext cx="329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3763559-C3DD-7246-C5E1-4FAE4F1EE02F}"/>
                    </a:ext>
                  </a:extLst>
                </p14:cNvPr>
                <p14:cNvContentPartPr/>
                <p14:nvPr/>
              </p14:nvContentPartPr>
              <p14:xfrm>
                <a:off x="2089899" y="3894574"/>
                <a:ext cx="296280" cy="188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3763559-C3DD-7246-C5E1-4FAE4F1EE02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080899" y="3885574"/>
                  <a:ext cx="313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B3AAB5B-3C1E-D278-E789-21CB79639820}"/>
                    </a:ext>
                  </a:extLst>
                </p14:cNvPr>
                <p14:cNvContentPartPr/>
                <p14:nvPr/>
              </p14:nvContentPartPr>
              <p14:xfrm>
                <a:off x="2286099" y="4009054"/>
                <a:ext cx="124920" cy="13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B3AAB5B-3C1E-D278-E789-21CB7963982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77459" y="4000414"/>
                  <a:ext cx="142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28A4E4D-8A5A-47E4-042E-426AC55BEF1D}"/>
                    </a:ext>
                  </a:extLst>
                </p14:cNvPr>
                <p14:cNvContentPartPr/>
                <p14:nvPr/>
              </p14:nvContentPartPr>
              <p14:xfrm>
                <a:off x="1298448" y="4068936"/>
                <a:ext cx="360" cy="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28A4E4D-8A5A-47E4-042E-426AC55BEF1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289448" y="405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8008ECE8-E962-D1E5-E6BA-5A50A50CC948}"/>
                  </a:ext>
                </a:extLst>
              </p14:cNvPr>
              <p14:cNvContentPartPr/>
              <p14:nvPr/>
            </p14:nvContentPartPr>
            <p14:xfrm>
              <a:off x="2798034" y="4533941"/>
              <a:ext cx="360" cy="3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8008ECE8-E962-D1E5-E6BA-5A50A50CC94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789034" y="452494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0FFB8063-C5DF-207E-480F-EF3AA6BE4068}"/>
              </a:ext>
            </a:extLst>
          </p:cNvPr>
          <p:cNvGrpSpPr/>
          <p:nvPr/>
        </p:nvGrpSpPr>
        <p:grpSpPr>
          <a:xfrm>
            <a:off x="3387007" y="4634021"/>
            <a:ext cx="1023827" cy="243720"/>
            <a:chOff x="1896421" y="4287816"/>
            <a:chExt cx="1023827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4578497-53AF-A2B9-DA32-295F2D15B933}"/>
                    </a:ext>
                  </a:extLst>
                </p14:cNvPr>
                <p14:cNvContentPartPr/>
                <p14:nvPr/>
              </p14:nvContentPartPr>
              <p14:xfrm>
                <a:off x="1896421" y="4406858"/>
                <a:ext cx="360" cy="7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4578497-53AF-A2B9-DA32-295F2D15B9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87781" y="4397858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230AC77-66B9-FB77-890C-79B7AECDDAAB}"/>
                    </a:ext>
                  </a:extLst>
                </p14:cNvPr>
                <p14:cNvContentPartPr/>
                <p14:nvPr/>
              </p14:nvContentPartPr>
              <p14:xfrm>
                <a:off x="1903261" y="4515938"/>
                <a:ext cx="7200" cy="12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230AC77-66B9-FB77-890C-79B7AECDDA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94621" y="4506938"/>
                  <a:ext cx="24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A111E05-3EE9-31C9-E4FB-97293533DD05}"/>
                    </a:ext>
                  </a:extLst>
                </p14:cNvPr>
                <p14:cNvContentPartPr/>
                <p14:nvPr/>
              </p14:nvContentPartPr>
              <p14:xfrm>
                <a:off x="2074261" y="4427738"/>
                <a:ext cx="204840" cy="158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A111E05-3EE9-31C9-E4FB-97293533DD0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65621" y="4419098"/>
                  <a:ext cx="222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6573B39-FC45-CEED-C5BB-B45CCBB0A3A2}"/>
                    </a:ext>
                  </a:extLst>
                </p14:cNvPr>
                <p14:cNvContentPartPr/>
                <p14:nvPr/>
              </p14:nvContentPartPr>
              <p14:xfrm>
                <a:off x="2194501" y="4333058"/>
                <a:ext cx="9000" cy="1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6573B39-FC45-CEED-C5BB-B45CCBB0A3A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85501" y="4324058"/>
                  <a:ext cx="26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81AF61C-B377-69B5-E388-93D75E03DECA}"/>
                    </a:ext>
                  </a:extLst>
                </p14:cNvPr>
                <p14:cNvContentPartPr/>
                <p14:nvPr/>
              </p14:nvContentPartPr>
              <p14:xfrm>
                <a:off x="2148421" y="4517018"/>
                <a:ext cx="7200" cy="36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81AF61C-B377-69B5-E388-93D75E03DEC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39421" y="4508378"/>
                  <a:ext cx="24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8219A5E-0E4A-CC9C-1D90-43A0F2522397}"/>
                    </a:ext>
                  </a:extLst>
                </p14:cNvPr>
                <p14:cNvContentPartPr/>
                <p14:nvPr/>
              </p14:nvContentPartPr>
              <p14:xfrm>
                <a:off x="2367648" y="4287816"/>
                <a:ext cx="259200" cy="243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8219A5E-0E4A-CC9C-1D90-43A0F25223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9008" y="4278816"/>
                  <a:ext cx="2768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000F98E-1404-F423-4104-DE223EB8F67D}"/>
                    </a:ext>
                  </a:extLst>
                </p14:cNvPr>
                <p14:cNvContentPartPr/>
                <p14:nvPr/>
              </p14:nvContentPartPr>
              <p14:xfrm>
                <a:off x="2661048" y="4302936"/>
                <a:ext cx="259200" cy="207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000F98E-1404-F423-4104-DE223EB8F67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52048" y="4294296"/>
                  <a:ext cx="276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4E1242A-F389-DC36-FB11-50C6F5404855}"/>
                    </a:ext>
                  </a:extLst>
                </p14:cNvPr>
                <p14:cNvContentPartPr/>
                <p14:nvPr/>
              </p14:nvContentPartPr>
              <p14:xfrm>
                <a:off x="2790648" y="4342536"/>
                <a:ext cx="111240" cy="190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4E1242A-F389-DC36-FB11-50C6F54048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81648" y="4333896"/>
                  <a:ext cx="1288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C10B892-F757-1844-E2CC-E651FB544E96}"/>
              </a:ext>
            </a:extLst>
          </p:cNvPr>
          <p:cNvGrpSpPr/>
          <p:nvPr/>
        </p:nvGrpSpPr>
        <p:grpSpPr>
          <a:xfrm>
            <a:off x="1646754" y="5121821"/>
            <a:ext cx="923040" cy="304560"/>
            <a:chOff x="156168" y="4775616"/>
            <a:chExt cx="923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53CA9D1-1545-EC1D-A332-2B1A3EB77123}"/>
                    </a:ext>
                  </a:extLst>
                </p14:cNvPr>
                <p14:cNvContentPartPr/>
                <p14:nvPr/>
              </p14:nvContentPartPr>
              <p14:xfrm>
                <a:off x="156168" y="4870296"/>
                <a:ext cx="102960" cy="209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53CA9D1-1545-EC1D-A332-2B1A3EB771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7168" y="4861656"/>
                  <a:ext cx="120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8D9703A-494F-5601-2133-668DFD4231BC}"/>
                    </a:ext>
                  </a:extLst>
                </p14:cNvPr>
                <p14:cNvContentPartPr/>
                <p14:nvPr/>
              </p14:nvContentPartPr>
              <p14:xfrm>
                <a:off x="299808" y="4894416"/>
                <a:ext cx="178560" cy="86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8D9703A-494F-5601-2133-668DFD4231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1168" y="4885776"/>
                  <a:ext cx="196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7CB4EA4-3C8E-7C76-7E32-6814A12B787D}"/>
                    </a:ext>
                  </a:extLst>
                </p14:cNvPr>
                <p14:cNvContentPartPr/>
                <p14:nvPr/>
              </p14:nvContentPartPr>
              <p14:xfrm>
                <a:off x="479448" y="4871376"/>
                <a:ext cx="110160" cy="986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7CB4EA4-3C8E-7C76-7E32-6814A12B787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0808" y="4862736"/>
                  <a:ext cx="127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1E890CA-E395-6E5C-9DD1-0ED8D24D3576}"/>
                    </a:ext>
                  </a:extLst>
                </p14:cNvPr>
                <p14:cNvContentPartPr/>
                <p14:nvPr/>
              </p14:nvContentPartPr>
              <p14:xfrm>
                <a:off x="529128" y="4871376"/>
                <a:ext cx="360" cy="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1E890CA-E395-6E5C-9DD1-0ED8D24D357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0128" y="4862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D400103-3140-5522-D27D-18B74E69068E}"/>
                    </a:ext>
                  </a:extLst>
                </p14:cNvPr>
                <p14:cNvContentPartPr/>
                <p14:nvPr/>
              </p14:nvContentPartPr>
              <p14:xfrm>
                <a:off x="529128" y="4775616"/>
                <a:ext cx="543240" cy="1684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D400103-3140-5522-D27D-18B74E69068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0128" y="4766616"/>
                  <a:ext cx="560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0DF7FE7-5DF0-28BE-AE3C-DFC3B3A447A7}"/>
                    </a:ext>
                  </a:extLst>
                </p14:cNvPr>
                <p14:cNvContentPartPr/>
                <p14:nvPr/>
              </p14:nvContentPartPr>
              <p14:xfrm>
                <a:off x="956448" y="4859496"/>
                <a:ext cx="122760" cy="14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0DF7FE7-5DF0-28BE-AE3C-DFC3B3A447A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47448" y="4850496"/>
                  <a:ext cx="1404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80F56689-701C-6414-D658-0C1F121CBA58}"/>
                  </a:ext>
                </a:extLst>
              </p14:cNvPr>
              <p14:cNvContentPartPr/>
              <p14:nvPr/>
            </p14:nvContentPartPr>
            <p14:xfrm>
              <a:off x="2740434" y="5174741"/>
              <a:ext cx="7560" cy="50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80F56689-701C-6414-D658-0C1F121CBA5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731434" y="5165741"/>
                <a:ext cx="252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B79A0AE-E2D3-32E0-A331-7E68BBC3B34F}"/>
                  </a:ext>
                </a:extLst>
              </p14:cNvPr>
              <p14:cNvContentPartPr/>
              <p14:nvPr/>
            </p14:nvContentPartPr>
            <p14:xfrm>
              <a:off x="2770314" y="5288141"/>
              <a:ext cx="23400" cy="93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B79A0AE-E2D3-32E0-A331-7E68BBC3B34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761674" y="5279501"/>
                <a:ext cx="410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ACBB8520-C595-B334-C023-42416C769F8E}"/>
                  </a:ext>
                </a:extLst>
              </p14:cNvPr>
              <p14:cNvContentPartPr/>
              <p14:nvPr/>
            </p14:nvContentPartPr>
            <p14:xfrm>
              <a:off x="2927634" y="5213261"/>
              <a:ext cx="159840" cy="1152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ACBB8520-C595-B334-C023-42416C769F8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918634" y="5204621"/>
                <a:ext cx="177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1510C2F3-5A52-3E8C-5A71-4FE7CFD212BE}"/>
                  </a:ext>
                </a:extLst>
              </p14:cNvPr>
              <p14:cNvContentPartPr/>
              <p14:nvPr/>
            </p14:nvContentPartPr>
            <p14:xfrm>
              <a:off x="3026634" y="5113181"/>
              <a:ext cx="4680" cy="3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1510C2F3-5A52-3E8C-5A71-4FE7CFD212B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017994" y="5104181"/>
                <a:ext cx="22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D3CD7D31-93F1-212F-B804-8D71F90CC43C}"/>
                  </a:ext>
                </a:extLst>
              </p14:cNvPr>
              <p14:cNvContentPartPr/>
              <p14:nvPr/>
            </p14:nvContentPartPr>
            <p14:xfrm>
              <a:off x="3042834" y="5335661"/>
              <a:ext cx="360" cy="79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D3CD7D31-93F1-212F-B804-8D71F90CC43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34194" y="5326661"/>
                <a:ext cx="1800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A71D563-7C88-8B4E-ED5F-02AFA9FF52D6}"/>
              </a:ext>
            </a:extLst>
          </p:cNvPr>
          <p:cNvGrpSpPr/>
          <p:nvPr/>
        </p:nvGrpSpPr>
        <p:grpSpPr>
          <a:xfrm>
            <a:off x="3269274" y="5075381"/>
            <a:ext cx="728280" cy="183240"/>
            <a:chOff x="1778688" y="4729176"/>
            <a:chExt cx="72828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F6833B7-148A-0FD4-FB7B-31E36E15B2ED}"/>
                    </a:ext>
                  </a:extLst>
                </p14:cNvPr>
                <p14:cNvContentPartPr/>
                <p14:nvPr/>
              </p14:nvContentPartPr>
              <p14:xfrm>
                <a:off x="1778688" y="4743576"/>
                <a:ext cx="353880" cy="168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F6833B7-148A-0FD4-FB7B-31E36E15B2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70048" y="4734936"/>
                  <a:ext cx="371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426CE51-87F0-6AC3-27AB-1DF28E422B7B}"/>
                    </a:ext>
                  </a:extLst>
                </p14:cNvPr>
                <p14:cNvContentPartPr/>
                <p14:nvPr/>
              </p14:nvContentPartPr>
              <p14:xfrm>
                <a:off x="2145888" y="4729176"/>
                <a:ext cx="361080" cy="164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426CE51-87F0-6AC3-27AB-1DF28E422B7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36888" y="4720536"/>
                  <a:ext cx="378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3461AA0-2119-5610-14E4-6308580C2DFF}"/>
                    </a:ext>
                  </a:extLst>
                </p14:cNvPr>
                <p14:cNvContentPartPr/>
                <p14:nvPr/>
              </p14:nvContentPartPr>
              <p14:xfrm>
                <a:off x="2351448" y="4800816"/>
                <a:ext cx="152640" cy="212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3461AA0-2119-5610-14E4-6308580C2DF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42808" y="4792176"/>
                  <a:ext cx="17028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502B2E9E-BD68-BA25-B67B-FF7A61B141A4}"/>
                  </a:ext>
                </a:extLst>
              </p14:cNvPr>
              <p14:cNvContentPartPr/>
              <p14:nvPr/>
            </p14:nvContentPartPr>
            <p14:xfrm>
              <a:off x="1677714" y="5121821"/>
              <a:ext cx="19080" cy="158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502B2E9E-BD68-BA25-B67B-FF7A61B141A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669074" y="5112821"/>
                <a:ext cx="36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8EEAB3E-CDC4-120D-34BB-4D69AA7A32B0}"/>
                  </a:ext>
                </a:extLst>
              </p14:cNvPr>
              <p14:cNvContentPartPr/>
              <p14:nvPr/>
            </p14:nvContentPartPr>
            <p14:xfrm>
              <a:off x="993888" y="4538376"/>
              <a:ext cx="438840" cy="11347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8EEAB3E-CDC4-120D-34BB-4D69AA7A32B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5248" y="4529376"/>
                <a:ext cx="456480" cy="11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A2F22BA0-7530-3788-C93F-0CE4EAB34B49}"/>
              </a:ext>
            </a:extLst>
          </p:cNvPr>
          <p:cNvGrpSpPr/>
          <p:nvPr/>
        </p:nvGrpSpPr>
        <p:grpSpPr>
          <a:xfrm>
            <a:off x="918648" y="5803416"/>
            <a:ext cx="932400" cy="358920"/>
            <a:chOff x="918648" y="5803416"/>
            <a:chExt cx="93240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960F7E0-64E3-3CE7-08A6-B4FBA891A689}"/>
                    </a:ext>
                  </a:extLst>
                </p14:cNvPr>
                <p14:cNvContentPartPr/>
                <p14:nvPr/>
              </p14:nvContentPartPr>
              <p14:xfrm>
                <a:off x="918648" y="5902056"/>
                <a:ext cx="172080" cy="1864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960F7E0-64E3-3CE7-08A6-B4FBA891A68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0008" y="5893056"/>
                  <a:ext cx="189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FA8B0BF-42AA-C5A2-FEA2-67F6B159CC72}"/>
                    </a:ext>
                  </a:extLst>
                </p14:cNvPr>
                <p14:cNvContentPartPr/>
                <p14:nvPr/>
              </p14:nvContentPartPr>
              <p14:xfrm>
                <a:off x="1129248" y="5871096"/>
                <a:ext cx="266760" cy="183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FA8B0BF-42AA-C5A2-FEA2-67F6B159CC7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20248" y="5862096"/>
                  <a:ext cx="284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2171E52-EFC4-007C-30F1-27E68FEDD0E0}"/>
                    </a:ext>
                  </a:extLst>
                </p14:cNvPr>
                <p14:cNvContentPartPr/>
                <p14:nvPr/>
              </p14:nvContentPartPr>
              <p14:xfrm>
                <a:off x="1318968" y="5962536"/>
                <a:ext cx="109080" cy="201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2171E52-EFC4-007C-30F1-27E68FEDD0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10328" y="5953536"/>
                  <a:ext cx="12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5E9F541-BC11-4BE6-84C2-42BB64FE8523}"/>
                    </a:ext>
                  </a:extLst>
                </p14:cNvPr>
                <p14:cNvContentPartPr/>
                <p14:nvPr/>
              </p14:nvContentPartPr>
              <p14:xfrm>
                <a:off x="1468368" y="5944896"/>
                <a:ext cx="151200" cy="96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5E9F541-BC11-4BE6-84C2-42BB64FE85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59728" y="5935896"/>
                  <a:ext cx="168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CEE5CAB-59FF-BFA4-80D3-98DF8327C96A}"/>
                    </a:ext>
                  </a:extLst>
                </p14:cNvPr>
                <p14:cNvContentPartPr/>
                <p14:nvPr/>
              </p14:nvContentPartPr>
              <p14:xfrm>
                <a:off x="1746288" y="5803416"/>
                <a:ext cx="104760" cy="19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CEE5CAB-59FF-BFA4-80D3-98DF8327C96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37288" y="5794776"/>
                  <a:ext cx="122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36A21BA-BBF3-F61F-1CB6-481B7AEA8BE0}"/>
                    </a:ext>
                  </a:extLst>
                </p14:cNvPr>
                <p14:cNvContentPartPr/>
                <p14:nvPr/>
              </p14:nvContentPartPr>
              <p14:xfrm>
                <a:off x="1838808" y="6142176"/>
                <a:ext cx="5040" cy="20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36A21BA-BBF3-F61F-1CB6-481B7AEA8BE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30168" y="6133176"/>
                  <a:ext cx="226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71EF891F-CF89-1124-C943-388E9FF97118}"/>
                  </a:ext>
                </a:extLst>
              </p14:cNvPr>
              <p14:cNvContentPartPr/>
              <p14:nvPr/>
            </p14:nvContentPartPr>
            <p14:xfrm>
              <a:off x="1166688" y="3863376"/>
              <a:ext cx="358560" cy="1962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71EF891F-CF89-1124-C943-388E9FF9711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57688" y="3854736"/>
                <a:ext cx="37620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664D449-224A-E0A6-3B82-68875A28F22E}"/>
              </a:ext>
            </a:extLst>
          </p:cNvPr>
          <p:cNvGrpSpPr/>
          <p:nvPr/>
        </p:nvGrpSpPr>
        <p:grpSpPr>
          <a:xfrm>
            <a:off x="235728" y="3116376"/>
            <a:ext cx="2348695" cy="643332"/>
            <a:chOff x="235728" y="3116376"/>
            <a:chExt cx="2348695" cy="64333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C6FD6F8-560A-5284-897E-41DBAC37D4EA}"/>
                    </a:ext>
                  </a:extLst>
                </p14:cNvPr>
                <p14:cNvContentPartPr/>
                <p14:nvPr/>
              </p14:nvContentPartPr>
              <p14:xfrm>
                <a:off x="1876663" y="3555588"/>
                <a:ext cx="46800" cy="20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C6FD6F8-560A-5284-897E-41DBAC37D4E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68023" y="3546948"/>
                  <a:ext cx="64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F8DD52D-B4BD-9E6A-9959-389DE5B85205}"/>
                    </a:ext>
                  </a:extLst>
                </p14:cNvPr>
                <p14:cNvContentPartPr/>
                <p14:nvPr/>
              </p14:nvContentPartPr>
              <p14:xfrm>
                <a:off x="1897543" y="3640188"/>
                <a:ext cx="119880" cy="14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F8DD52D-B4BD-9E6A-9959-389DE5B852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88903" y="3631548"/>
                  <a:ext cx="137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62205F-A41C-098D-26B3-2C89141A7D55}"/>
                    </a:ext>
                  </a:extLst>
                </p14:cNvPr>
                <p14:cNvContentPartPr/>
                <p14:nvPr/>
              </p14:nvContentPartPr>
              <p14:xfrm>
                <a:off x="1996903" y="3543348"/>
                <a:ext cx="34920" cy="172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62205F-A41C-098D-26B3-2C89141A7D5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88263" y="3534708"/>
                  <a:ext cx="52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A199357-C51F-9483-75F2-C250F5BA6ACB}"/>
                    </a:ext>
                  </a:extLst>
                </p14:cNvPr>
                <p14:cNvContentPartPr/>
                <p14:nvPr/>
              </p14:nvContentPartPr>
              <p14:xfrm>
                <a:off x="2068543" y="3616068"/>
                <a:ext cx="118080" cy="120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A199357-C51F-9483-75F2-C250F5BA6AC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59903" y="3607068"/>
                  <a:ext cx="135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26211F5-4E06-389E-5A54-9A7FF9501F2F}"/>
                    </a:ext>
                  </a:extLst>
                </p14:cNvPr>
                <p14:cNvContentPartPr/>
                <p14:nvPr/>
              </p14:nvContentPartPr>
              <p14:xfrm>
                <a:off x="2252863" y="3553788"/>
                <a:ext cx="308160" cy="173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26211F5-4E06-389E-5A54-9A7FF9501F2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243863" y="3545148"/>
                  <a:ext cx="325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2958F67-F1AE-9395-2EBD-48F2167E333C}"/>
                    </a:ext>
                  </a:extLst>
                </p14:cNvPr>
                <p14:cNvContentPartPr/>
                <p14:nvPr/>
              </p14:nvContentPartPr>
              <p14:xfrm>
                <a:off x="2475343" y="3644868"/>
                <a:ext cx="109080" cy="14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2958F67-F1AE-9395-2EBD-48F2167E333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466343" y="3635868"/>
                  <a:ext cx="126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4CC75BD-C79C-4689-166D-1F14283318FB}"/>
                    </a:ext>
                  </a:extLst>
                </p14:cNvPr>
                <p14:cNvContentPartPr/>
                <p14:nvPr/>
              </p14:nvContentPartPr>
              <p14:xfrm>
                <a:off x="235728" y="3642696"/>
                <a:ext cx="159840" cy="115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4CC75BD-C79C-4689-166D-1F14283318F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7088" y="3634056"/>
                  <a:ext cx="177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BD700EB-E72C-D4FF-A71B-E1FF94CC26BF}"/>
                    </a:ext>
                  </a:extLst>
                </p14:cNvPr>
                <p14:cNvContentPartPr/>
                <p14:nvPr/>
              </p14:nvContentPartPr>
              <p14:xfrm>
                <a:off x="413208" y="3572856"/>
                <a:ext cx="124560" cy="126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BD700EB-E72C-D4FF-A71B-E1FF94CC26B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04568" y="3564216"/>
                  <a:ext cx="142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688B27E-05D2-5999-A4D9-F1BEE4E032DF}"/>
                    </a:ext>
                  </a:extLst>
                </p14:cNvPr>
                <p14:cNvContentPartPr/>
                <p14:nvPr/>
              </p14:nvContentPartPr>
              <p14:xfrm>
                <a:off x="526968" y="3526776"/>
                <a:ext cx="125640" cy="126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688B27E-05D2-5999-A4D9-F1BEE4E032D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7968" y="3517776"/>
                  <a:ext cx="143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BD36EE7-2C5C-CF75-4121-12FA48FEF37A}"/>
                    </a:ext>
                  </a:extLst>
                </p14:cNvPr>
                <p14:cNvContentPartPr/>
                <p14:nvPr/>
              </p14:nvContentPartPr>
              <p14:xfrm>
                <a:off x="633168" y="3453336"/>
                <a:ext cx="425520" cy="1472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BD36EE7-2C5C-CF75-4121-12FA48FEF37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4168" y="3444336"/>
                  <a:ext cx="443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B07A12B-7A08-8534-C6A8-536655E0710A}"/>
                    </a:ext>
                  </a:extLst>
                </p14:cNvPr>
                <p14:cNvContentPartPr/>
                <p14:nvPr/>
              </p14:nvContentPartPr>
              <p14:xfrm>
                <a:off x="1074168" y="3391056"/>
                <a:ext cx="138960" cy="257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B07A12B-7A08-8534-C6A8-536655E071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65528" y="3382056"/>
                  <a:ext cx="1566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40D6411-3973-99AA-E203-D87EADFDE508}"/>
                    </a:ext>
                  </a:extLst>
                </p14:cNvPr>
                <p14:cNvContentPartPr/>
                <p14:nvPr/>
              </p14:nvContentPartPr>
              <p14:xfrm>
                <a:off x="1104408" y="3293496"/>
                <a:ext cx="194400" cy="1638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40D6411-3973-99AA-E203-D87EADFDE50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5408" y="3284496"/>
                  <a:ext cx="212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59C3F42-E05B-5C5E-34F8-2FA6C1D4FED1}"/>
                    </a:ext>
                  </a:extLst>
                </p14:cNvPr>
                <p14:cNvContentPartPr/>
                <p14:nvPr/>
              </p14:nvContentPartPr>
              <p14:xfrm>
                <a:off x="1164168" y="3357216"/>
                <a:ext cx="143640" cy="468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59C3F42-E05B-5C5E-34F8-2FA6C1D4FED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55528" y="3348576"/>
                  <a:ext cx="161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D78E92C-9F17-315C-2552-E047C15185BC}"/>
                    </a:ext>
                  </a:extLst>
                </p14:cNvPr>
                <p14:cNvContentPartPr/>
                <p14:nvPr/>
              </p14:nvContentPartPr>
              <p14:xfrm>
                <a:off x="1335168" y="3352896"/>
                <a:ext cx="62640" cy="61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D78E92C-9F17-315C-2552-E047C15185B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326528" y="3344256"/>
                  <a:ext cx="80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A792551-EC25-2C4A-FF3A-B432A4167326}"/>
                    </a:ext>
                  </a:extLst>
                </p14:cNvPr>
                <p14:cNvContentPartPr/>
                <p14:nvPr/>
              </p14:nvContentPartPr>
              <p14:xfrm>
                <a:off x="1272888" y="3256056"/>
                <a:ext cx="18720" cy="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A792551-EC25-2C4A-FF3A-B432A416732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264248" y="3247056"/>
                  <a:ext cx="3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87E2A60-E3C8-9A03-9BB7-E8BB92E40678}"/>
                    </a:ext>
                  </a:extLst>
                </p14:cNvPr>
                <p14:cNvContentPartPr/>
                <p14:nvPr/>
              </p14:nvContentPartPr>
              <p14:xfrm>
                <a:off x="1483128" y="3279816"/>
                <a:ext cx="323640" cy="125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87E2A60-E3C8-9A03-9BB7-E8BB92E4067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474128" y="3270816"/>
                  <a:ext cx="341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4ECA590-0EE7-FEE2-8240-170994E4582E}"/>
                    </a:ext>
                  </a:extLst>
                </p14:cNvPr>
                <p14:cNvContentPartPr/>
                <p14:nvPr/>
              </p14:nvContentPartPr>
              <p14:xfrm>
                <a:off x="1862928" y="3224016"/>
                <a:ext cx="157320" cy="1371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4ECA590-0EE7-FEE2-8240-170994E4582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54288" y="3215376"/>
                  <a:ext cx="174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06C4FC1-DEB0-C965-6345-CEF5336DB3A3}"/>
                    </a:ext>
                  </a:extLst>
                </p14:cNvPr>
                <p14:cNvContentPartPr/>
                <p14:nvPr/>
              </p14:nvContentPartPr>
              <p14:xfrm>
                <a:off x="2083608" y="3116376"/>
                <a:ext cx="176040" cy="1490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06C4FC1-DEB0-C965-6345-CEF5336DB3A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074968" y="3107376"/>
                  <a:ext cx="193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5B00810-65E1-680A-93F7-7BAEF98DE7F9}"/>
                    </a:ext>
                  </a:extLst>
                </p14:cNvPr>
                <p14:cNvContentPartPr/>
                <p14:nvPr/>
              </p14:nvContentPartPr>
              <p14:xfrm>
                <a:off x="2303208" y="3374856"/>
                <a:ext cx="360" cy="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5B00810-65E1-680A-93F7-7BAEF98DE7F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94208" y="3366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338295ED-8250-021C-5582-6E6CCC251C35}"/>
                  </a:ext>
                </a:extLst>
              </p14:cNvPr>
              <p14:cNvContentPartPr/>
              <p14:nvPr/>
            </p14:nvContentPartPr>
            <p14:xfrm>
              <a:off x="1159848" y="3845016"/>
              <a:ext cx="158040" cy="8604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338295ED-8250-021C-5582-6E6CCC251C35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50848" y="3836016"/>
                <a:ext cx="175680" cy="1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26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DFC5B7-7F7E-ED82-90EB-44D45FBA7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00" y="258924"/>
            <a:ext cx="4494236" cy="5107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97910F-BA09-2B01-9D32-EDC2EA49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65" y="5051550"/>
            <a:ext cx="4915586" cy="89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ED089D-58D6-57D9-6AB0-569BD940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65" y="3751843"/>
            <a:ext cx="4486901" cy="838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76F00A-046C-DEB8-8825-FDD126F659E8}"/>
              </a:ext>
            </a:extLst>
          </p:cNvPr>
          <p:cNvSpPr txBox="1"/>
          <p:nvPr/>
        </p:nvSpPr>
        <p:spPr>
          <a:xfrm>
            <a:off x="790015" y="3290453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144A2-C8FC-8173-7C9E-7A3E313C0ACF}"/>
              </a:ext>
            </a:extLst>
          </p:cNvPr>
          <p:cNvSpPr txBox="1"/>
          <p:nvPr/>
        </p:nvSpPr>
        <p:spPr>
          <a:xfrm>
            <a:off x="790015" y="4636189"/>
            <a:ext cx="175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Energy balance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2172770-10DA-DF04-456D-873FC6C39C57}"/>
                  </a:ext>
                </a:extLst>
              </p14:cNvPr>
              <p14:cNvContentPartPr/>
              <p14:nvPr/>
            </p14:nvContentPartPr>
            <p14:xfrm>
              <a:off x="958050" y="816912"/>
              <a:ext cx="707040" cy="1672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2172770-10DA-DF04-456D-873FC6C39C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9050" y="808272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768AC6E-4C25-0779-18CD-39C30B9812EA}"/>
                  </a:ext>
                </a:extLst>
              </p14:cNvPr>
              <p14:cNvContentPartPr/>
              <p14:nvPr/>
            </p14:nvContentPartPr>
            <p14:xfrm>
              <a:off x="1784970" y="728352"/>
              <a:ext cx="665640" cy="1783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768AC6E-4C25-0779-18CD-39C30B9812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5970" y="719352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621F9E4-9914-A637-518C-4114635164F4}"/>
                  </a:ext>
                </a:extLst>
              </p14:cNvPr>
              <p14:cNvContentPartPr/>
              <p14:nvPr/>
            </p14:nvContentPartPr>
            <p14:xfrm>
              <a:off x="1242090" y="467352"/>
              <a:ext cx="811080" cy="954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621F9E4-9914-A637-518C-4114635164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3090" y="458352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79F51BA-3326-A507-12C4-192D4C271309}"/>
                  </a:ext>
                </a:extLst>
              </p14:cNvPr>
              <p14:cNvContentPartPr/>
              <p14:nvPr/>
            </p14:nvContentPartPr>
            <p14:xfrm>
              <a:off x="1944090" y="1315872"/>
              <a:ext cx="254520" cy="19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79F51BA-3326-A507-12C4-192D4C2713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35450" y="1307232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2F66382-2FF2-97A9-9C46-1FA7B4187E75}"/>
                  </a:ext>
                </a:extLst>
              </p14:cNvPr>
              <p14:cNvContentPartPr/>
              <p14:nvPr/>
            </p14:nvContentPartPr>
            <p14:xfrm>
              <a:off x="1020330" y="1086192"/>
              <a:ext cx="1368000" cy="47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2F66382-2FF2-97A9-9C46-1FA7B4187E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1330" y="1077552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57A1A15-D466-0BFB-1BF6-1A067D9BC3C4}"/>
                  </a:ext>
                </a:extLst>
              </p14:cNvPr>
              <p14:cNvContentPartPr/>
              <p14:nvPr/>
            </p14:nvContentPartPr>
            <p14:xfrm>
              <a:off x="856530" y="833112"/>
              <a:ext cx="702360" cy="1603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57A1A15-D466-0BFB-1BF6-1A067D9BC3C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7890" y="824472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2A85F30-3651-CB89-8DB3-182B0BC77FB0}"/>
                  </a:ext>
                </a:extLst>
              </p14:cNvPr>
              <p14:cNvContentPartPr/>
              <p14:nvPr/>
            </p14:nvContentPartPr>
            <p14:xfrm>
              <a:off x="1868850" y="751392"/>
              <a:ext cx="701640" cy="1689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2A85F30-3651-CB89-8DB3-182B0BC77F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59850" y="742752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BAD35DF-E2E4-7A82-9271-085DB12E1786}"/>
              </a:ext>
            </a:extLst>
          </p:cNvPr>
          <p:cNvGrpSpPr/>
          <p:nvPr/>
        </p:nvGrpSpPr>
        <p:grpSpPr>
          <a:xfrm>
            <a:off x="1549170" y="2476152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B6013F-78C1-0BB1-86C5-BB874AEF706A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B6013F-78C1-0BB1-86C5-BB874AEF70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1DE1007-63D2-C03D-8AB9-BF4DF3E8468E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1DE1007-63D2-C03D-8AB9-BF4DF3E8468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7DF4A5-DAA9-A9BB-032F-918A72794F15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7DF4A5-DAA9-A9BB-032F-918A72794F1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4F8FD2-76F5-7C02-2C0B-9BB86F69956C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4F8FD2-76F5-7C02-2C0B-9BB86F6995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6D360CF-EFAB-FF77-EF91-CBF5921A87EC}"/>
                  </a:ext>
                </a:extLst>
              </p14:cNvPr>
              <p14:cNvContentPartPr/>
              <p14:nvPr/>
            </p14:nvContentPartPr>
            <p14:xfrm>
              <a:off x="863370" y="826632"/>
              <a:ext cx="727560" cy="1551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6D360CF-EFAB-FF77-EF91-CBF5921A87E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4370" y="817632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CAEF677-6885-0A34-DEC8-8C4D58F5ABF0}"/>
                  </a:ext>
                </a:extLst>
              </p14:cNvPr>
              <p14:cNvContentPartPr/>
              <p14:nvPr/>
            </p14:nvContentPartPr>
            <p14:xfrm>
              <a:off x="1874970" y="761472"/>
              <a:ext cx="661680" cy="1649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CAEF677-6885-0A34-DEC8-8C4D58F5ABF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866330" y="752832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684241A-39FD-3E13-DFF0-4AB0EABAD3E2}"/>
              </a:ext>
            </a:extLst>
          </p:cNvPr>
          <p:cNvGrpSpPr/>
          <p:nvPr/>
        </p:nvGrpSpPr>
        <p:grpSpPr>
          <a:xfrm>
            <a:off x="1140570" y="1333512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D997DBA-F1D5-E863-43F6-31DBF8A64647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D997DBA-F1D5-E863-43F6-31DBF8A646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6E1CB31-606D-8DFE-53B3-6D6DBB82C499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6E1CB31-606D-8DFE-53B3-6D6DBB82C4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D8CFB3-3F18-D588-D724-DED272785C34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D8CFB3-3F18-D588-D724-DED272785C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916905-AD58-2B2E-A24E-BC310D47D746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916905-AD58-2B2E-A24E-BC310D47D74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20CD27-41CA-71F1-5E8A-63DE4D4CC0FB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20CD27-41CA-71F1-5E8A-63DE4D4CC0F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14FDE3-8BE8-8A4D-7D8A-81F4AE8EE156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14FDE3-8BE8-8A4D-7D8A-81F4AE8EE1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B981195-B925-131A-1677-18626DF1348C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B981195-B925-131A-1677-18626DF1348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B76A82-5804-8047-90AF-0D66BC5A9CD5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B76A82-5804-8047-90AF-0D66BC5A9C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E5620E4-3765-D63F-B3FD-92E876F46C69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E5620E4-3765-D63F-B3FD-92E876F46C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FB6181-D64C-B9DF-70EF-FED94F2EFEEA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FB6181-D64C-B9DF-70EF-FED94F2EFE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1275C1-E308-6715-A3CF-E78D2C4A6947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1275C1-E308-6715-A3CF-E78D2C4A69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8E64CDD-4B88-055D-BC36-44AE3FC6419C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8E64CDD-4B88-055D-BC36-44AE3FC641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2DFB2A-390F-D390-2B8F-24D84C2EE75C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2DFB2A-390F-D390-2B8F-24D84C2EE7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35E8040-7E34-9129-5BAC-E9A22B3EA06E}"/>
                  </a:ext>
                </a:extLst>
              </p14:cNvPr>
              <p14:cNvContentPartPr/>
              <p14:nvPr/>
            </p14:nvContentPartPr>
            <p14:xfrm>
              <a:off x="1274490" y="1588032"/>
              <a:ext cx="1872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35E8040-7E34-9129-5BAC-E9A22B3EA06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65490" y="1579392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85CD1AD-326E-F456-D65B-CB0FA7074F23}"/>
                  </a:ext>
                </a:extLst>
              </p14:cNvPr>
              <p14:cNvContentPartPr/>
              <p14:nvPr/>
            </p14:nvContentPartPr>
            <p14:xfrm>
              <a:off x="1657890" y="1498752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85CD1AD-326E-F456-D65B-CB0FA7074F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48890" y="14901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4019843-BD62-75D8-40B3-755A554A07AE}"/>
                  </a:ext>
                </a:extLst>
              </p14:cNvPr>
              <p14:cNvContentPartPr/>
              <p14:nvPr/>
            </p14:nvContentPartPr>
            <p14:xfrm>
              <a:off x="1667250" y="1878912"/>
              <a:ext cx="612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4019843-BD62-75D8-40B3-755A554A07A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58250" y="1870272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51FB828-67E8-28A7-FB3F-BEC7DB7F4C9B}"/>
                  </a:ext>
                </a:extLst>
              </p14:cNvPr>
              <p14:cNvContentPartPr/>
              <p14:nvPr/>
            </p14:nvContentPartPr>
            <p14:xfrm>
              <a:off x="1362330" y="1945152"/>
              <a:ext cx="7200" cy="1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51FB828-67E8-28A7-FB3F-BEC7DB7F4C9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53330" y="1936152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A1BE36D-2686-3F8B-6440-A4D6021FABAD}"/>
                  </a:ext>
                </a:extLst>
              </p14:cNvPr>
              <p14:cNvContentPartPr/>
              <p14:nvPr/>
            </p14:nvContentPartPr>
            <p14:xfrm>
              <a:off x="1889010" y="2167632"/>
              <a:ext cx="5040" cy="212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A1BE36D-2686-3F8B-6440-A4D6021FAB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80010" y="2158992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C9457D91-C268-398D-179A-B68F8D967ADB}"/>
              </a:ext>
            </a:extLst>
          </p:cNvPr>
          <p:cNvGrpSpPr/>
          <p:nvPr/>
        </p:nvGrpSpPr>
        <p:grpSpPr>
          <a:xfrm>
            <a:off x="2015730" y="1561752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3A9C48-6149-CCD5-F538-7AA3A419FFED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3A9C48-6149-CCD5-F538-7AA3A419F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612256-638F-6B59-545E-FCBCDA2F4576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612256-638F-6B59-545E-FCBCDA2F45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BB902BC-A5E4-0DCA-1F33-A103D1E30D55}"/>
                  </a:ext>
                </a:extLst>
              </p14:cNvPr>
              <p14:cNvContentPartPr/>
              <p14:nvPr/>
            </p14:nvContentPartPr>
            <p14:xfrm>
              <a:off x="2300130" y="1253232"/>
              <a:ext cx="7200" cy="104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BB902BC-A5E4-0DCA-1F33-A103D1E30D5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291130" y="1244232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295C1AE-9054-38C4-EE50-E25A1A0E6081}"/>
                  </a:ext>
                </a:extLst>
              </p14:cNvPr>
              <p14:cNvContentPartPr/>
              <p14:nvPr/>
            </p14:nvContentPartPr>
            <p14:xfrm>
              <a:off x="1981170" y="587592"/>
              <a:ext cx="104760" cy="348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295C1AE-9054-38C4-EE50-E25A1A0E608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72530" y="578592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CC5D360-F5BA-D371-E80A-E2E3C852FEF9}"/>
                  </a:ext>
                </a:extLst>
              </p14:cNvPr>
              <p14:cNvContentPartPr/>
              <p14:nvPr/>
            </p14:nvContentPartPr>
            <p14:xfrm>
              <a:off x="1108170" y="633672"/>
              <a:ext cx="95400" cy="262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CC5D360-F5BA-D371-E80A-E2E3C852FEF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99170" y="625032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2A6C593-2125-22E8-9FFE-E04EBDF51186}"/>
                  </a:ext>
                </a:extLst>
              </p14:cNvPr>
              <p14:cNvContentPartPr/>
              <p14:nvPr/>
            </p14:nvContentPartPr>
            <p14:xfrm>
              <a:off x="1617570" y="359352"/>
              <a:ext cx="42840" cy="303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2A6C593-2125-22E8-9FFE-E04EBDF5118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608570" y="350712"/>
                <a:ext cx="6048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3B2234AE-A2A9-DB5F-21C5-1320BD300FE9}"/>
              </a:ext>
            </a:extLst>
          </p:cNvPr>
          <p:cNvSpPr txBox="1"/>
          <p:nvPr/>
        </p:nvSpPr>
        <p:spPr>
          <a:xfrm>
            <a:off x="3247564" y="467352"/>
            <a:ext cx="37134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Independent variable </a:t>
            </a:r>
            <a:r>
              <a:rPr lang="da-DK" dirty="0">
                <a:sym typeface="Wingdings" panose="05000000000000000000" pitchFamily="2" charset="2"/>
              </a:rPr>
              <a:t> time</a:t>
            </a:r>
          </a:p>
          <a:p>
            <a:r>
              <a:rPr lang="da-DK" dirty="0">
                <a:sym typeface="Wingdings" panose="05000000000000000000" pitchFamily="2" charset="2"/>
              </a:rPr>
              <a:t>Dependent variable  </a:t>
            </a:r>
            <a:r>
              <a:rPr lang="da-DK" dirty="0" err="1">
                <a:sym typeface="Wingdings" panose="05000000000000000000" pitchFamily="2" charset="2"/>
              </a:rPr>
              <a:t>Many</a:t>
            </a:r>
            <a:r>
              <a:rPr lang="da-DK" dirty="0">
                <a:sym typeface="Wingdings" panose="05000000000000000000" pitchFamily="2" charset="2"/>
              </a:rPr>
              <a:t>! (but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are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interested</a:t>
            </a:r>
            <a:r>
              <a:rPr lang="da-DK" dirty="0">
                <a:sym typeface="Wingdings" panose="05000000000000000000" pitchFamily="2" charset="2"/>
              </a:rPr>
              <a:t> in ”heat removed” from the system (</a:t>
            </a:r>
            <a:r>
              <a:rPr lang="da-DK" dirty="0" err="1">
                <a:sym typeface="Wingdings" panose="05000000000000000000" pitchFamily="2" charset="2"/>
              </a:rPr>
              <a:t>which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depends</a:t>
            </a:r>
            <a:r>
              <a:rPr lang="da-DK" dirty="0">
                <a:sym typeface="Wingdings" panose="05000000000000000000" pitchFamily="2" charset="2"/>
              </a:rPr>
              <a:t> on </a:t>
            </a:r>
            <a:r>
              <a:rPr lang="da-DK" dirty="0" err="1">
                <a:sym typeface="Wingdings" panose="05000000000000000000" pitchFamily="2" charset="2"/>
              </a:rPr>
              <a:t>other</a:t>
            </a:r>
            <a:r>
              <a:rPr lang="da-DK" dirty="0">
                <a:sym typeface="Wingdings" panose="05000000000000000000" pitchFamily="2" charset="2"/>
              </a:rPr>
              <a:t> time dependent variables)</a:t>
            </a:r>
          </a:p>
          <a:p>
            <a:r>
              <a:rPr lang="da-DK" dirty="0">
                <a:sym typeface="Wingdings" panose="05000000000000000000" pitchFamily="2" charset="2"/>
              </a:rPr>
              <a:t>Or </a:t>
            </a:r>
            <a:r>
              <a:rPr lang="da-DK" dirty="0" err="1">
                <a:sym typeface="Wingdings" panose="05000000000000000000" pitchFamily="2" charset="2"/>
              </a:rPr>
              <a:t>are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interested</a:t>
            </a:r>
            <a:r>
              <a:rPr lang="da-DK" dirty="0">
                <a:sym typeface="Wingdings" panose="05000000000000000000" pitchFamily="2" charset="2"/>
              </a:rPr>
              <a:t> in </a:t>
            </a:r>
            <a:r>
              <a:rPr lang="da-DK" dirty="0" err="1">
                <a:sym typeface="Wingdings" panose="05000000000000000000" pitchFamily="2" charset="2"/>
              </a:rPr>
              <a:t>temperature</a:t>
            </a:r>
            <a:r>
              <a:rPr lang="da-DK" dirty="0">
                <a:sym typeface="Wingdings" panose="05000000000000000000" pitchFamily="2" charset="2"/>
              </a:rPr>
              <a:t> of the system?</a:t>
            </a:r>
          </a:p>
          <a:p>
            <a:r>
              <a:rPr lang="da-DK" dirty="0" err="1">
                <a:sym typeface="Wingdings" panose="05000000000000000000" pitchFamily="2" charset="2"/>
              </a:rPr>
              <a:t>Boundary</a:t>
            </a:r>
            <a:r>
              <a:rPr lang="da-DK" dirty="0">
                <a:sym typeface="Wingdings" panose="05000000000000000000" pitchFamily="2" charset="2"/>
              </a:rPr>
              <a:t> of system to model?</a:t>
            </a:r>
            <a:endParaRPr lang="da-D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7B5C972-5281-A5EC-064D-3C67BE670CD0}"/>
              </a:ext>
            </a:extLst>
          </p:cNvPr>
          <p:cNvSpPr/>
          <p:nvPr/>
        </p:nvSpPr>
        <p:spPr>
          <a:xfrm>
            <a:off x="1020330" y="1086192"/>
            <a:ext cx="1367554" cy="12275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AF853B9-85CA-E0F3-E3BD-56DDA6DC7F82}"/>
                  </a:ext>
                </a:extLst>
              </p14:cNvPr>
              <p14:cNvContentPartPr/>
              <p14:nvPr/>
            </p14:nvContentPartPr>
            <p14:xfrm>
              <a:off x="2414736" y="2018304"/>
              <a:ext cx="720720" cy="1944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AF853B9-85CA-E0F3-E3BD-56DDA6DC7F8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06096" y="2009304"/>
                <a:ext cx="7383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EABFDDE-09F0-D43F-C215-491778C1C60D}"/>
                  </a:ext>
                </a:extLst>
              </p14:cNvPr>
              <p14:cNvContentPartPr/>
              <p14:nvPr/>
            </p14:nvContentPartPr>
            <p14:xfrm>
              <a:off x="8273088" y="1628856"/>
              <a:ext cx="1557360" cy="6858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EABFDDE-09F0-D43F-C215-491778C1C6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64448" y="1619856"/>
                <a:ext cx="1575000" cy="70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4403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04516E-D059-1F2E-AAD6-465EA0583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963" y="596549"/>
            <a:ext cx="4494236" cy="51070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CBEBCE-8A5A-90F6-5570-5E902111DC6B}"/>
              </a:ext>
            </a:extLst>
          </p:cNvPr>
          <p:cNvCxnSpPr>
            <a:cxnSpLocks/>
          </p:cNvCxnSpPr>
          <p:nvPr/>
        </p:nvCxnSpPr>
        <p:spPr>
          <a:xfrm flipH="1" flipV="1">
            <a:off x="5413513" y="1716157"/>
            <a:ext cx="2387532" cy="1330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loud 5">
            <a:extLst>
              <a:ext uri="{FF2B5EF4-FFF2-40B4-BE49-F238E27FC236}">
                <a16:creationId xmlns:a16="http://schemas.microsoft.com/office/drawing/2014/main" id="{AF67A817-F75A-EA52-71F3-D2258B31C4BA}"/>
              </a:ext>
            </a:extLst>
          </p:cNvPr>
          <p:cNvSpPr/>
          <p:nvPr/>
        </p:nvSpPr>
        <p:spPr>
          <a:xfrm>
            <a:off x="841513" y="530087"/>
            <a:ext cx="3836504" cy="180229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Basics </a:t>
            </a:r>
            <a:r>
              <a:rPr lang="da-DK" dirty="0" err="1"/>
              <a:t>learned</a:t>
            </a:r>
            <a:r>
              <a:rPr lang="da-DK" dirty="0"/>
              <a:t> in </a:t>
            </a:r>
            <a:r>
              <a:rPr lang="da-DK" dirty="0" err="1"/>
              <a:t>Numerical</a:t>
            </a:r>
            <a:r>
              <a:rPr lang="da-DK" dirty="0"/>
              <a:t> Analysis! (</a:t>
            </a:r>
            <a:r>
              <a:rPr lang="da-DK" dirty="0" err="1"/>
              <a:t>hopefully</a:t>
            </a:r>
            <a:r>
              <a:rPr lang="da-DK" dirty="0"/>
              <a:t>)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FFFDE6-717F-81F0-BB09-CCD14D8B95E5}"/>
              </a:ext>
            </a:extLst>
          </p:cNvPr>
          <p:cNvCxnSpPr>
            <a:cxnSpLocks/>
          </p:cNvCxnSpPr>
          <p:nvPr/>
        </p:nvCxnSpPr>
        <p:spPr>
          <a:xfrm flipH="1">
            <a:off x="4744278" y="3210340"/>
            <a:ext cx="3056767" cy="612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DD9F7-42F8-55D9-77A2-16A887832A2B}"/>
              </a:ext>
            </a:extLst>
          </p:cNvPr>
          <p:cNvSpPr/>
          <p:nvPr/>
        </p:nvSpPr>
        <p:spPr>
          <a:xfrm>
            <a:off x="735216" y="3293164"/>
            <a:ext cx="3644348" cy="23191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Implement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BCs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Implement</a:t>
            </a:r>
            <a:r>
              <a:rPr lang="da-DK" dirty="0"/>
              <a:t> in </a:t>
            </a:r>
            <a:r>
              <a:rPr lang="da-DK" dirty="0" err="1"/>
              <a:t>higher</a:t>
            </a:r>
            <a:r>
              <a:rPr lang="da-DK" dirty="0"/>
              <a:t> dimensions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C9ECF-F136-7A85-C568-C06FAB0ABCB0}"/>
              </a:ext>
            </a:extLst>
          </p:cNvPr>
          <p:cNvSpPr txBox="1"/>
          <p:nvPr/>
        </p:nvSpPr>
        <p:spPr>
          <a:xfrm>
            <a:off x="563217" y="2841008"/>
            <a:ext cx="424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Additional</a:t>
            </a:r>
            <a:r>
              <a:rPr lang="da-DK" dirty="0"/>
              <a:t> solution </a:t>
            </a:r>
            <a:r>
              <a:rPr lang="da-DK" dirty="0" err="1"/>
              <a:t>theory</a:t>
            </a:r>
            <a:r>
              <a:rPr lang="da-DK" dirty="0"/>
              <a:t> in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course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7166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264CAF-C6C3-F097-A47A-AA15ADF3E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00" y="258924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EB7F4D-0E32-CC07-7514-E4B0D1DF13E0}"/>
                  </a:ext>
                </a:extLst>
              </p14:cNvPr>
              <p14:cNvContentPartPr/>
              <p14:nvPr/>
            </p14:nvContentPartPr>
            <p14:xfrm>
              <a:off x="3778681" y="1650316"/>
              <a:ext cx="707040" cy="167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EB7F4D-0E32-CC07-7514-E4B0D1DF13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681" y="1641676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683043-4BEE-9280-091C-22ABF5EE10EB}"/>
                  </a:ext>
                </a:extLst>
              </p14:cNvPr>
              <p14:cNvContentPartPr/>
              <p14:nvPr/>
            </p14:nvContentPartPr>
            <p14:xfrm>
              <a:off x="4605601" y="1561756"/>
              <a:ext cx="665640" cy="1783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683043-4BEE-9280-091C-22ABF5EE10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6601" y="1552756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7A99B1-F048-71D1-B861-9A09FD8F7B48}"/>
                  </a:ext>
                </a:extLst>
              </p14:cNvPr>
              <p14:cNvContentPartPr/>
              <p14:nvPr/>
            </p14:nvContentPartPr>
            <p14:xfrm>
              <a:off x="4062721" y="1300756"/>
              <a:ext cx="811080" cy="954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7A99B1-F048-71D1-B861-9A09FD8F7B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3721" y="1291756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8911C0-04B3-404A-6227-DDAD4F5193A1}"/>
                  </a:ext>
                </a:extLst>
              </p14:cNvPr>
              <p14:cNvContentPartPr/>
              <p14:nvPr/>
            </p14:nvContentPartPr>
            <p14:xfrm>
              <a:off x="4764721" y="2149276"/>
              <a:ext cx="254520" cy="19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8911C0-04B3-404A-6227-DDAD4F5193A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56081" y="2140636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9709AF-DBA2-94FA-8FCA-C8E01DE25147}"/>
                  </a:ext>
                </a:extLst>
              </p14:cNvPr>
              <p14:cNvContentPartPr/>
              <p14:nvPr/>
            </p14:nvContentPartPr>
            <p14:xfrm>
              <a:off x="3840961" y="1919596"/>
              <a:ext cx="1368000" cy="47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9709AF-DBA2-94FA-8FCA-C8E01DE2514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31961" y="1910956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AA126F-206F-CBF4-BD71-37985DF8F883}"/>
                  </a:ext>
                </a:extLst>
              </p14:cNvPr>
              <p14:cNvContentPartPr/>
              <p14:nvPr/>
            </p14:nvContentPartPr>
            <p14:xfrm>
              <a:off x="3677161" y="1666516"/>
              <a:ext cx="702360" cy="160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AA126F-206F-CBF4-BD71-37985DF8F88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68521" y="1657876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8C96F9-1B2A-9F43-73D2-D2A71A2B678F}"/>
                  </a:ext>
                </a:extLst>
              </p14:cNvPr>
              <p14:cNvContentPartPr/>
              <p14:nvPr/>
            </p14:nvContentPartPr>
            <p14:xfrm>
              <a:off x="4689481" y="1584796"/>
              <a:ext cx="701640" cy="1689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8C96F9-1B2A-9F43-73D2-D2A71A2B678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80481" y="1576156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3EA2696-6AB3-0C75-25B7-FD12D203DBE6}"/>
              </a:ext>
            </a:extLst>
          </p:cNvPr>
          <p:cNvGrpSpPr/>
          <p:nvPr/>
        </p:nvGrpSpPr>
        <p:grpSpPr>
          <a:xfrm>
            <a:off x="4369801" y="3309556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F50D8B-174B-BD8B-4658-091E01E6B023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F50D8B-174B-BD8B-4658-091E01E6B02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ABEA68-9FB3-126B-E155-069F43F8F7DE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ABEA68-9FB3-126B-E155-069F43F8F7D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E9CB96-0CE4-2557-4ACE-409192BD1C00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E9CB96-0CE4-2557-4ACE-409192BD1C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8E8EBB-0F02-871A-DCCC-8BDFA01E0B53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8E8EBB-0F02-871A-DCCC-8BDFA01E0B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8F06D0-072D-EE39-1737-F3581482D910}"/>
                  </a:ext>
                </a:extLst>
              </p14:cNvPr>
              <p14:cNvContentPartPr/>
              <p14:nvPr/>
            </p14:nvContentPartPr>
            <p14:xfrm>
              <a:off x="3684001" y="1660036"/>
              <a:ext cx="727560" cy="1551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8F06D0-072D-EE39-1737-F3581482D91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675001" y="1651036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58A1E82-E834-393A-1B04-17A34DA04158}"/>
                  </a:ext>
                </a:extLst>
              </p14:cNvPr>
              <p14:cNvContentPartPr/>
              <p14:nvPr/>
            </p14:nvContentPartPr>
            <p14:xfrm>
              <a:off x="4695601" y="1594876"/>
              <a:ext cx="661680" cy="1649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58A1E82-E834-393A-1B04-17A34DA0415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686961" y="1586236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451237C-9E6D-B226-1833-1F4FCC0F2074}"/>
              </a:ext>
            </a:extLst>
          </p:cNvPr>
          <p:cNvGrpSpPr/>
          <p:nvPr/>
        </p:nvGrpSpPr>
        <p:grpSpPr>
          <a:xfrm>
            <a:off x="3961201" y="2166916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A3C298-4706-738F-17D2-85A6D5BCADA5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A3C298-4706-738F-17D2-85A6D5BCADA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1D9CE59-77B9-4C65-DBC1-93540D5A2E98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1D9CE59-77B9-4C65-DBC1-93540D5A2E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DFAC12-297D-F245-1640-FE78D04604C2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DFAC12-297D-F245-1640-FE78D04604C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CD88EA-A224-1630-4313-D48CB9411CBA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CD88EA-A224-1630-4313-D48CB9411C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7FEA1E-354A-52CA-2DA6-0444ED696C2E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7FEA1E-354A-52CA-2DA6-0444ED696C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AB91EE-A669-E9F5-67F2-1DDA9E5C1967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AB91EE-A669-E9F5-67F2-1DDA9E5C19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88859A-E66C-76CB-191F-1D653FF93E55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88859A-E66C-76CB-191F-1D653FF93E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C90F88-6245-93B7-195B-708C52922435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C90F88-6245-93B7-195B-708C5292243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72849F-872E-022D-0C48-41F4245DA861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72849F-872E-022D-0C48-41F4245DA8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7839B0-5988-5FB8-B244-3130B53C7BE7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7839B0-5988-5FB8-B244-3130B53C7BE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676477-8D07-8FE8-C7E9-4575104A0A30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676477-8D07-8FE8-C7E9-4575104A0A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CDFECE-3A63-627A-AFAC-8157B26C5B63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CDFECE-3A63-627A-AFAC-8157B26C5B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F9AF9E-6EF5-ACE7-B5ED-7B9EFBAB788F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F9AF9E-6EF5-ACE7-B5ED-7B9EFBAB788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E808B22-987C-4356-1004-0ECEC5DB8F52}"/>
                  </a:ext>
                </a:extLst>
              </p14:cNvPr>
              <p14:cNvContentPartPr/>
              <p14:nvPr/>
            </p14:nvContentPartPr>
            <p14:xfrm>
              <a:off x="4095121" y="2421436"/>
              <a:ext cx="1872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E808B22-987C-4356-1004-0ECEC5DB8F5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086121" y="2412796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77D875-6DE4-DDB2-A52A-0BCB43FFDB6A}"/>
                  </a:ext>
                </a:extLst>
              </p14:cNvPr>
              <p14:cNvContentPartPr/>
              <p14:nvPr/>
            </p14:nvContentPartPr>
            <p14:xfrm>
              <a:off x="4478521" y="2332156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77D875-6DE4-DDB2-A52A-0BCB43FFDB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69521" y="23235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85828C3-2ECD-EA18-9AB9-E7341A92E2DB}"/>
                  </a:ext>
                </a:extLst>
              </p14:cNvPr>
              <p14:cNvContentPartPr/>
              <p14:nvPr/>
            </p14:nvContentPartPr>
            <p14:xfrm>
              <a:off x="4487881" y="2712316"/>
              <a:ext cx="612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85828C3-2ECD-EA18-9AB9-E7341A92E2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78881" y="2703676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043004B-F0B5-086B-0989-458BC94D39DB}"/>
                  </a:ext>
                </a:extLst>
              </p14:cNvPr>
              <p14:cNvContentPartPr/>
              <p14:nvPr/>
            </p14:nvContentPartPr>
            <p14:xfrm>
              <a:off x="4182961" y="2778556"/>
              <a:ext cx="7200" cy="1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043004B-F0B5-086B-0989-458BC94D39D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73961" y="2769556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C6190F9-CFD6-2139-8A69-E2E2CD7E12C0}"/>
                  </a:ext>
                </a:extLst>
              </p14:cNvPr>
              <p14:cNvContentPartPr/>
              <p14:nvPr/>
            </p14:nvContentPartPr>
            <p14:xfrm>
              <a:off x="4709641" y="3001036"/>
              <a:ext cx="5040" cy="21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C6190F9-CFD6-2139-8A69-E2E2CD7E12C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00641" y="2992396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5CE3773-4772-E4F3-3849-23A4641791B3}"/>
              </a:ext>
            </a:extLst>
          </p:cNvPr>
          <p:cNvGrpSpPr/>
          <p:nvPr/>
        </p:nvGrpSpPr>
        <p:grpSpPr>
          <a:xfrm>
            <a:off x="4836361" y="2395156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87A128-2D05-0E15-DA4E-C6D147BEB6C7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87A128-2D05-0E15-DA4E-C6D147BEB6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8C1A3D-FF1C-1F44-E35C-64AA3EF82BA1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8C1A3D-FF1C-1F44-E35C-64AA3EF82B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EEC9E6C-4B4B-07BB-BEF9-F9A50B5283A3}"/>
                  </a:ext>
                </a:extLst>
              </p14:cNvPr>
              <p14:cNvContentPartPr/>
              <p14:nvPr/>
            </p14:nvContentPartPr>
            <p14:xfrm>
              <a:off x="5120761" y="2086636"/>
              <a:ext cx="7200" cy="10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EEC9E6C-4B4B-07BB-BEF9-F9A50B5283A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11761" y="2077636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575FD3F-D9B7-415B-0B63-03F351215392}"/>
                  </a:ext>
                </a:extLst>
              </p14:cNvPr>
              <p14:cNvContentPartPr/>
              <p14:nvPr/>
            </p14:nvContentPartPr>
            <p14:xfrm>
              <a:off x="4801801" y="1420996"/>
              <a:ext cx="104760" cy="348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575FD3F-D9B7-415B-0B63-03F35121539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793161" y="1411996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860547A-04E1-E35F-27AD-97646D6AFBEF}"/>
                  </a:ext>
                </a:extLst>
              </p14:cNvPr>
              <p14:cNvContentPartPr/>
              <p14:nvPr/>
            </p14:nvContentPartPr>
            <p14:xfrm>
              <a:off x="3928801" y="1467076"/>
              <a:ext cx="95400" cy="262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860547A-04E1-E35F-27AD-97646D6AFBE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919801" y="1458436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DB6364-AB75-26FF-01F1-0F5FF28FBAAD}"/>
                  </a:ext>
                </a:extLst>
              </p14:cNvPr>
              <p14:cNvContentPartPr/>
              <p14:nvPr/>
            </p14:nvContentPartPr>
            <p14:xfrm>
              <a:off x="4438201" y="1192756"/>
              <a:ext cx="42840" cy="3034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DB6364-AB75-26FF-01F1-0F5FF28FBAA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429201" y="1184116"/>
                <a:ext cx="6048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157B88EA-BB82-61C2-2E8D-B9E5C04D6CD2}"/>
              </a:ext>
            </a:extLst>
          </p:cNvPr>
          <p:cNvSpPr/>
          <p:nvPr/>
        </p:nvSpPr>
        <p:spPr>
          <a:xfrm>
            <a:off x="3840961" y="1919596"/>
            <a:ext cx="1367554" cy="12275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6245CC0-AE70-F4E1-FC4B-F946861BEA82}"/>
                  </a:ext>
                </a:extLst>
              </p14:cNvPr>
              <p14:cNvContentPartPr/>
              <p14:nvPr/>
            </p14:nvContentPartPr>
            <p14:xfrm>
              <a:off x="8187025" y="2996356"/>
              <a:ext cx="1680840" cy="672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6245CC0-AE70-F4E1-FC4B-F946861BEA8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78025" y="2987356"/>
                <a:ext cx="1698480" cy="6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37D0FE2-3E68-9310-DE09-634839CE495D}"/>
                  </a:ext>
                </a:extLst>
              </p14:cNvPr>
              <p14:cNvContentPartPr/>
              <p14:nvPr/>
            </p14:nvContentPartPr>
            <p14:xfrm>
              <a:off x="6160945" y="2092756"/>
              <a:ext cx="1977840" cy="843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37D0FE2-3E68-9310-DE09-634839CE495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51945" y="2083756"/>
                <a:ext cx="1995480" cy="86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6E7DC450-616D-09E5-5B98-5EFD8C780334}"/>
              </a:ext>
            </a:extLst>
          </p:cNvPr>
          <p:cNvGrpSpPr/>
          <p:nvPr/>
        </p:nvGrpSpPr>
        <p:grpSpPr>
          <a:xfrm>
            <a:off x="3446761" y="666872"/>
            <a:ext cx="2095920" cy="393480"/>
            <a:chOff x="3302185" y="1676236"/>
            <a:chExt cx="209592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C7916E-EF11-1353-FF48-97707528164A}"/>
                    </a:ext>
                  </a:extLst>
                </p14:cNvPr>
                <p14:cNvContentPartPr/>
                <p14:nvPr/>
              </p14:nvContentPartPr>
              <p14:xfrm>
                <a:off x="3304345" y="1828156"/>
                <a:ext cx="97560" cy="241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C7916E-EF11-1353-FF48-9770752816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95705" y="1819516"/>
                  <a:ext cx="115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BF36719-C252-26A8-119B-A26E02330F99}"/>
                    </a:ext>
                  </a:extLst>
                </p14:cNvPr>
                <p14:cNvContentPartPr/>
                <p14:nvPr/>
              </p14:nvContentPartPr>
              <p14:xfrm>
                <a:off x="3302185" y="1796836"/>
                <a:ext cx="190440" cy="214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F36719-C252-26A8-119B-A26E02330F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93185" y="1788196"/>
                  <a:ext cx="208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F82B76-7F79-36EC-DF5E-10720748BCB4}"/>
                    </a:ext>
                  </a:extLst>
                </p14:cNvPr>
                <p14:cNvContentPartPr/>
                <p14:nvPr/>
              </p14:nvContentPartPr>
              <p14:xfrm>
                <a:off x="3567145" y="1860556"/>
                <a:ext cx="173160" cy="123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F82B76-7F79-36EC-DF5E-10720748BC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58145" y="1851916"/>
                  <a:ext cx="190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817912-8CAF-6C16-A4E4-489BAD36A20B}"/>
                    </a:ext>
                  </a:extLst>
                </p14:cNvPr>
                <p14:cNvContentPartPr/>
                <p14:nvPr/>
              </p14:nvContentPartPr>
              <p14:xfrm>
                <a:off x="3762625" y="1865236"/>
                <a:ext cx="137880" cy="136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817912-8CAF-6C16-A4E4-489BAD36A2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53985" y="1856236"/>
                  <a:ext cx="155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B0B5EF-AE83-4B38-6860-4F2450A3C085}"/>
                    </a:ext>
                  </a:extLst>
                </p14:cNvPr>
                <p14:cNvContentPartPr/>
                <p14:nvPr/>
              </p14:nvContentPartPr>
              <p14:xfrm>
                <a:off x="3945865" y="1753276"/>
                <a:ext cx="246240" cy="235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B0B5EF-AE83-4B38-6860-4F2450A3C0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37225" y="1744276"/>
                  <a:ext cx="263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99344E8-16F0-114D-3FD7-2F7666CD0CDD}"/>
                    </a:ext>
                  </a:extLst>
                </p14:cNvPr>
                <p14:cNvContentPartPr/>
                <p14:nvPr/>
              </p14:nvContentPartPr>
              <p14:xfrm>
                <a:off x="4325305" y="1759396"/>
                <a:ext cx="217080" cy="216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99344E8-16F0-114D-3FD7-2F7666CD0C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16305" y="1750396"/>
                  <a:ext cx="234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B40E71-0B6F-39EC-C711-BD177E3C0142}"/>
                    </a:ext>
                  </a:extLst>
                </p14:cNvPr>
                <p14:cNvContentPartPr/>
                <p14:nvPr/>
              </p14:nvContentPartPr>
              <p14:xfrm>
                <a:off x="4551025" y="1706476"/>
                <a:ext cx="351360" cy="24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B40E71-0B6F-39EC-C711-BD177E3C01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42025" y="1697836"/>
                  <a:ext cx="369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86A5A6-73DC-091E-CC2E-E925DFCBB2A9}"/>
                    </a:ext>
                  </a:extLst>
                </p14:cNvPr>
                <p14:cNvContentPartPr/>
                <p14:nvPr/>
              </p14:nvContentPartPr>
              <p14:xfrm>
                <a:off x="4792585" y="1818796"/>
                <a:ext cx="168120" cy="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86A5A6-73DC-091E-CC2E-E925DFCBB2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3585" y="1810156"/>
                  <a:ext cx="185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747D3D-44A5-4550-4F6D-49B735B1C63B}"/>
                    </a:ext>
                  </a:extLst>
                </p14:cNvPr>
                <p14:cNvContentPartPr/>
                <p14:nvPr/>
              </p14:nvContentPartPr>
              <p14:xfrm>
                <a:off x="4971865" y="1814116"/>
                <a:ext cx="232200" cy="9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747D3D-44A5-4550-4F6D-49B735B1C63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62865" y="1805476"/>
                  <a:ext cx="249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345F105-4AC3-6343-A49A-7F67BAD6EC17}"/>
                    </a:ext>
                  </a:extLst>
                </p14:cNvPr>
                <p14:cNvContentPartPr/>
                <p14:nvPr/>
              </p14:nvContentPartPr>
              <p14:xfrm>
                <a:off x="5295865" y="1676236"/>
                <a:ext cx="63720" cy="198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345F105-4AC3-6343-A49A-7F67BAD6EC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86865" y="1667236"/>
                  <a:ext cx="81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1ACF29-D79D-72A9-C2F4-D6502EC9DBA6}"/>
                    </a:ext>
                  </a:extLst>
                </p14:cNvPr>
                <p14:cNvContentPartPr/>
                <p14:nvPr/>
              </p14:nvContentPartPr>
              <p14:xfrm>
                <a:off x="5380465" y="2026516"/>
                <a:ext cx="17640" cy="9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1ACF29-D79D-72A9-C2F4-D6502EC9DBA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71825" y="2017876"/>
                  <a:ext cx="3528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1F236DD-8497-4F47-698D-4B09711D91F8}"/>
              </a:ext>
            </a:extLst>
          </p:cNvPr>
          <p:cNvSpPr txBox="1"/>
          <p:nvPr/>
        </p:nvSpPr>
        <p:spPr>
          <a:xfrm>
            <a:off x="3141145" y="3888436"/>
            <a:ext cx="4556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Rate </a:t>
            </a:r>
            <a:r>
              <a:rPr lang="da-DK" dirty="0" err="1"/>
              <a:t>constants</a:t>
            </a:r>
            <a:r>
              <a:rPr lang="da-DK" dirty="0"/>
              <a:t>: </a:t>
            </a:r>
            <a:r>
              <a:rPr lang="da-DK" b="1" dirty="0"/>
              <a:t>k</a:t>
            </a:r>
            <a:r>
              <a:rPr lang="da-DK" dirty="0"/>
              <a:t> * A * B</a:t>
            </a:r>
          </a:p>
          <a:p>
            <a:r>
              <a:rPr lang="da-DK" dirty="0"/>
              <a:t>Heat transfer </a:t>
            </a:r>
            <a:r>
              <a:rPr lang="da-DK" dirty="0" err="1"/>
              <a:t>coefficients</a:t>
            </a:r>
            <a:r>
              <a:rPr lang="da-DK" dirty="0"/>
              <a:t>: Q = </a:t>
            </a:r>
            <a:r>
              <a:rPr lang="da-DK" b="1" dirty="0"/>
              <a:t>h</a:t>
            </a:r>
            <a:r>
              <a:rPr lang="da-DK" dirty="0"/>
              <a:t> * A * (T2-T1)</a:t>
            </a:r>
          </a:p>
          <a:p>
            <a:endParaRPr lang="da-DK" dirty="0"/>
          </a:p>
          <a:p>
            <a:endParaRPr lang="da-DK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F80A95B-A843-7BCE-E9FA-E1378CBA581A}"/>
              </a:ext>
            </a:extLst>
          </p:cNvPr>
          <p:cNvGrpSpPr/>
          <p:nvPr/>
        </p:nvGrpSpPr>
        <p:grpSpPr>
          <a:xfrm>
            <a:off x="6169225" y="2030116"/>
            <a:ext cx="164160" cy="194040"/>
            <a:chOff x="6169225" y="2030116"/>
            <a:chExt cx="16416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BD9C9D-986B-E16D-23FB-06C031149A81}"/>
                    </a:ext>
                  </a:extLst>
                </p14:cNvPr>
                <p14:cNvContentPartPr/>
                <p14:nvPr/>
              </p14:nvContentPartPr>
              <p14:xfrm>
                <a:off x="6169225" y="2030116"/>
                <a:ext cx="164160" cy="56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BD9C9D-986B-E16D-23FB-06C031149A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60225" y="2021116"/>
                  <a:ext cx="181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312727-3576-757A-5B41-9A6DE868CB11}"/>
                    </a:ext>
                  </a:extLst>
                </p14:cNvPr>
                <p14:cNvContentPartPr/>
                <p14:nvPr/>
              </p14:nvContentPartPr>
              <p14:xfrm>
                <a:off x="6183265" y="2118316"/>
                <a:ext cx="97560" cy="105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312727-3576-757A-5B41-9A6DE868CB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74625" y="2109316"/>
                  <a:ext cx="1152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C9F85BD-ED00-2CFB-893E-21429641807B}"/>
              </a:ext>
            </a:extLst>
          </p:cNvPr>
          <p:cNvGrpSpPr/>
          <p:nvPr/>
        </p:nvGrpSpPr>
        <p:grpSpPr>
          <a:xfrm>
            <a:off x="576344" y="3787100"/>
            <a:ext cx="2204280" cy="740160"/>
            <a:chOff x="375385" y="3669196"/>
            <a:chExt cx="2204280" cy="74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4D507A-71DA-5ED6-A9B6-FF20E314E2AF}"/>
                    </a:ext>
                  </a:extLst>
                </p14:cNvPr>
                <p14:cNvContentPartPr/>
                <p14:nvPr/>
              </p14:nvContentPartPr>
              <p14:xfrm>
                <a:off x="375385" y="3702676"/>
                <a:ext cx="19512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4D507A-71DA-5ED6-A9B6-FF20E314E2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6385" y="3694036"/>
                  <a:ext cx="212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87AA3EA-6C6D-27BF-9C26-405CB76F9A40}"/>
                    </a:ext>
                  </a:extLst>
                </p14:cNvPr>
                <p14:cNvContentPartPr/>
                <p14:nvPr/>
              </p14:nvContentPartPr>
              <p14:xfrm>
                <a:off x="687865" y="3811756"/>
                <a:ext cx="144000" cy="81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87AA3EA-6C6D-27BF-9C26-405CB76F9A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9225" y="3803116"/>
                  <a:ext cx="161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3137946-AF1C-49A0-D93C-7F4543877695}"/>
                    </a:ext>
                  </a:extLst>
                </p14:cNvPr>
                <p14:cNvContentPartPr/>
                <p14:nvPr/>
              </p14:nvContentPartPr>
              <p14:xfrm>
                <a:off x="846265" y="3669196"/>
                <a:ext cx="216720" cy="191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3137946-AF1C-49A0-D93C-7F454387769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7265" y="3660196"/>
                  <a:ext cx="234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2D5280-3137-0305-A88C-A7C5A1CD076B}"/>
                    </a:ext>
                  </a:extLst>
                </p14:cNvPr>
                <p14:cNvContentPartPr/>
                <p14:nvPr/>
              </p14:nvContentPartPr>
              <p14:xfrm>
                <a:off x="1082065" y="3765316"/>
                <a:ext cx="133920" cy="104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2D5280-3137-0305-A88C-A7C5A1CD076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3425" y="3756676"/>
                  <a:ext cx="151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80A478A-41DE-714C-8816-1BA5F1F77975}"/>
                    </a:ext>
                  </a:extLst>
                </p14:cNvPr>
                <p14:cNvContentPartPr/>
                <p14:nvPr/>
              </p14:nvContentPartPr>
              <p14:xfrm>
                <a:off x="1282585" y="3772516"/>
                <a:ext cx="393480" cy="99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80A478A-41DE-714C-8816-1BA5F1F7797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73945" y="3763516"/>
                  <a:ext cx="411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E37044-1294-5CAA-2DA9-036B22500B4D}"/>
                    </a:ext>
                  </a:extLst>
                </p14:cNvPr>
                <p14:cNvContentPartPr/>
                <p14:nvPr/>
              </p14:nvContentPartPr>
              <p14:xfrm>
                <a:off x="1758145" y="3774676"/>
                <a:ext cx="214200" cy="122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E37044-1294-5CAA-2DA9-036B22500B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49145" y="3765676"/>
                  <a:ext cx="231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DECAF21-3387-CD32-6F5B-02A14453DE1B}"/>
                    </a:ext>
                  </a:extLst>
                </p14:cNvPr>
                <p14:cNvContentPartPr/>
                <p14:nvPr/>
              </p14:nvContentPartPr>
              <p14:xfrm>
                <a:off x="423265" y="4165636"/>
                <a:ext cx="171360" cy="24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DECAF21-3387-CD32-6F5B-02A14453DE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4265" y="4156636"/>
                  <a:ext cx="189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7295A87-8728-9383-299F-A66AF4FCF7F5}"/>
                    </a:ext>
                  </a:extLst>
                </p14:cNvPr>
                <p14:cNvContentPartPr/>
                <p14:nvPr/>
              </p14:nvContentPartPr>
              <p14:xfrm>
                <a:off x="646465" y="4152676"/>
                <a:ext cx="314280" cy="83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7295A87-8728-9383-299F-A66AF4FCF7F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7825" y="4144036"/>
                  <a:ext cx="331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DC40DCA-4425-7389-9977-C8178A287D6D}"/>
                    </a:ext>
                  </a:extLst>
                </p14:cNvPr>
                <p14:cNvContentPartPr/>
                <p14:nvPr/>
              </p14:nvContentPartPr>
              <p14:xfrm>
                <a:off x="987025" y="4131436"/>
                <a:ext cx="635400" cy="86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DC40DCA-4425-7389-9977-C8178A287D6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8025" y="4122436"/>
                  <a:ext cx="653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BB11D35-A4D6-EF90-DA90-1014F7D0A112}"/>
                    </a:ext>
                  </a:extLst>
                </p14:cNvPr>
                <p14:cNvContentPartPr/>
                <p14:nvPr/>
              </p14:nvContentPartPr>
              <p14:xfrm>
                <a:off x="1648705" y="4001836"/>
                <a:ext cx="95040" cy="186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BB11D35-A4D6-EF90-DA90-1014F7D0A1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39705" y="3993196"/>
                  <a:ext cx="112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D7E46D-42EE-01DB-CD3D-9516A6140B87}"/>
                    </a:ext>
                  </a:extLst>
                </p14:cNvPr>
                <p14:cNvContentPartPr/>
                <p14:nvPr/>
              </p14:nvContentPartPr>
              <p14:xfrm>
                <a:off x="1614505" y="4076716"/>
                <a:ext cx="496440" cy="113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D7E46D-42EE-01DB-CD3D-9516A6140B8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05865" y="4068076"/>
                  <a:ext cx="514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2054C3-E5BB-D437-5857-96FD2D6E3E97}"/>
                    </a:ext>
                  </a:extLst>
                </p14:cNvPr>
                <p14:cNvContentPartPr/>
                <p14:nvPr/>
              </p14:nvContentPartPr>
              <p14:xfrm>
                <a:off x="2064505" y="4083196"/>
                <a:ext cx="163440" cy="143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2054C3-E5BB-D437-5857-96FD2D6E3E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55505" y="4074196"/>
                  <a:ext cx="181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67E6BF-A5B0-A3E2-388B-938AC7EE737C}"/>
                    </a:ext>
                  </a:extLst>
                </p14:cNvPr>
                <p14:cNvContentPartPr/>
                <p14:nvPr/>
              </p14:nvContentPartPr>
              <p14:xfrm>
                <a:off x="2390305" y="3893116"/>
                <a:ext cx="189360" cy="220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67E6BF-A5B0-A3E2-388B-938AC7EE73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81305" y="3884116"/>
                  <a:ext cx="207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D247AA-93CE-AF08-A56E-2D1271D71BDA}"/>
                    </a:ext>
                  </a:extLst>
                </p14:cNvPr>
                <p14:cNvContentPartPr/>
                <p14:nvPr/>
              </p14:nvContentPartPr>
              <p14:xfrm>
                <a:off x="2540785" y="4255996"/>
                <a:ext cx="36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2D247AA-93CE-AF08-A56E-2D1271D71BD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32145" y="42473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B49CD34-9725-DAA8-4358-14BFE294812A}"/>
              </a:ext>
            </a:extLst>
          </p:cNvPr>
          <p:cNvGrpSpPr/>
          <p:nvPr/>
        </p:nvGrpSpPr>
        <p:grpSpPr>
          <a:xfrm>
            <a:off x="539556" y="5052500"/>
            <a:ext cx="1126080" cy="217800"/>
            <a:chOff x="437665" y="5174716"/>
            <a:chExt cx="11260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71C3679-A503-4885-F9E3-DF4FE5B2AD75}"/>
                    </a:ext>
                  </a:extLst>
                </p14:cNvPr>
                <p14:cNvContentPartPr/>
                <p14:nvPr/>
              </p14:nvContentPartPr>
              <p14:xfrm>
                <a:off x="437665" y="5174716"/>
                <a:ext cx="304200" cy="21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71C3679-A503-4885-F9E3-DF4FE5B2AD7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9025" y="5165716"/>
                  <a:ext cx="321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0E84D5-745F-ABCC-88DD-6349109BD950}"/>
                    </a:ext>
                  </a:extLst>
                </p14:cNvPr>
                <p14:cNvContentPartPr/>
                <p14:nvPr/>
              </p14:nvContentPartPr>
              <p14:xfrm>
                <a:off x="695425" y="5236276"/>
                <a:ext cx="155880" cy="11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0E84D5-745F-ABCC-88DD-6349109BD9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6785" y="5227276"/>
                  <a:ext cx="173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DD1E11-D5C4-4BDF-4F73-67164530BC66}"/>
                    </a:ext>
                  </a:extLst>
                </p14:cNvPr>
                <p14:cNvContentPartPr/>
                <p14:nvPr/>
              </p14:nvContentPartPr>
              <p14:xfrm>
                <a:off x="894505" y="5222236"/>
                <a:ext cx="445680" cy="112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DD1E11-D5C4-4BDF-4F73-67164530BC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5865" y="5213596"/>
                  <a:ext cx="463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438D41-BBCD-D32E-E73C-4CDE36C80442}"/>
                    </a:ext>
                  </a:extLst>
                </p14:cNvPr>
                <p14:cNvContentPartPr/>
                <p14:nvPr/>
              </p14:nvContentPartPr>
              <p14:xfrm>
                <a:off x="1419745" y="5237356"/>
                <a:ext cx="144000" cy="10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438D41-BBCD-D32E-E73C-4CDE36C804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10745" y="5228356"/>
                  <a:ext cx="1616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E19A15-815E-2D3B-C9A8-05EE5CBCBEE5}"/>
              </a:ext>
            </a:extLst>
          </p:cNvPr>
          <p:cNvGrpSpPr/>
          <p:nvPr/>
        </p:nvGrpSpPr>
        <p:grpSpPr>
          <a:xfrm>
            <a:off x="554316" y="5334740"/>
            <a:ext cx="2251800" cy="419040"/>
            <a:chOff x="452425" y="5456956"/>
            <a:chExt cx="225180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2300CDB-98BC-7D90-C411-01A5D5D13690}"/>
                    </a:ext>
                  </a:extLst>
                </p14:cNvPr>
                <p14:cNvContentPartPr/>
                <p14:nvPr/>
              </p14:nvContentPartPr>
              <p14:xfrm>
                <a:off x="452425" y="5663596"/>
                <a:ext cx="146520" cy="212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2300CDB-98BC-7D90-C411-01A5D5D1369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3425" y="5654956"/>
                  <a:ext cx="164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43B8B1-0B9A-FD8E-B37C-CF3951B46A65}"/>
                    </a:ext>
                  </a:extLst>
                </p14:cNvPr>
                <p14:cNvContentPartPr/>
                <p14:nvPr/>
              </p14:nvContentPartPr>
              <p14:xfrm>
                <a:off x="712345" y="5663236"/>
                <a:ext cx="313920" cy="73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43B8B1-0B9A-FD8E-B37C-CF3951B46A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3705" y="5654236"/>
                  <a:ext cx="331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F2B5AE-1AEA-CDC6-ADB4-8A76FFA13ADF}"/>
                    </a:ext>
                  </a:extLst>
                </p14:cNvPr>
                <p14:cNvContentPartPr/>
                <p14:nvPr/>
              </p14:nvContentPartPr>
              <p14:xfrm>
                <a:off x="1068745" y="5509876"/>
                <a:ext cx="1302480" cy="217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F2B5AE-1AEA-CDC6-ADB4-8A76FFA13AD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0105" y="5501236"/>
                  <a:ext cx="1320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E52818-2322-7C36-E9B1-65992C99E35E}"/>
                    </a:ext>
                  </a:extLst>
                </p14:cNvPr>
                <p14:cNvContentPartPr/>
                <p14:nvPr/>
              </p14:nvContentPartPr>
              <p14:xfrm>
                <a:off x="2362585" y="5585476"/>
                <a:ext cx="122400" cy="144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E52818-2322-7C36-E9B1-65992C99E35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53585" y="5576476"/>
                  <a:ext cx="140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94012AD-FD90-1398-B19B-C0DF19FB610C}"/>
                    </a:ext>
                  </a:extLst>
                </p14:cNvPr>
                <p14:cNvContentPartPr/>
                <p14:nvPr/>
              </p14:nvContentPartPr>
              <p14:xfrm>
                <a:off x="2590465" y="5456956"/>
                <a:ext cx="102240" cy="187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94012AD-FD90-1398-B19B-C0DF19FB61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81465" y="5448316"/>
                  <a:ext cx="119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B52F6B-51FD-14CA-0C61-A3974B55AA71}"/>
                    </a:ext>
                  </a:extLst>
                </p14:cNvPr>
                <p14:cNvContentPartPr/>
                <p14:nvPr/>
              </p14:nvContentPartPr>
              <p14:xfrm>
                <a:off x="2703865" y="5812636"/>
                <a:ext cx="360" cy="9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B52F6B-51FD-14CA-0C61-A3974B55AA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95225" y="5803996"/>
                  <a:ext cx="1800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39DD63B4-CBBB-36E0-B1F9-04629719FF17}"/>
              </a:ext>
            </a:extLst>
          </p:cNvPr>
          <p:cNvSpPr txBox="1"/>
          <p:nvPr/>
        </p:nvSpPr>
        <p:spPr>
          <a:xfrm>
            <a:off x="3099335" y="5107449"/>
            <a:ext cx="395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Size</a:t>
            </a:r>
            <a:r>
              <a:rPr lang="da-DK" dirty="0"/>
              <a:t> of tank, </a:t>
            </a:r>
            <a:r>
              <a:rPr lang="da-DK" dirty="0" err="1"/>
              <a:t>cooling</a:t>
            </a:r>
            <a:r>
              <a:rPr lang="da-DK" dirty="0"/>
              <a:t> fluid flow rate,</a:t>
            </a:r>
          </a:p>
          <a:p>
            <a:r>
              <a:rPr lang="da-DK" dirty="0"/>
              <a:t>Surface </a:t>
            </a:r>
            <a:r>
              <a:rPr lang="da-DK" dirty="0" err="1"/>
              <a:t>area</a:t>
            </a:r>
            <a:r>
              <a:rPr lang="da-DK" dirty="0"/>
              <a:t> of </a:t>
            </a:r>
            <a:r>
              <a:rPr lang="da-DK" dirty="0" err="1"/>
              <a:t>cooling</a:t>
            </a:r>
            <a:r>
              <a:rPr lang="da-DK" dirty="0"/>
              <a:t> </a:t>
            </a:r>
            <a:r>
              <a:rPr lang="da-DK" dirty="0" err="1"/>
              <a:t>jacket</a:t>
            </a:r>
            <a:r>
              <a:rPr lang="da-DK" dirty="0"/>
              <a:t> etc. </a:t>
            </a:r>
          </a:p>
        </p:txBody>
      </p:sp>
    </p:spTree>
    <p:extLst>
      <p:ext uri="{BB962C8B-B14F-4D97-AF65-F5344CB8AC3E}">
        <p14:creationId xmlns:p14="http://schemas.microsoft.com/office/powerpoint/2010/main" val="192349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10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AC6DB9-DBC9-3C02-7317-C28F1A6D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938" y="695910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420DB2-DAAA-27EC-5D81-AE86B73FB32E}"/>
                  </a:ext>
                </a:extLst>
              </p14:cNvPr>
              <p14:cNvContentPartPr/>
              <p14:nvPr/>
            </p14:nvContentPartPr>
            <p14:xfrm>
              <a:off x="7968145" y="4141156"/>
              <a:ext cx="1803240" cy="74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420DB2-DAAA-27EC-5D81-AE86B73FB3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9145" y="4132516"/>
                <a:ext cx="182088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05608EF-49BC-EEFB-E3C8-D084DB1EF3B5}"/>
                  </a:ext>
                </a:extLst>
              </p14:cNvPr>
              <p14:cNvContentPartPr/>
              <p14:nvPr/>
            </p14:nvContentPartPr>
            <p14:xfrm>
              <a:off x="2288065" y="5274436"/>
              <a:ext cx="7560" cy="29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05608EF-49BC-EEFB-E3C8-D084DB1EF3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9425" y="5265796"/>
                <a:ext cx="25200" cy="47160"/>
              </a:xfrm>
              <a:prstGeom prst="rect">
                <a:avLst/>
              </a:prstGeom>
            </p:spPr>
          </p:pic>
        </mc:Fallback>
      </mc:AlternateContent>
      <p:pic>
        <p:nvPicPr>
          <p:cNvPr id="117" name="Picture 116">
            <a:extLst>
              <a:ext uri="{FF2B5EF4-FFF2-40B4-BE49-F238E27FC236}">
                <a16:creationId xmlns:a16="http://schemas.microsoft.com/office/drawing/2014/main" id="{BBE133AB-E1F9-E60E-58AE-BCE12C281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942" y="1799076"/>
            <a:ext cx="6649395" cy="17329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F8BAE0-0C09-262C-DDA5-74E99D079BD7}"/>
              </a:ext>
            </a:extLst>
          </p:cNvPr>
          <p:cNvSpPr txBox="1"/>
          <p:nvPr/>
        </p:nvSpPr>
        <p:spPr>
          <a:xfrm>
            <a:off x="1816114" y="4141156"/>
            <a:ext cx="4217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model in iterative approach </a:t>
            </a:r>
          </a:p>
        </p:txBody>
      </p:sp>
    </p:spTree>
    <p:extLst>
      <p:ext uri="{BB962C8B-B14F-4D97-AF65-F5344CB8AC3E}">
        <p14:creationId xmlns:p14="http://schemas.microsoft.com/office/powerpoint/2010/main" val="3139496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B16D88B-E023-A1B4-3011-88B6A107A622}"/>
              </a:ext>
            </a:extLst>
          </p:cNvPr>
          <p:cNvGrpSpPr/>
          <p:nvPr/>
        </p:nvGrpSpPr>
        <p:grpSpPr>
          <a:xfrm>
            <a:off x="6907035" y="1204451"/>
            <a:ext cx="4274947" cy="2630951"/>
            <a:chOff x="7045325" y="567728"/>
            <a:chExt cx="2254320" cy="162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B605BA-4A95-40B3-0B31-C741A7335C3A}"/>
                    </a:ext>
                  </a:extLst>
                </p14:cNvPr>
                <p14:cNvContentPartPr/>
                <p14:nvPr/>
              </p14:nvContentPartPr>
              <p14:xfrm>
                <a:off x="7045325" y="642968"/>
                <a:ext cx="2254320" cy="1553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B605BA-4A95-40B3-0B31-C741A7335C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0579" y="637398"/>
                  <a:ext cx="2263622" cy="1563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B13554-F8AC-DEEA-0501-B2E3546A760C}"/>
                    </a:ext>
                  </a:extLst>
                </p14:cNvPr>
                <p14:cNvContentPartPr/>
                <p14:nvPr/>
              </p14:nvContentPartPr>
              <p14:xfrm>
                <a:off x="7253405" y="994688"/>
                <a:ext cx="1716480" cy="1016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B13554-F8AC-DEEA-0501-B2E3546A76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48659" y="989116"/>
                  <a:ext cx="1725782" cy="1027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D9AD03-AD5F-EE56-27FE-87D4BD8F02D7}"/>
                    </a:ext>
                  </a:extLst>
                </p14:cNvPr>
                <p14:cNvContentPartPr/>
                <p14:nvPr/>
              </p14:nvContentPartPr>
              <p14:xfrm>
                <a:off x="7523405" y="1408688"/>
                <a:ext cx="25920" cy="16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D9AD03-AD5F-EE56-27FE-87D4BD8F02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18797" y="1403048"/>
                  <a:ext cx="35328" cy="2797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6DFEBF-D203-A0B6-BF83-ECAE95861AC5}"/>
                </a:ext>
              </a:extLst>
            </p:cNvPr>
            <p:cNvGrpSpPr/>
            <p:nvPr/>
          </p:nvGrpSpPr>
          <p:grpSpPr>
            <a:xfrm>
              <a:off x="7451765" y="1757888"/>
              <a:ext cx="397800" cy="210960"/>
              <a:chOff x="5502168" y="5575536"/>
              <a:chExt cx="397800" cy="210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272D9723-DA0D-936E-CC27-F36B4AFCEA1E}"/>
                      </a:ext>
                    </a:extLst>
                  </p14:cNvPr>
                  <p14:cNvContentPartPr/>
                  <p14:nvPr/>
                </p14:nvContentPartPr>
                <p14:xfrm>
                  <a:off x="5502168" y="5785056"/>
                  <a:ext cx="28080" cy="144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272D9723-DA0D-936E-CC27-F36B4AFCEA1E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5497392" y="5779296"/>
                    <a:ext cx="37440" cy="1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C4B1D43D-B38C-4F2E-9CD7-3649B933DB24}"/>
                      </a:ext>
                    </a:extLst>
                  </p14:cNvPr>
                  <p14:cNvContentPartPr/>
                  <p14:nvPr/>
                </p14:nvContentPartPr>
                <p14:xfrm>
                  <a:off x="5867208" y="5575536"/>
                  <a:ext cx="32760" cy="1800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C4B1D43D-B38C-4F2E-9CD7-3649B933DB24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5862419" y="5569911"/>
                    <a:ext cx="42147" cy="2902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15CEC1-0D79-2FF3-5871-D791D2093FDC}"/>
                    </a:ext>
                  </a:extLst>
                </p14:cNvPr>
                <p14:cNvContentPartPr/>
                <p14:nvPr/>
              </p14:nvContentPartPr>
              <p14:xfrm>
                <a:off x="8244125" y="1437128"/>
                <a:ext cx="2520" cy="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15CEC1-0D79-2FF3-5871-D791D2093F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39279" y="1431401"/>
                  <a:ext cx="12018" cy="16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FF061D4-F6DC-E8F0-4411-999B9E9CFF63}"/>
                    </a:ext>
                  </a:extLst>
                </p14:cNvPr>
                <p14:cNvContentPartPr/>
                <p14:nvPr/>
              </p14:nvContentPartPr>
              <p14:xfrm>
                <a:off x="8549045" y="658088"/>
                <a:ext cx="16560" cy="2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FF061D4-F6DC-E8F0-4411-999B9E9CFF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44231" y="652678"/>
                  <a:ext cx="25995" cy="3516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9A86CC-CEB3-68C0-7E49-1A394F56B422}"/>
                </a:ext>
              </a:extLst>
            </p:cNvPr>
            <p:cNvGrpSpPr/>
            <p:nvPr/>
          </p:nvGrpSpPr>
          <p:grpSpPr>
            <a:xfrm>
              <a:off x="8410805" y="1150208"/>
              <a:ext cx="457560" cy="32400"/>
              <a:chOff x="6461208" y="4967856"/>
              <a:chExt cx="457560" cy="32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98F4DE0F-388D-EAC1-1DF6-44CFCE0B3648}"/>
                      </a:ext>
                    </a:extLst>
                  </p14:cNvPr>
                  <p14:cNvContentPartPr/>
                  <p14:nvPr/>
                </p14:nvContentPartPr>
                <p14:xfrm>
                  <a:off x="6461208" y="4967856"/>
                  <a:ext cx="9360" cy="1404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98F4DE0F-388D-EAC1-1DF6-44CFCE0B3648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456432" y="4962421"/>
                    <a:ext cx="18720" cy="251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9EDE1302-D152-1B13-D759-64A051F82753}"/>
                      </a:ext>
                    </a:extLst>
                  </p14:cNvPr>
                  <p14:cNvContentPartPr/>
                  <p14:nvPr/>
                </p14:nvContentPartPr>
                <p14:xfrm>
                  <a:off x="6897528" y="4992696"/>
                  <a:ext cx="21240" cy="756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9EDE1302-D152-1B13-D759-64A051F82753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6892894" y="4987360"/>
                    <a:ext cx="30701" cy="18455"/>
                  </a:xfrm>
                  <a:prstGeom prst="rect">
                    <a:avLst/>
                  </a:prstGeom>
                </p:spPr>
              </p:pic>
            </mc:Fallback>
          </mc:AlternateContent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B384D2-9D16-3DDC-5CB1-703FCEFDA595}"/>
                </a:ext>
              </a:extLst>
            </p:cNvPr>
            <p:cNvCxnSpPr>
              <a:cxnSpLocks/>
            </p:cNvCxnSpPr>
            <p:nvPr/>
          </p:nvCxnSpPr>
          <p:spPr>
            <a:xfrm>
              <a:off x="8558369" y="697728"/>
              <a:ext cx="8280" cy="45248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7360B4-FF98-47E0-8F20-79AE9670880F}"/>
                </a:ext>
              </a:extLst>
            </p:cNvPr>
            <p:cNvGrpSpPr/>
            <p:nvPr/>
          </p:nvGrpSpPr>
          <p:grpSpPr>
            <a:xfrm>
              <a:off x="7488845" y="567728"/>
              <a:ext cx="979920" cy="371520"/>
              <a:chOff x="5539248" y="4385376"/>
              <a:chExt cx="979920" cy="371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01F25B2D-FE1A-02D2-CFFD-A6F5FA56A905}"/>
                      </a:ext>
                    </a:extLst>
                  </p14:cNvPr>
                  <p14:cNvContentPartPr/>
                  <p14:nvPr/>
                </p14:nvContentPartPr>
                <p14:xfrm>
                  <a:off x="5539248" y="4512096"/>
                  <a:ext cx="108720" cy="9612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01F25B2D-FE1A-02D2-CFFD-A6F5FA56A905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5534488" y="4506521"/>
                    <a:ext cx="118050" cy="1070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DE5DBB15-9E03-1AC9-7954-BF4B642FFB5C}"/>
                      </a:ext>
                    </a:extLst>
                  </p14:cNvPr>
                  <p14:cNvContentPartPr/>
                  <p14:nvPr/>
                </p14:nvContentPartPr>
                <p14:xfrm>
                  <a:off x="5613048" y="4500216"/>
                  <a:ext cx="113400" cy="7992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DE5DBB15-9E03-1AC9-7954-BF4B642FFB5C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5608299" y="4494635"/>
                    <a:ext cx="122708" cy="908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2285985B-1024-B776-D780-C3744780A544}"/>
                      </a:ext>
                    </a:extLst>
                  </p14:cNvPr>
                  <p14:cNvContentPartPr/>
                  <p14:nvPr/>
                </p14:nvContentPartPr>
                <p14:xfrm>
                  <a:off x="5742648" y="4474656"/>
                  <a:ext cx="67320" cy="12132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2285985B-1024-B776-D780-C3744780A544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5738084" y="4469070"/>
                    <a:ext cx="76638" cy="1322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AE2B0889-F4FB-7EF7-2AC0-DB9164D1CEA4}"/>
                      </a:ext>
                    </a:extLst>
                  </p14:cNvPr>
                  <p14:cNvContentPartPr/>
                  <p14:nvPr/>
                </p14:nvContentPartPr>
                <p14:xfrm>
                  <a:off x="5867208" y="4490136"/>
                  <a:ext cx="21240" cy="522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AE2B0889-F4FB-7EF7-2AC0-DB9164D1CEA4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5862424" y="4484559"/>
                    <a:ext cx="30616" cy="631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8A6B61CA-4185-0559-3D4C-DE0C819D75A2}"/>
                      </a:ext>
                    </a:extLst>
                  </p14:cNvPr>
                  <p14:cNvContentPartPr/>
                  <p14:nvPr/>
                </p14:nvContentPartPr>
                <p14:xfrm>
                  <a:off x="5846688" y="4385376"/>
                  <a:ext cx="360" cy="57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8A6B61CA-4185-0559-3D4C-DE0C819D75A2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5837688" y="4379838"/>
                    <a:ext cx="18000" cy="166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F5AC5123-942B-A63C-D5F1-EA92C014DE1E}"/>
                      </a:ext>
                    </a:extLst>
                  </p14:cNvPr>
                  <p14:cNvContentPartPr/>
                  <p14:nvPr/>
                </p14:nvContentPartPr>
                <p14:xfrm>
                  <a:off x="5908608" y="4409856"/>
                  <a:ext cx="134280" cy="16596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F5AC5123-942B-A63C-D5F1-EA92C014DE1E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5903853" y="4404279"/>
                    <a:ext cx="143600" cy="1768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41EC76A8-B66C-5A8A-7E08-79314083EB75}"/>
                      </a:ext>
                    </a:extLst>
                  </p14:cNvPr>
                  <p14:cNvContentPartPr/>
                  <p14:nvPr/>
                </p14:nvContentPartPr>
                <p14:xfrm>
                  <a:off x="6070608" y="4474656"/>
                  <a:ext cx="109080" cy="8640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41EC76A8-B66C-5A8A-7E08-79314083EB75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066039" y="4469075"/>
                    <a:ext cx="118408" cy="973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3CADFADD-EFF7-21A8-3340-628244EF64FE}"/>
                      </a:ext>
                    </a:extLst>
                  </p14:cNvPr>
                  <p14:cNvContentPartPr/>
                  <p14:nvPr/>
                </p14:nvContentPartPr>
                <p14:xfrm>
                  <a:off x="6183648" y="4406976"/>
                  <a:ext cx="185040" cy="15120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3CADFADD-EFF7-21A8-3340-628244EF64FE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6178899" y="4401393"/>
                    <a:ext cx="194349" cy="1621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825FB1B1-D221-8769-594D-A1A18A25BCD6}"/>
                      </a:ext>
                    </a:extLst>
                  </p14:cNvPr>
                  <p14:cNvContentPartPr/>
                  <p14:nvPr/>
                </p14:nvContentPartPr>
                <p14:xfrm>
                  <a:off x="6202368" y="4637736"/>
                  <a:ext cx="316800" cy="11916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825FB1B1-D221-8769-594D-A1A18A25BCD6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197620" y="4632157"/>
                    <a:ext cx="326106" cy="130094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3A8C02A-59B5-D1F0-90DA-78F4165954AD}"/>
              </a:ext>
            </a:extLst>
          </p:cNvPr>
          <p:cNvSpPr txBox="1"/>
          <p:nvPr/>
        </p:nvSpPr>
        <p:spPr>
          <a:xfrm>
            <a:off x="798611" y="219499"/>
            <a:ext cx="49163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How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quantify</a:t>
            </a:r>
            <a:r>
              <a:rPr lang="da-DK" dirty="0"/>
              <a:t> </a:t>
            </a:r>
            <a:r>
              <a:rPr lang="da-DK" dirty="0" err="1"/>
              <a:t>accuracy</a:t>
            </a:r>
            <a:r>
              <a:rPr lang="da-DK" dirty="0"/>
              <a:t> with </a:t>
            </a:r>
            <a:r>
              <a:rPr lang="da-DK" dirty="0" err="1"/>
              <a:t>metrics</a:t>
            </a:r>
            <a:r>
              <a:rPr lang="da-DK" dirty="0"/>
              <a:t>?</a:t>
            </a:r>
          </a:p>
          <a:p>
            <a:endParaRPr lang="da-DK" dirty="0"/>
          </a:p>
          <a:p>
            <a:r>
              <a:rPr lang="da-DK" dirty="0"/>
              <a:t>Mean </a:t>
            </a:r>
            <a:r>
              <a:rPr lang="da-DK" dirty="0" err="1"/>
              <a:t>squared</a:t>
            </a:r>
            <a:r>
              <a:rPr lang="da-DK" dirty="0"/>
              <a:t> </a:t>
            </a:r>
            <a:r>
              <a:rPr lang="da-DK" dirty="0" err="1"/>
              <a:t>error</a:t>
            </a:r>
            <a:r>
              <a:rPr lang="da-DK" dirty="0"/>
              <a:t> (MSE)</a:t>
            </a:r>
          </a:p>
          <a:p>
            <a:r>
              <a:rPr lang="da-DK" dirty="0" err="1"/>
              <a:t>Root</a:t>
            </a:r>
            <a:r>
              <a:rPr lang="da-DK" dirty="0"/>
              <a:t> </a:t>
            </a:r>
            <a:r>
              <a:rPr lang="da-DK" dirty="0" err="1"/>
              <a:t>mean</a:t>
            </a:r>
            <a:r>
              <a:rPr lang="da-DK" dirty="0"/>
              <a:t> </a:t>
            </a:r>
            <a:r>
              <a:rPr lang="da-DK" dirty="0" err="1"/>
              <a:t>squared</a:t>
            </a:r>
            <a:r>
              <a:rPr lang="da-DK" dirty="0"/>
              <a:t> </a:t>
            </a:r>
            <a:r>
              <a:rPr lang="da-DK" dirty="0" err="1"/>
              <a:t>error</a:t>
            </a:r>
            <a:r>
              <a:rPr lang="da-DK" dirty="0"/>
              <a:t> (RMSE)</a:t>
            </a:r>
          </a:p>
          <a:p>
            <a:r>
              <a:rPr lang="da-DK" dirty="0"/>
              <a:t>Mean </a:t>
            </a:r>
            <a:r>
              <a:rPr lang="da-DK" dirty="0" err="1"/>
              <a:t>absolute</a:t>
            </a:r>
            <a:r>
              <a:rPr lang="da-DK" dirty="0"/>
              <a:t> </a:t>
            </a:r>
            <a:r>
              <a:rPr lang="da-DK" dirty="0" err="1"/>
              <a:t>error</a:t>
            </a:r>
            <a:r>
              <a:rPr lang="da-DK" dirty="0"/>
              <a:t> (MAE)</a:t>
            </a:r>
          </a:p>
          <a:p>
            <a:r>
              <a:rPr lang="da-DK" dirty="0"/>
              <a:t>R-</a:t>
            </a:r>
            <a:r>
              <a:rPr lang="da-DK" dirty="0" err="1"/>
              <a:t>squared</a:t>
            </a:r>
            <a:r>
              <a:rPr lang="da-DK" dirty="0"/>
              <a:t> or </a:t>
            </a:r>
            <a:r>
              <a:rPr lang="da-DK" dirty="0" err="1"/>
              <a:t>adjusted</a:t>
            </a:r>
            <a:r>
              <a:rPr lang="da-DK" dirty="0"/>
              <a:t> R-</a:t>
            </a:r>
            <a:r>
              <a:rPr lang="da-DK" dirty="0" err="1"/>
              <a:t>squared</a:t>
            </a:r>
            <a:r>
              <a:rPr lang="da-DK" dirty="0"/>
              <a:t> (R^2)</a:t>
            </a:r>
          </a:p>
          <a:p>
            <a:endParaRPr lang="da-DK" dirty="0"/>
          </a:p>
          <a:p>
            <a:r>
              <a:rPr lang="da-DK" dirty="0"/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A2EA1-7A2C-2C31-76FC-74B502C15B77}"/>
              </a:ext>
            </a:extLst>
          </p:cNvPr>
          <p:cNvSpPr txBox="1"/>
          <p:nvPr/>
        </p:nvSpPr>
        <p:spPr>
          <a:xfrm>
            <a:off x="810571" y="2944123"/>
            <a:ext cx="5500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Leave</a:t>
            </a:r>
            <a:r>
              <a:rPr lang="da-DK" dirty="0"/>
              <a:t>-out part of data approach (cross </a:t>
            </a:r>
            <a:r>
              <a:rPr lang="da-DK" dirty="0" err="1"/>
              <a:t>validation</a:t>
            </a:r>
            <a:r>
              <a:rPr lang="da-DK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4A052-357C-E2BC-9EEC-437C7772FB41}"/>
              </a:ext>
            </a:extLst>
          </p:cNvPr>
          <p:cNvSpPr txBox="1"/>
          <p:nvPr/>
        </p:nvSpPr>
        <p:spPr>
          <a:xfrm>
            <a:off x="1701202" y="258577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How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quantify</a:t>
            </a:r>
            <a:r>
              <a:rPr lang="da-DK" dirty="0"/>
              <a:t> </a:t>
            </a:r>
            <a:r>
              <a:rPr lang="da-DK" dirty="0" err="1"/>
              <a:t>generality</a:t>
            </a:r>
            <a:r>
              <a:rPr lang="da-DK" dirty="0"/>
              <a:t>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AB4364-DA6C-1815-31DC-5F661D63530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22814" y="3429000"/>
            <a:ext cx="5205833" cy="303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89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B5CF2B-4CF5-E670-2FB0-149769CE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938" y="695910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FCC4D6-53C1-736A-47AC-D17BBDE7EEDC}"/>
                  </a:ext>
                </a:extLst>
              </p14:cNvPr>
              <p14:cNvContentPartPr/>
              <p14:nvPr/>
            </p14:nvContentPartPr>
            <p14:xfrm>
              <a:off x="7910905" y="4801396"/>
              <a:ext cx="1861560" cy="76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FCC4D6-53C1-736A-47AC-D17BBDE7EE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2265" y="4792756"/>
                <a:ext cx="1879200" cy="7844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71E49BD-24B7-3A58-69C5-25CF943F5CB8}"/>
              </a:ext>
            </a:extLst>
          </p:cNvPr>
          <p:cNvSpPr txBox="1"/>
          <p:nvPr/>
        </p:nvSpPr>
        <p:spPr>
          <a:xfrm>
            <a:off x="1330589" y="2055876"/>
            <a:ext cx="4962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/>
              <a:t>Use</a:t>
            </a:r>
            <a:r>
              <a:rPr lang="da-DK" b="1" dirty="0"/>
              <a:t> the model for </a:t>
            </a:r>
            <a:r>
              <a:rPr lang="da-DK" b="1" dirty="0" err="1"/>
              <a:t>your</a:t>
            </a:r>
            <a:r>
              <a:rPr lang="da-DK" b="1" dirty="0"/>
              <a:t> </a:t>
            </a:r>
            <a:r>
              <a:rPr lang="da-DK" b="1" dirty="0" err="1"/>
              <a:t>application</a:t>
            </a:r>
            <a:r>
              <a:rPr lang="da-DK" b="1" dirty="0"/>
              <a:t> in </a:t>
            </a:r>
            <a:r>
              <a:rPr lang="da-DK" b="1" dirty="0" err="1"/>
              <a:t>order</a:t>
            </a:r>
            <a:r>
              <a:rPr lang="da-DK" b="1" dirty="0"/>
              <a:t> to </a:t>
            </a:r>
          </a:p>
          <a:p>
            <a:pPr marL="342900" indent="-342900">
              <a:buAutoNum type="arabicPeriod"/>
            </a:pPr>
            <a:r>
              <a:rPr lang="da-DK" dirty="0"/>
              <a:t>Save </a:t>
            </a:r>
            <a:r>
              <a:rPr lang="da-DK" dirty="0" err="1"/>
              <a:t>money</a:t>
            </a:r>
            <a:endParaRPr lang="da-DK" dirty="0"/>
          </a:p>
          <a:p>
            <a:pPr marL="342900" indent="-342900">
              <a:buAutoNum type="arabicPeriod"/>
            </a:pPr>
            <a:r>
              <a:rPr lang="da-DK" dirty="0" err="1"/>
              <a:t>Reduce</a:t>
            </a:r>
            <a:r>
              <a:rPr lang="da-DK" dirty="0"/>
              <a:t> ressources </a:t>
            </a:r>
          </a:p>
          <a:p>
            <a:pPr marL="342900" indent="-342900">
              <a:buAutoNum type="arabicPeriod"/>
            </a:pPr>
            <a:r>
              <a:rPr lang="da-DK" dirty="0" err="1"/>
              <a:t>Increase</a:t>
            </a:r>
            <a:r>
              <a:rPr lang="da-DK" dirty="0"/>
              <a:t> </a:t>
            </a:r>
            <a:r>
              <a:rPr lang="da-DK" dirty="0" err="1"/>
              <a:t>knowledge</a:t>
            </a:r>
            <a:endParaRPr lang="da-DK" dirty="0"/>
          </a:p>
          <a:p>
            <a:pPr marL="342900" indent="-342900">
              <a:buAutoNum type="arabicPeriod"/>
            </a:pP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system </a:t>
            </a:r>
            <a:r>
              <a:rPr lang="da-DK" dirty="0" err="1"/>
              <a:t>efficiency</a:t>
            </a:r>
            <a:endParaRPr lang="da-DK" dirty="0"/>
          </a:p>
          <a:p>
            <a:pPr marL="342900" indent="-342900">
              <a:buAutoNum type="arabicPeriod"/>
            </a:pPr>
            <a:r>
              <a:rPr lang="da-DK" dirty="0"/>
              <a:t>Return to model </a:t>
            </a:r>
            <a:r>
              <a:rPr lang="da-DK" dirty="0" err="1"/>
              <a:t>scheme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the system is </a:t>
            </a:r>
            <a:r>
              <a:rPr lang="da-DK" dirty="0" err="1"/>
              <a:t>changed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3340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94DA-E915-30C4-B240-19BA605C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86" y="-18962"/>
            <a:ext cx="10515600" cy="839779"/>
          </a:xfrm>
        </p:spPr>
        <p:txBody>
          <a:bodyPr/>
          <a:lstStyle/>
          <a:p>
            <a:r>
              <a:rPr lang="da-DK" dirty="0"/>
              <a:t>Waste </a:t>
            </a:r>
            <a:r>
              <a:rPr lang="da-DK" dirty="0" err="1"/>
              <a:t>water</a:t>
            </a:r>
            <a:r>
              <a:rPr lang="da-DK" dirty="0"/>
              <a:t> model </a:t>
            </a:r>
            <a:r>
              <a:rPr lang="da-DK" dirty="0" err="1"/>
              <a:t>application</a:t>
            </a:r>
            <a:r>
              <a:rPr lang="da-DK" dirty="0"/>
              <a:t> (</a:t>
            </a:r>
            <a:r>
              <a:rPr lang="da-DK" dirty="0" err="1"/>
              <a:t>example</a:t>
            </a:r>
            <a:r>
              <a:rPr lang="da-DK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20BCB-4AC8-E3FF-5C1D-3885F62AE3D2}"/>
              </a:ext>
            </a:extLst>
          </p:cNvPr>
          <p:cNvSpPr/>
          <p:nvPr/>
        </p:nvSpPr>
        <p:spPr>
          <a:xfrm>
            <a:off x="3621024" y="1911096"/>
            <a:ext cx="2322576" cy="2331720"/>
          </a:xfrm>
          <a:prstGeom prst="rect">
            <a:avLst/>
          </a:prstGeom>
          <a:solidFill>
            <a:srgbClr val="B898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172E2-33C6-48B9-94B7-900F8241F825}"/>
              </a:ext>
            </a:extLst>
          </p:cNvPr>
          <p:cNvSpPr/>
          <p:nvPr/>
        </p:nvSpPr>
        <p:spPr>
          <a:xfrm>
            <a:off x="7778496" y="1911096"/>
            <a:ext cx="2322576" cy="2331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D90421-7B6E-6478-0EF7-99A9BC51DF8C}"/>
              </a:ext>
            </a:extLst>
          </p:cNvPr>
          <p:cNvCxnSpPr>
            <a:stCxn id="5" idx="2"/>
          </p:cNvCxnSpPr>
          <p:nvPr/>
        </p:nvCxnSpPr>
        <p:spPr>
          <a:xfrm rot="5400000">
            <a:off x="5526024" y="1359408"/>
            <a:ext cx="530352" cy="629716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0883F33-6C4B-5E05-0796-632000205A72}"/>
              </a:ext>
            </a:extLst>
          </p:cNvPr>
          <p:cNvCxnSpPr>
            <a:endCxn id="4" idx="0"/>
          </p:cNvCxnSpPr>
          <p:nvPr/>
        </p:nvCxnSpPr>
        <p:spPr>
          <a:xfrm>
            <a:off x="2084832" y="1508760"/>
            <a:ext cx="2697480" cy="4023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34E886-667E-CF69-BBCE-70008AEFB288}"/>
              </a:ext>
            </a:extLst>
          </p:cNvPr>
          <p:cNvCxnSpPr/>
          <p:nvPr/>
        </p:nvCxnSpPr>
        <p:spPr>
          <a:xfrm flipV="1">
            <a:off x="2642616" y="1508760"/>
            <a:ext cx="0" cy="3264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1CEE9D-027D-D2B9-D4F4-7F5F5413885F}"/>
              </a:ext>
            </a:extLst>
          </p:cNvPr>
          <p:cNvCxnSpPr/>
          <p:nvPr/>
        </p:nvCxnSpPr>
        <p:spPr>
          <a:xfrm>
            <a:off x="5943600" y="2048256"/>
            <a:ext cx="18348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A3EFC-31C2-AE95-DC9F-27932CE5D20F}"/>
              </a:ext>
            </a:extLst>
          </p:cNvPr>
          <p:cNvSpPr/>
          <p:nvPr/>
        </p:nvSpPr>
        <p:spPr>
          <a:xfrm>
            <a:off x="7778496" y="3749040"/>
            <a:ext cx="2322576" cy="493774"/>
          </a:xfrm>
          <a:prstGeom prst="rect">
            <a:avLst/>
          </a:prstGeom>
          <a:solidFill>
            <a:srgbClr val="B898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CD5F73-3DE6-DA39-826A-7F898DA6AEA4}"/>
              </a:ext>
            </a:extLst>
          </p:cNvPr>
          <p:cNvSpPr/>
          <p:nvPr/>
        </p:nvSpPr>
        <p:spPr>
          <a:xfrm>
            <a:off x="5532120" y="1600200"/>
            <a:ext cx="100584" cy="22311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1A492E1-F9E5-5BC8-11C3-39C59341C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5" y="2714174"/>
            <a:ext cx="1766211" cy="14463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F35A2D3-CF79-969E-64F1-099043F77A54}"/>
              </a:ext>
            </a:extLst>
          </p:cNvPr>
          <p:cNvSpPr txBox="1"/>
          <p:nvPr/>
        </p:nvSpPr>
        <p:spPr>
          <a:xfrm>
            <a:off x="3621025" y="1923556"/>
            <a:ext cx="1961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 err="1"/>
              <a:t>Activated</a:t>
            </a:r>
            <a:r>
              <a:rPr lang="da-DK" sz="1200" dirty="0"/>
              <a:t> </a:t>
            </a:r>
            <a:r>
              <a:rPr lang="da-DK" sz="1200" dirty="0" err="1"/>
              <a:t>sludge</a:t>
            </a:r>
            <a:r>
              <a:rPr lang="da-DK" sz="1200" dirty="0"/>
              <a:t> (</a:t>
            </a:r>
            <a:r>
              <a:rPr lang="da-DK" sz="1200" dirty="0" err="1"/>
              <a:t>microbes</a:t>
            </a:r>
            <a:r>
              <a:rPr lang="da-DK" sz="1200" dirty="0"/>
              <a:t> </a:t>
            </a:r>
            <a:r>
              <a:rPr lang="da-DK" sz="1200" dirty="0" err="1"/>
              <a:t>that</a:t>
            </a:r>
            <a:r>
              <a:rPr lang="da-DK" sz="1200" dirty="0"/>
              <a:t> </a:t>
            </a:r>
            <a:r>
              <a:rPr lang="da-DK" sz="1200" dirty="0" err="1"/>
              <a:t>consume</a:t>
            </a:r>
            <a:r>
              <a:rPr lang="da-DK" sz="1200" dirty="0"/>
              <a:t> </a:t>
            </a:r>
            <a:r>
              <a:rPr lang="da-DK" sz="1200" dirty="0" err="1"/>
              <a:t>organic</a:t>
            </a:r>
            <a:r>
              <a:rPr lang="da-DK" sz="1200" dirty="0"/>
              <a:t> matter)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3A7355-5983-36E9-EFE2-B2B1A0857FBC}"/>
              </a:ext>
            </a:extLst>
          </p:cNvPr>
          <p:cNvSpPr txBox="1"/>
          <p:nvPr/>
        </p:nvSpPr>
        <p:spPr>
          <a:xfrm>
            <a:off x="4732020" y="849076"/>
            <a:ext cx="242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Compressed</a:t>
            </a:r>
            <a:r>
              <a:rPr lang="da-DK" dirty="0"/>
              <a:t> air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39BB7B-EB7D-2533-D108-5700A7C0EC71}"/>
              </a:ext>
            </a:extLst>
          </p:cNvPr>
          <p:cNvCxnSpPr/>
          <p:nvPr/>
        </p:nvCxnSpPr>
        <p:spPr>
          <a:xfrm>
            <a:off x="5582412" y="1218408"/>
            <a:ext cx="0" cy="2777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15B18AB-D61A-D21A-2021-C39B450C3E73}"/>
              </a:ext>
            </a:extLst>
          </p:cNvPr>
          <p:cNvSpPr txBox="1"/>
          <p:nvPr/>
        </p:nvSpPr>
        <p:spPr>
          <a:xfrm>
            <a:off x="7722107" y="1341065"/>
            <a:ext cx="242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Clarifier/</a:t>
            </a:r>
            <a:r>
              <a:rPr lang="da-DK" dirty="0" err="1"/>
              <a:t>settling</a:t>
            </a:r>
            <a:r>
              <a:rPr lang="da-DK" dirty="0"/>
              <a:t> tank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BA0861-8AF9-77F5-D69A-EB6982305D81}"/>
              </a:ext>
            </a:extLst>
          </p:cNvPr>
          <p:cNvCxnSpPr/>
          <p:nvPr/>
        </p:nvCxnSpPr>
        <p:spPr>
          <a:xfrm>
            <a:off x="10101072" y="2048256"/>
            <a:ext cx="14660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4738951-E091-18D4-EDB9-34A8A2EEE095}"/>
              </a:ext>
            </a:extLst>
          </p:cNvPr>
          <p:cNvSpPr txBox="1"/>
          <p:nvPr/>
        </p:nvSpPr>
        <p:spPr>
          <a:xfrm>
            <a:off x="276928" y="1341065"/>
            <a:ext cx="179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Influent </a:t>
            </a:r>
            <a:r>
              <a:rPr lang="da-DK" sz="1400" dirty="0" err="1"/>
              <a:t>waste</a:t>
            </a:r>
            <a:r>
              <a:rPr lang="da-DK" sz="1400" dirty="0"/>
              <a:t> </a:t>
            </a:r>
            <a:r>
              <a:rPr lang="da-DK" sz="1400" dirty="0" err="1"/>
              <a:t>water</a:t>
            </a:r>
            <a:r>
              <a:rPr lang="da-DK" sz="1400" dirty="0"/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EBD335-E3B2-D39D-3AF1-BB57136BC6C2}"/>
              </a:ext>
            </a:extLst>
          </p:cNvPr>
          <p:cNvSpPr txBox="1"/>
          <p:nvPr/>
        </p:nvSpPr>
        <p:spPr>
          <a:xfrm>
            <a:off x="4892158" y="4876871"/>
            <a:ext cx="2102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Recycling</a:t>
            </a:r>
            <a:r>
              <a:rPr lang="da-DK" sz="1400" dirty="0"/>
              <a:t> </a:t>
            </a:r>
            <a:r>
              <a:rPr lang="da-DK" sz="1400" dirty="0" err="1"/>
              <a:t>sludge</a:t>
            </a:r>
            <a:r>
              <a:rPr lang="da-DK" sz="1400" dirty="0"/>
              <a:t> stream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BE512C8-A55D-DC9A-7ECB-E3BE5C1EF9D3}"/>
              </a:ext>
            </a:extLst>
          </p:cNvPr>
          <p:cNvCxnSpPr/>
          <p:nvPr/>
        </p:nvCxnSpPr>
        <p:spPr>
          <a:xfrm>
            <a:off x="8942830" y="4773168"/>
            <a:ext cx="0" cy="694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4D97A9A-8940-ADCB-CC28-EE2448BCFDB1}"/>
              </a:ext>
            </a:extLst>
          </p:cNvPr>
          <p:cNvSpPr txBox="1"/>
          <p:nvPr/>
        </p:nvSpPr>
        <p:spPr>
          <a:xfrm>
            <a:off x="8289399" y="5468112"/>
            <a:ext cx="1312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Excess</a:t>
            </a:r>
            <a:r>
              <a:rPr lang="da-DK" sz="1400" dirty="0"/>
              <a:t> </a:t>
            </a:r>
            <a:r>
              <a:rPr lang="da-DK" sz="1400" dirty="0" err="1"/>
              <a:t>sludge</a:t>
            </a:r>
            <a:r>
              <a:rPr lang="da-DK" sz="1400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30FED9-8257-E488-576F-1D08BA87643A}"/>
              </a:ext>
            </a:extLst>
          </p:cNvPr>
          <p:cNvSpPr txBox="1"/>
          <p:nvPr/>
        </p:nvSpPr>
        <p:spPr>
          <a:xfrm>
            <a:off x="247291" y="5775889"/>
            <a:ext cx="6679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to </a:t>
            </a:r>
            <a:r>
              <a:rPr lang="da-DK" dirty="0" err="1"/>
              <a:t>control</a:t>
            </a:r>
            <a:r>
              <a:rPr lang="da-DK" dirty="0"/>
              <a:t> </a:t>
            </a:r>
            <a:r>
              <a:rPr lang="da-DK" dirty="0" err="1"/>
              <a:t>recycling</a:t>
            </a:r>
            <a:r>
              <a:rPr lang="da-DK" dirty="0"/>
              <a:t> stream and </a:t>
            </a:r>
            <a:r>
              <a:rPr lang="da-DK" dirty="0" err="1"/>
              <a:t>compressed</a:t>
            </a:r>
            <a:r>
              <a:rPr lang="da-DK" dirty="0"/>
              <a:t> air flow </a:t>
            </a:r>
          </a:p>
          <a:p>
            <a:r>
              <a:rPr lang="da-DK" dirty="0"/>
              <a:t>(saves </a:t>
            </a:r>
            <a:r>
              <a:rPr lang="da-DK" dirty="0" err="1"/>
              <a:t>money</a:t>
            </a:r>
            <a:r>
              <a:rPr lang="da-DK" dirty="0"/>
              <a:t> for </a:t>
            </a:r>
            <a:r>
              <a:rPr lang="da-DK" dirty="0" err="1"/>
              <a:t>energy</a:t>
            </a:r>
            <a:r>
              <a:rPr lang="da-DK" dirty="0"/>
              <a:t> and </a:t>
            </a:r>
            <a:r>
              <a:rPr lang="da-DK" dirty="0" err="1"/>
              <a:t>ensures</a:t>
            </a:r>
            <a:r>
              <a:rPr lang="da-DK" dirty="0"/>
              <a:t> clean stream out of clarifier)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0614DD8-496A-914B-3EEB-42C5F024E8A1}"/>
              </a:ext>
            </a:extLst>
          </p:cNvPr>
          <p:cNvCxnSpPr/>
          <p:nvPr/>
        </p:nvCxnSpPr>
        <p:spPr>
          <a:xfrm>
            <a:off x="3473196" y="2761911"/>
            <a:ext cx="274320" cy="11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1BF925C-343B-EBB9-F1C7-3059B1ECFD56}"/>
              </a:ext>
            </a:extLst>
          </p:cNvPr>
          <p:cNvSpPr txBox="1"/>
          <p:nvPr/>
        </p:nvSpPr>
        <p:spPr>
          <a:xfrm>
            <a:off x="2768859" y="2422501"/>
            <a:ext cx="78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mixed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51DCAD-1D95-B8B2-F1BE-034059F82EDD}"/>
              </a:ext>
            </a:extLst>
          </p:cNvPr>
          <p:cNvSpPr txBox="1"/>
          <p:nvPr/>
        </p:nvSpPr>
        <p:spPr>
          <a:xfrm>
            <a:off x="8413999" y="2537460"/>
            <a:ext cx="105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stagnant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6566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341</TotalTime>
  <Words>655</Words>
  <Application>Microsoft Office PowerPoint</Application>
  <PresentationFormat>Widescreen</PresentationFormat>
  <Paragraphs>84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Wingdings</vt:lpstr>
      <vt:lpstr>Office Theme</vt:lpstr>
      <vt:lpstr>Introduction to modelling Modelling Fall 2026  5 ECTS, 2 x 2 hours a week </vt:lpstr>
      <vt:lpstr>Instructors and teachers</vt:lpstr>
      <vt:lpstr>GitHub repository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Waste water model application (example)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2025-05-06T06:07:42Z</dcterms:created>
  <dcterms:modified xsi:type="dcterms:W3CDTF">2026-08-03T12:11:13Z</dcterms:modified>
</cp:coreProperties>
</file>