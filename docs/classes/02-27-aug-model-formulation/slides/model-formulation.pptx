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5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undo custSel addSld modSld sldOrd">
      <pc:chgData name="Frederik Rask Dalby" userId="12c7c68b-47c4-4858-a883-dbd84be7356f" providerId="ADAL" clId="{E9883B15-7D20-4C63-9A3F-08E95C9A44CC}" dt="2026-08-26T06:19:41.298" v="4174" actId="6549"/>
      <pc:docMkLst>
        <pc:docMk/>
      </pc:docMkLst>
      <pc:sldChg chg="modSp new mod">
        <pc:chgData name="Frederik Rask Dalby" userId="12c7c68b-47c4-4858-a883-dbd84be7356f" providerId="ADAL" clId="{E9883B15-7D20-4C63-9A3F-08E95C9A44CC}" dt="2026-08-04T07:04:00.872" v="27" actId="20577"/>
        <pc:sldMkLst>
          <pc:docMk/>
          <pc:sldMk cId="4248115496" sldId="256"/>
        </pc:sldMkLst>
        <pc:spChg chg="mod">
          <ac:chgData name="Frederik Rask Dalby" userId="12c7c68b-47c4-4858-a883-dbd84be7356f" providerId="ADAL" clId="{E9883B15-7D20-4C63-9A3F-08E95C9A44CC}" dt="2026-08-04T07:03:51.746" v="17" actId="20577"/>
          <ac:spMkLst>
            <pc:docMk/>
            <pc:sldMk cId="4248115496" sldId="256"/>
            <ac:spMk id="2" creationId="{37E2F527-940A-4DAC-D00E-EE51582195EB}"/>
          </ac:spMkLst>
        </pc:spChg>
        <pc:spChg chg="mod">
          <ac:chgData name="Frederik Rask Dalby" userId="12c7c68b-47c4-4858-a883-dbd84be7356f" providerId="ADAL" clId="{E9883B15-7D20-4C63-9A3F-08E95C9A44CC}" dt="2026-08-04T07:04:00.872" v="27" actId="20577"/>
          <ac:spMkLst>
            <pc:docMk/>
            <pc:sldMk cId="4248115496" sldId="256"/>
            <ac:spMk id="3" creationId="{E01AE3F9-1114-A969-D275-817ABEDF9CC7}"/>
          </ac:spMkLst>
        </pc:spChg>
      </pc:sldChg>
      <pc:sldChg chg="addSp delSp modSp new mod">
        <pc:chgData name="Frederik Rask Dalby" userId="12c7c68b-47c4-4858-a883-dbd84be7356f" providerId="ADAL" clId="{E9883B15-7D20-4C63-9A3F-08E95C9A44CC}" dt="2026-08-04T07:09:42.064" v="68" actId="1076"/>
        <pc:sldMkLst>
          <pc:docMk/>
          <pc:sldMk cId="3689755566" sldId="257"/>
        </pc:sldMkLst>
        <pc:spChg chg="mod">
          <ac:chgData name="Frederik Rask Dalby" userId="12c7c68b-47c4-4858-a883-dbd84be7356f" providerId="ADAL" clId="{E9883B15-7D20-4C63-9A3F-08E95C9A44CC}" dt="2026-08-04T07:04:39.623" v="55" actId="20577"/>
          <ac:spMkLst>
            <pc:docMk/>
            <pc:sldMk cId="3689755566" sldId="257"/>
            <ac:spMk id="2" creationId="{DC559609-575B-A46B-7153-0C7C4E2D9627}"/>
          </ac:spMkLst>
        </pc:spChg>
        <pc:picChg chg="add mod">
          <ac:chgData name="Frederik Rask Dalby" userId="12c7c68b-47c4-4858-a883-dbd84be7356f" providerId="ADAL" clId="{E9883B15-7D20-4C63-9A3F-08E95C9A44CC}" dt="2026-08-04T07:04:58.404" v="61" actId="1076"/>
          <ac:picMkLst>
            <pc:docMk/>
            <pc:sldMk cId="3689755566" sldId="257"/>
            <ac:picMk id="5" creationId="{19E606D9-CF4B-6E28-54B7-E68CCFB542A4}"/>
          </ac:picMkLst>
        </pc:picChg>
        <pc:picChg chg="add mod">
          <ac:chgData name="Frederik Rask Dalby" userId="12c7c68b-47c4-4858-a883-dbd84be7356f" providerId="ADAL" clId="{E9883B15-7D20-4C63-9A3F-08E95C9A44CC}" dt="2026-08-04T07:09:42.064" v="68" actId="1076"/>
          <ac:picMkLst>
            <pc:docMk/>
            <pc:sldMk cId="3689755566" sldId="257"/>
            <ac:picMk id="7" creationId="{4F193E15-7EEA-369B-08F5-084F44396ED5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6-08-04T09:11:50.111" v="3335" actId="13822"/>
        <pc:sldMkLst>
          <pc:docMk/>
          <pc:sldMk cId="1121001776" sldId="258"/>
        </pc:sldMkLst>
        <pc:spChg chg="mod">
          <ac:chgData name="Frederik Rask Dalby" userId="12c7c68b-47c4-4858-a883-dbd84be7356f" providerId="ADAL" clId="{E9883B15-7D20-4C63-9A3F-08E95C9A44CC}" dt="2026-08-04T07:11:19.289" v="119" actId="20577"/>
          <ac:spMkLst>
            <pc:docMk/>
            <pc:sldMk cId="1121001776" sldId="258"/>
            <ac:spMk id="2" creationId="{8F081E5D-D730-85A9-BF92-6F6C58380259}"/>
          </ac:spMkLst>
        </pc:spChg>
        <pc:spChg chg="add mod">
          <ac:chgData name="Frederik Rask Dalby" userId="12c7c68b-47c4-4858-a883-dbd84be7356f" providerId="ADAL" clId="{E9883B15-7D20-4C63-9A3F-08E95C9A44CC}" dt="2026-08-04T07:33:46.680" v="1021" actId="20577"/>
          <ac:spMkLst>
            <pc:docMk/>
            <pc:sldMk cId="1121001776" sldId="258"/>
            <ac:spMk id="6" creationId="{D3744890-95CD-4C5C-359E-1C536853F517}"/>
          </ac:spMkLst>
        </pc:spChg>
        <pc:spChg chg="add mod">
          <ac:chgData name="Frederik Rask Dalby" userId="12c7c68b-47c4-4858-a883-dbd84be7356f" providerId="ADAL" clId="{E9883B15-7D20-4C63-9A3F-08E95C9A44CC}" dt="2026-08-04T09:11:45.056" v="3333" actId="1076"/>
          <ac:spMkLst>
            <pc:docMk/>
            <pc:sldMk cId="1121001776" sldId="258"/>
            <ac:spMk id="9" creationId="{34FD6BED-EB2E-D3D2-F9D2-083F06103A16}"/>
          </ac:spMkLst>
        </pc:spChg>
        <pc:spChg chg="add mod">
          <ac:chgData name="Frederik Rask Dalby" userId="12c7c68b-47c4-4858-a883-dbd84be7356f" providerId="ADAL" clId="{E9883B15-7D20-4C63-9A3F-08E95C9A44CC}" dt="2026-08-04T07:18:32.793" v="345" actId="20577"/>
          <ac:spMkLst>
            <pc:docMk/>
            <pc:sldMk cId="1121001776" sldId="258"/>
            <ac:spMk id="12" creationId="{7F0BEC54-AF91-1157-8977-AB29EA12CFB8}"/>
          </ac:spMkLst>
        </pc:spChg>
        <pc:spChg chg="add mod">
          <ac:chgData name="Frederik Rask Dalby" userId="12c7c68b-47c4-4858-a883-dbd84be7356f" providerId="ADAL" clId="{E9883B15-7D20-4C63-9A3F-08E95C9A44CC}" dt="2026-08-04T07:18:57.844" v="351" actId="1076"/>
          <ac:spMkLst>
            <pc:docMk/>
            <pc:sldMk cId="1121001776" sldId="258"/>
            <ac:spMk id="14" creationId="{0F86B00B-8733-E449-55E5-4910C012A88D}"/>
          </ac:spMkLst>
        </pc:spChg>
        <pc:spChg chg="add mod">
          <ac:chgData name="Frederik Rask Dalby" userId="12c7c68b-47c4-4858-a883-dbd84be7356f" providerId="ADAL" clId="{E9883B15-7D20-4C63-9A3F-08E95C9A44CC}" dt="2026-08-04T07:19:08.356" v="366" actId="1076"/>
          <ac:spMkLst>
            <pc:docMk/>
            <pc:sldMk cId="1121001776" sldId="258"/>
            <ac:spMk id="15" creationId="{92316114-EFA6-A951-7CCD-78E2C7FB2E93}"/>
          </ac:spMkLst>
        </pc:spChg>
        <pc:spChg chg="add mod">
          <ac:chgData name="Frederik Rask Dalby" userId="12c7c68b-47c4-4858-a883-dbd84be7356f" providerId="ADAL" clId="{E9883B15-7D20-4C63-9A3F-08E95C9A44CC}" dt="2026-08-04T07:31:22.717" v="918" actId="1076"/>
          <ac:spMkLst>
            <pc:docMk/>
            <pc:sldMk cId="1121001776" sldId="258"/>
            <ac:spMk id="28" creationId="{0CF284B6-F639-3A6B-28E9-CBC957355ACD}"/>
          </ac:spMkLst>
        </pc:spChg>
        <pc:spChg chg="add mod">
          <ac:chgData name="Frederik Rask Dalby" userId="12c7c68b-47c4-4858-a883-dbd84be7356f" providerId="ADAL" clId="{E9883B15-7D20-4C63-9A3F-08E95C9A44CC}" dt="2026-08-04T09:11:31.843" v="3331" actId="1076"/>
          <ac:spMkLst>
            <pc:docMk/>
            <pc:sldMk cId="1121001776" sldId="258"/>
            <ac:spMk id="29" creationId="{D5CE4A43-34C3-2606-7B97-BB98EAAEAAA3}"/>
          </ac:spMkLst>
        </pc:spChg>
        <pc:picChg chg="add mod">
          <ac:chgData name="Frederik Rask Dalby" userId="12c7c68b-47c4-4858-a883-dbd84be7356f" providerId="ADAL" clId="{E9883B15-7D20-4C63-9A3F-08E95C9A44CC}" dt="2026-08-04T07:25:34.934" v="764" actId="1076"/>
          <ac:picMkLst>
            <pc:docMk/>
            <pc:sldMk cId="1121001776" sldId="258"/>
            <ac:picMk id="25" creationId="{3510C6D4-9E8A-DA3B-FB9E-ECA490E80921}"/>
          </ac:picMkLst>
        </pc:picChg>
        <pc:picChg chg="add mod">
          <ac:chgData name="Frederik Rask Dalby" userId="12c7c68b-47c4-4858-a883-dbd84be7356f" providerId="ADAL" clId="{E9883B15-7D20-4C63-9A3F-08E95C9A44CC}" dt="2026-08-04T07:25:50.918" v="768" actId="1076"/>
          <ac:picMkLst>
            <pc:docMk/>
            <pc:sldMk cId="1121001776" sldId="258"/>
            <ac:picMk id="27" creationId="{1874DB49-2EEA-DF66-D5E8-1DA4506FECAF}"/>
          </ac:picMkLst>
        </pc:picChg>
        <pc:cxnChg chg="add mod">
          <ac:chgData name="Frederik Rask Dalby" userId="12c7c68b-47c4-4858-a883-dbd84be7356f" providerId="ADAL" clId="{E9883B15-7D20-4C63-9A3F-08E95C9A44CC}" dt="2026-08-04T07:18:03.681" v="290" actId="13822"/>
          <ac:cxnSpMkLst>
            <pc:docMk/>
            <pc:sldMk cId="1121001776" sldId="258"/>
            <ac:cxnSpMk id="11" creationId="{B457C3E2-5711-6F7D-6BB7-5943F131D820}"/>
          </ac:cxnSpMkLst>
        </pc:cxnChg>
        <pc:cxnChg chg="add mod">
          <ac:chgData name="Frederik Rask Dalby" userId="12c7c68b-47c4-4858-a883-dbd84be7356f" providerId="ADAL" clId="{E9883B15-7D20-4C63-9A3F-08E95C9A44CC}" dt="2026-08-04T07:19:16.490" v="368" actId="13822"/>
          <ac:cxnSpMkLst>
            <pc:docMk/>
            <pc:sldMk cId="1121001776" sldId="258"/>
            <ac:cxnSpMk id="17" creationId="{E96F9106-2401-273C-9B59-8A1320072622}"/>
          </ac:cxnSpMkLst>
        </pc:cxnChg>
        <pc:cxnChg chg="add mod">
          <ac:chgData name="Frederik Rask Dalby" userId="12c7c68b-47c4-4858-a883-dbd84be7356f" providerId="ADAL" clId="{E9883B15-7D20-4C63-9A3F-08E95C9A44CC}" dt="2026-08-04T09:11:50.111" v="3335" actId="13822"/>
          <ac:cxnSpMkLst>
            <pc:docMk/>
            <pc:sldMk cId="1121001776" sldId="258"/>
            <ac:cxnSpMk id="31" creationId="{45BD22D2-D9AC-FFA6-6F43-EE4DA3B87D4D}"/>
          </ac:cxnSpMkLst>
        </pc:cxnChg>
      </pc:sldChg>
      <pc:sldChg chg="addSp delSp modSp new mod">
        <pc:chgData name="Frederik Rask Dalby" userId="12c7c68b-47c4-4858-a883-dbd84be7356f" providerId="ADAL" clId="{E9883B15-7D20-4C63-9A3F-08E95C9A44CC}" dt="2026-08-04T07:35:45.069" v="1155" actId="20577"/>
        <pc:sldMkLst>
          <pc:docMk/>
          <pc:sldMk cId="311067447" sldId="259"/>
        </pc:sldMkLst>
        <pc:spChg chg="add mod">
          <ac:chgData name="Frederik Rask Dalby" userId="12c7c68b-47c4-4858-a883-dbd84be7356f" providerId="ADAL" clId="{E9883B15-7D20-4C63-9A3F-08E95C9A44CC}" dt="2026-08-04T07:35:19.246" v="1117" actId="1076"/>
          <ac:spMkLst>
            <pc:docMk/>
            <pc:sldMk cId="311067447" sldId="259"/>
            <ac:spMk id="6" creationId="{145A3ACA-75C8-DEC4-AD13-7CF64FA44420}"/>
          </ac:spMkLst>
        </pc:spChg>
        <pc:spChg chg="add mod">
          <ac:chgData name="Frederik Rask Dalby" userId="12c7c68b-47c4-4858-a883-dbd84be7356f" providerId="ADAL" clId="{E9883B15-7D20-4C63-9A3F-08E95C9A44CC}" dt="2026-08-04T07:35:26.171" v="1123" actId="1076"/>
          <ac:spMkLst>
            <pc:docMk/>
            <pc:sldMk cId="311067447" sldId="259"/>
            <ac:spMk id="8" creationId="{DAE46EF9-15E3-3986-D080-87D536CD624C}"/>
          </ac:spMkLst>
        </pc:spChg>
        <pc:spChg chg="add mod">
          <ac:chgData name="Frederik Rask Dalby" userId="12c7c68b-47c4-4858-a883-dbd84be7356f" providerId="ADAL" clId="{E9883B15-7D20-4C63-9A3F-08E95C9A44CC}" dt="2026-08-04T07:35:37.167" v="1143" actId="20577"/>
          <ac:spMkLst>
            <pc:docMk/>
            <pc:sldMk cId="311067447" sldId="259"/>
            <ac:spMk id="10" creationId="{125D2B26-D979-0F83-FD4C-5CFE2B80E842}"/>
          </ac:spMkLst>
        </pc:spChg>
        <pc:spChg chg="add mod">
          <ac:chgData name="Frederik Rask Dalby" userId="12c7c68b-47c4-4858-a883-dbd84be7356f" providerId="ADAL" clId="{E9883B15-7D20-4C63-9A3F-08E95C9A44CC}" dt="2026-08-04T07:35:45.069" v="1155" actId="20577"/>
          <ac:spMkLst>
            <pc:docMk/>
            <pc:sldMk cId="311067447" sldId="259"/>
            <ac:spMk id="12" creationId="{43DAEE51-A4E3-F981-808A-F7F8ABA950EE}"/>
          </ac:spMkLst>
        </pc:spChg>
        <pc:picChg chg="add mod">
          <ac:chgData name="Frederik Rask Dalby" userId="12c7c68b-47c4-4858-a883-dbd84be7356f" providerId="ADAL" clId="{E9883B15-7D20-4C63-9A3F-08E95C9A44CC}" dt="2026-08-04T07:34:38.271" v="1027" actId="1076"/>
          <ac:picMkLst>
            <pc:docMk/>
            <pc:sldMk cId="311067447" sldId="259"/>
            <ac:picMk id="5" creationId="{50DD00C0-5871-63F8-60E0-C0F5F72E0B03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6-08-04T08:13:22.774" v="1726" actId="20577"/>
        <pc:sldMkLst>
          <pc:docMk/>
          <pc:sldMk cId="2220745484" sldId="260"/>
        </pc:sldMkLst>
        <pc:spChg chg="mod ord">
          <ac:chgData name="Frederik Rask Dalby" userId="12c7c68b-47c4-4858-a883-dbd84be7356f" providerId="ADAL" clId="{E9883B15-7D20-4C63-9A3F-08E95C9A44CC}" dt="2026-08-04T08:11:00.805" v="1497" actId="1076"/>
          <ac:spMkLst>
            <pc:docMk/>
            <pc:sldMk cId="2220745484" sldId="260"/>
            <ac:spMk id="2" creationId="{C5DB7E79-2353-868D-8600-AD89177CAAEF}"/>
          </ac:spMkLst>
        </pc:spChg>
        <pc:spChg chg="add mod">
          <ac:chgData name="Frederik Rask Dalby" userId="12c7c68b-47c4-4858-a883-dbd84be7356f" providerId="ADAL" clId="{E9883B15-7D20-4C63-9A3F-08E95C9A44CC}" dt="2026-08-04T08:01:37.495" v="1195" actId="693"/>
          <ac:spMkLst>
            <pc:docMk/>
            <pc:sldMk cId="2220745484" sldId="260"/>
            <ac:spMk id="5" creationId="{1194AB94-5B51-A23D-C52D-C5E2555E353D}"/>
          </ac:spMkLst>
        </pc:spChg>
        <pc:spChg chg="add mod">
          <ac:chgData name="Frederik Rask Dalby" userId="12c7c68b-47c4-4858-a883-dbd84be7356f" providerId="ADAL" clId="{E9883B15-7D20-4C63-9A3F-08E95C9A44CC}" dt="2026-08-04T08:13:22.774" v="1726" actId="20577"/>
          <ac:spMkLst>
            <pc:docMk/>
            <pc:sldMk cId="2220745484" sldId="260"/>
            <ac:spMk id="6" creationId="{2C0C7B27-1886-ECB7-1603-40F10F061891}"/>
          </ac:spMkLst>
        </pc:spChg>
        <pc:spChg chg="add mod">
          <ac:chgData name="Frederik Rask Dalby" userId="12c7c68b-47c4-4858-a883-dbd84be7356f" providerId="ADAL" clId="{E9883B15-7D20-4C63-9A3F-08E95C9A44CC}" dt="2026-08-04T08:10:16.044" v="1488" actId="208"/>
          <ac:spMkLst>
            <pc:docMk/>
            <pc:sldMk cId="2220745484" sldId="260"/>
            <ac:spMk id="11" creationId="{E66B72B0-2FAD-A5C5-91BF-B28AFC8E0E56}"/>
          </ac:spMkLst>
        </pc:spChg>
        <pc:spChg chg="add mod">
          <ac:chgData name="Frederik Rask Dalby" userId="12c7c68b-47c4-4858-a883-dbd84be7356f" providerId="ADAL" clId="{E9883B15-7D20-4C63-9A3F-08E95C9A44CC}" dt="2026-08-04T08:10:25.332" v="1489" actId="207"/>
          <ac:spMkLst>
            <pc:docMk/>
            <pc:sldMk cId="2220745484" sldId="260"/>
            <ac:spMk id="14" creationId="{1CB59CD8-AABE-F4F4-9D43-B34627689E23}"/>
          </ac:spMkLst>
        </pc:spChg>
        <pc:spChg chg="add mod">
          <ac:chgData name="Frederik Rask Dalby" userId="12c7c68b-47c4-4858-a883-dbd84be7356f" providerId="ADAL" clId="{E9883B15-7D20-4C63-9A3F-08E95C9A44CC}" dt="2026-08-04T08:06:46.211" v="1347" actId="208"/>
          <ac:spMkLst>
            <pc:docMk/>
            <pc:sldMk cId="2220745484" sldId="260"/>
            <ac:spMk id="16" creationId="{C71BD233-B83D-46E1-D311-4E7C59ED01BD}"/>
          </ac:spMkLst>
        </pc:spChg>
        <pc:spChg chg="add mod">
          <ac:chgData name="Frederik Rask Dalby" userId="12c7c68b-47c4-4858-a883-dbd84be7356f" providerId="ADAL" clId="{E9883B15-7D20-4C63-9A3F-08E95C9A44CC}" dt="2026-08-04T08:07:30.919" v="1380" actId="404"/>
          <ac:spMkLst>
            <pc:docMk/>
            <pc:sldMk cId="2220745484" sldId="260"/>
            <ac:spMk id="19" creationId="{218097D1-CA4F-E1DD-6002-38D5417042D0}"/>
          </ac:spMkLst>
        </pc:spChg>
        <pc:spChg chg="add mod">
          <ac:chgData name="Frederik Rask Dalby" userId="12c7c68b-47c4-4858-a883-dbd84be7356f" providerId="ADAL" clId="{E9883B15-7D20-4C63-9A3F-08E95C9A44CC}" dt="2026-08-04T08:07:55.131" v="1387" actId="208"/>
          <ac:spMkLst>
            <pc:docMk/>
            <pc:sldMk cId="2220745484" sldId="260"/>
            <ac:spMk id="21" creationId="{AEA16DC7-C18F-5673-5623-A4EC2286FABE}"/>
          </ac:spMkLst>
        </pc:spChg>
        <pc:spChg chg="add mod">
          <ac:chgData name="Frederik Rask Dalby" userId="12c7c68b-47c4-4858-a883-dbd84be7356f" providerId="ADAL" clId="{E9883B15-7D20-4C63-9A3F-08E95C9A44CC}" dt="2026-08-04T08:10:42.848" v="1493" actId="1076"/>
          <ac:spMkLst>
            <pc:docMk/>
            <pc:sldMk cId="2220745484" sldId="260"/>
            <ac:spMk id="27" creationId="{37E4B6DA-B428-F694-90EB-1C924F1AB2B0}"/>
          </ac:spMkLst>
        </pc:spChg>
        <pc:spChg chg="add mod">
          <ac:chgData name="Frederik Rask Dalby" userId="12c7c68b-47c4-4858-a883-dbd84be7356f" providerId="ADAL" clId="{E9883B15-7D20-4C63-9A3F-08E95C9A44CC}" dt="2026-08-04T08:09:01.648" v="1431" actId="1076"/>
          <ac:spMkLst>
            <pc:docMk/>
            <pc:sldMk cId="2220745484" sldId="260"/>
            <ac:spMk id="29" creationId="{6F0A7659-32E0-D92B-0B9A-61D2877835EF}"/>
          </ac:spMkLst>
        </pc:spChg>
        <pc:spChg chg="add mod">
          <ac:chgData name="Frederik Rask Dalby" userId="12c7c68b-47c4-4858-a883-dbd84be7356f" providerId="ADAL" clId="{E9883B15-7D20-4C63-9A3F-08E95C9A44CC}" dt="2026-08-04T08:09:18.110" v="1435" actId="208"/>
          <ac:spMkLst>
            <pc:docMk/>
            <pc:sldMk cId="2220745484" sldId="260"/>
            <ac:spMk id="31" creationId="{D467FFDF-6D88-D54A-D61E-77A1292F144D}"/>
          </ac:spMkLst>
        </pc:spChg>
        <pc:spChg chg="add mod">
          <ac:chgData name="Frederik Rask Dalby" userId="12c7c68b-47c4-4858-a883-dbd84be7356f" providerId="ADAL" clId="{E9883B15-7D20-4C63-9A3F-08E95C9A44CC}" dt="2026-08-04T08:10:01.550" v="1487" actId="1076"/>
          <ac:spMkLst>
            <pc:docMk/>
            <pc:sldMk cId="2220745484" sldId="260"/>
            <ac:spMk id="35" creationId="{FBB87101-88D8-726E-ADBA-F460A4043B27}"/>
          </ac:spMkLst>
        </pc:spChg>
        <pc:picChg chg="add mod">
          <ac:chgData name="Frederik Rask Dalby" userId="12c7c68b-47c4-4858-a883-dbd84be7356f" providerId="ADAL" clId="{E9883B15-7D20-4C63-9A3F-08E95C9A44CC}" dt="2026-08-04T08:00:51.406" v="1180" actId="1076"/>
          <ac:picMkLst>
            <pc:docMk/>
            <pc:sldMk cId="2220745484" sldId="260"/>
            <ac:picMk id="4" creationId="{6AC756FF-143E-9947-5916-95E795A7DC17}"/>
          </ac:picMkLst>
        </pc:picChg>
        <pc:picChg chg="add mod">
          <ac:chgData name="Frederik Rask Dalby" userId="12c7c68b-47c4-4858-a883-dbd84be7356f" providerId="ADAL" clId="{E9883B15-7D20-4C63-9A3F-08E95C9A44CC}" dt="2026-08-04T08:08:04.335" v="1390" actId="1076"/>
          <ac:picMkLst>
            <pc:docMk/>
            <pc:sldMk cId="2220745484" sldId="260"/>
            <ac:picMk id="8" creationId="{9AB3EB9A-8849-A677-F1DE-1BCC270260B0}"/>
          </ac:picMkLst>
        </pc:picChg>
        <pc:cxnChg chg="add mod">
          <ac:chgData name="Frederik Rask Dalby" userId="12c7c68b-47c4-4858-a883-dbd84be7356f" providerId="ADAL" clId="{E9883B15-7D20-4C63-9A3F-08E95C9A44CC}" dt="2026-08-04T08:04:16.348" v="1295" actId="1036"/>
          <ac:cxnSpMkLst>
            <pc:docMk/>
            <pc:sldMk cId="2220745484" sldId="260"/>
            <ac:cxnSpMk id="10" creationId="{BC1E245D-6F0C-19DB-DCD3-797570664ED2}"/>
          </ac:cxnSpMkLst>
        </pc:cxnChg>
        <pc:cxnChg chg="add mod">
          <ac:chgData name="Frederik Rask Dalby" userId="12c7c68b-47c4-4858-a883-dbd84be7356f" providerId="ADAL" clId="{E9883B15-7D20-4C63-9A3F-08E95C9A44CC}" dt="2026-08-04T08:10:30.664" v="1490" actId="208"/>
          <ac:cxnSpMkLst>
            <pc:docMk/>
            <pc:sldMk cId="2220745484" sldId="260"/>
            <ac:cxnSpMk id="13" creationId="{53B6187C-1047-7E07-2056-26A1A2235472}"/>
          </ac:cxnSpMkLst>
        </pc:cxnChg>
        <pc:cxnChg chg="add mod">
          <ac:chgData name="Frederik Rask Dalby" userId="12c7c68b-47c4-4858-a883-dbd84be7356f" providerId="ADAL" clId="{E9883B15-7D20-4C63-9A3F-08E95C9A44CC}" dt="2026-08-04T08:06:51.490" v="1349" actId="208"/>
          <ac:cxnSpMkLst>
            <pc:docMk/>
            <pc:sldMk cId="2220745484" sldId="260"/>
            <ac:cxnSpMk id="18" creationId="{CB1AC443-36B6-98A2-863E-C8FCCCCD19ED}"/>
          </ac:cxnSpMkLst>
        </pc:cxnChg>
        <pc:cxnChg chg="add mod">
          <ac:chgData name="Frederik Rask Dalby" userId="12c7c68b-47c4-4858-a883-dbd84be7356f" providerId="ADAL" clId="{E9883B15-7D20-4C63-9A3F-08E95C9A44CC}" dt="2026-08-04T08:10:44.794" v="1494" actId="14100"/>
          <ac:cxnSpMkLst>
            <pc:docMk/>
            <pc:sldMk cId="2220745484" sldId="260"/>
            <ac:cxnSpMk id="23" creationId="{3B5A24B6-DA03-982E-A4B8-163128FEA3EA}"/>
          </ac:cxnSpMkLst>
        </pc:cxnChg>
        <pc:cxnChg chg="add mod">
          <ac:chgData name="Frederik Rask Dalby" userId="12c7c68b-47c4-4858-a883-dbd84be7356f" providerId="ADAL" clId="{E9883B15-7D20-4C63-9A3F-08E95C9A44CC}" dt="2026-08-04T08:09:39.816" v="1442" actId="1076"/>
          <ac:cxnSpMkLst>
            <pc:docMk/>
            <pc:sldMk cId="2220745484" sldId="260"/>
            <ac:cxnSpMk id="33" creationId="{F35769B7-2652-EF2E-F387-FE6889782961}"/>
          </ac:cxnSpMkLst>
        </pc:cxnChg>
      </pc:sldChg>
      <pc:sldChg chg="addSp delSp modSp new mod">
        <pc:chgData name="Frederik Rask Dalby" userId="12c7c68b-47c4-4858-a883-dbd84be7356f" providerId="ADAL" clId="{E9883B15-7D20-4C63-9A3F-08E95C9A44CC}" dt="2026-08-26T06:19:41.298" v="4174" actId="6549"/>
        <pc:sldMkLst>
          <pc:docMk/>
          <pc:sldMk cId="318373816" sldId="261"/>
        </pc:sldMkLst>
        <pc:spChg chg="mod">
          <ac:chgData name="Frederik Rask Dalby" userId="12c7c68b-47c4-4858-a883-dbd84be7356f" providerId="ADAL" clId="{E9883B15-7D20-4C63-9A3F-08E95C9A44CC}" dt="2026-08-04T08:24:41.889" v="1749" actId="20577"/>
          <ac:spMkLst>
            <pc:docMk/>
            <pc:sldMk cId="318373816" sldId="261"/>
            <ac:spMk id="2" creationId="{E8D96BB2-92FC-CE3F-6012-6CA4DF42D53B}"/>
          </ac:spMkLst>
        </pc:spChg>
        <pc:spChg chg="add mod">
          <ac:chgData name="Frederik Rask Dalby" userId="12c7c68b-47c4-4858-a883-dbd84be7356f" providerId="ADAL" clId="{E9883B15-7D20-4C63-9A3F-08E95C9A44CC}" dt="2026-08-04T08:29:44.622" v="2140" actId="20577"/>
          <ac:spMkLst>
            <pc:docMk/>
            <pc:sldMk cId="318373816" sldId="261"/>
            <ac:spMk id="8" creationId="{075A2322-5612-797E-5D5B-E241ABD5A3E4}"/>
          </ac:spMkLst>
        </pc:spChg>
        <pc:spChg chg="add mod">
          <ac:chgData name="Frederik Rask Dalby" userId="12c7c68b-47c4-4858-a883-dbd84be7356f" providerId="ADAL" clId="{E9883B15-7D20-4C63-9A3F-08E95C9A44CC}" dt="2026-08-04T08:29:47.128" v="2141" actId="1076"/>
          <ac:spMkLst>
            <pc:docMk/>
            <pc:sldMk cId="318373816" sldId="261"/>
            <ac:spMk id="12" creationId="{ED68AD09-BAE6-4D17-6293-268934D894C6}"/>
          </ac:spMkLst>
        </pc:spChg>
        <pc:spChg chg="add mod">
          <ac:chgData name="Frederik Rask Dalby" userId="12c7c68b-47c4-4858-a883-dbd84be7356f" providerId="ADAL" clId="{E9883B15-7D20-4C63-9A3F-08E95C9A44CC}" dt="2026-08-26T06:19:41.298" v="4174" actId="6549"/>
          <ac:spMkLst>
            <pc:docMk/>
            <pc:sldMk cId="318373816" sldId="261"/>
            <ac:spMk id="14" creationId="{11BAF7B2-9B8A-0D0F-F9DF-700EC9445359}"/>
          </ac:spMkLst>
        </pc:spChg>
        <pc:spChg chg="add mod">
          <ac:chgData name="Frederik Rask Dalby" userId="12c7c68b-47c4-4858-a883-dbd84be7356f" providerId="ADAL" clId="{E9883B15-7D20-4C63-9A3F-08E95C9A44CC}" dt="2026-08-04T08:32:04.920" v="2155" actId="1076"/>
          <ac:spMkLst>
            <pc:docMk/>
            <pc:sldMk cId="318373816" sldId="261"/>
            <ac:spMk id="18" creationId="{60486CC3-CDA1-8EC0-0E0D-46485F7F8FFF}"/>
          </ac:spMkLst>
        </pc:spChg>
        <pc:spChg chg="add mod">
          <ac:chgData name="Frederik Rask Dalby" userId="12c7c68b-47c4-4858-a883-dbd84be7356f" providerId="ADAL" clId="{E9883B15-7D20-4C63-9A3F-08E95C9A44CC}" dt="2026-08-04T08:31:11.265" v="2143" actId="1076"/>
          <ac:spMkLst>
            <pc:docMk/>
            <pc:sldMk cId="318373816" sldId="261"/>
            <ac:spMk id="20" creationId="{C44D618B-FE5B-85D5-A17D-A1418BA47DF5}"/>
          </ac:spMkLst>
        </pc:spChg>
        <pc:spChg chg="add mod">
          <ac:chgData name="Frederik Rask Dalby" userId="12c7c68b-47c4-4858-a883-dbd84be7356f" providerId="ADAL" clId="{E9883B15-7D20-4C63-9A3F-08E95C9A44CC}" dt="2026-08-04T08:33:01.584" v="2167" actId="1076"/>
          <ac:spMkLst>
            <pc:docMk/>
            <pc:sldMk cId="318373816" sldId="261"/>
            <ac:spMk id="27" creationId="{758C4B38-3650-19DF-114D-020C664274DB}"/>
          </ac:spMkLst>
        </pc:spChg>
        <pc:spChg chg="add mod">
          <ac:chgData name="Frederik Rask Dalby" userId="12c7c68b-47c4-4858-a883-dbd84be7356f" providerId="ADAL" clId="{E9883B15-7D20-4C63-9A3F-08E95C9A44CC}" dt="2026-08-04T09:09:28.134" v="3208" actId="20577"/>
          <ac:spMkLst>
            <pc:docMk/>
            <pc:sldMk cId="318373816" sldId="261"/>
            <ac:spMk id="30" creationId="{E6C61B89-4E6C-D7AF-3449-88A9F4A52A51}"/>
          </ac:spMkLst>
        </pc:spChg>
        <pc:spChg chg="add mod">
          <ac:chgData name="Frederik Rask Dalby" userId="12c7c68b-47c4-4858-a883-dbd84be7356f" providerId="ADAL" clId="{E9883B15-7D20-4C63-9A3F-08E95C9A44CC}" dt="2026-08-04T08:36:29.712" v="2391" actId="20577"/>
          <ac:spMkLst>
            <pc:docMk/>
            <pc:sldMk cId="318373816" sldId="261"/>
            <ac:spMk id="37" creationId="{B3473552-488F-D0F7-5091-61E42E69FB72}"/>
          </ac:spMkLst>
        </pc:spChg>
        <pc:spChg chg="add mod">
          <ac:chgData name="Frederik Rask Dalby" userId="12c7c68b-47c4-4858-a883-dbd84be7356f" providerId="ADAL" clId="{E9883B15-7D20-4C63-9A3F-08E95C9A44CC}" dt="2026-08-04T09:10:21.392" v="3296" actId="1076"/>
          <ac:spMkLst>
            <pc:docMk/>
            <pc:sldMk cId="318373816" sldId="261"/>
            <ac:spMk id="39" creationId="{732DBD74-6DF9-20D4-26E7-40D271F2D604}"/>
          </ac:spMkLst>
        </pc:spChg>
        <pc:picChg chg="add mod">
          <ac:chgData name="Frederik Rask Dalby" userId="12c7c68b-47c4-4858-a883-dbd84be7356f" providerId="ADAL" clId="{E9883B15-7D20-4C63-9A3F-08E95C9A44CC}" dt="2026-08-04T08:25:41.430" v="1838" actId="1076"/>
          <ac:picMkLst>
            <pc:docMk/>
            <pc:sldMk cId="318373816" sldId="261"/>
            <ac:picMk id="5" creationId="{5A9B7ACE-F35F-6B70-E04C-3FCF33BFFD48}"/>
          </ac:picMkLst>
        </pc:picChg>
        <pc:picChg chg="add mod">
          <ac:chgData name="Frederik Rask Dalby" userId="12c7c68b-47c4-4858-a883-dbd84be7356f" providerId="ADAL" clId="{E9883B15-7D20-4C63-9A3F-08E95C9A44CC}" dt="2026-08-04T08:32:37.564" v="2163" actId="1076"/>
          <ac:picMkLst>
            <pc:docMk/>
            <pc:sldMk cId="318373816" sldId="261"/>
            <ac:picMk id="26" creationId="{20148D6C-206A-7636-062E-32F079B0C00B}"/>
          </ac:picMkLst>
        </pc:picChg>
        <pc:cxnChg chg="add mod">
          <ac:chgData name="Frederik Rask Dalby" userId="12c7c68b-47c4-4858-a883-dbd84be7356f" providerId="ADAL" clId="{E9883B15-7D20-4C63-9A3F-08E95C9A44CC}" dt="2026-08-04T08:32:02.969" v="2154" actId="1076"/>
          <ac:cxnSpMkLst>
            <pc:docMk/>
            <pc:sldMk cId="318373816" sldId="261"/>
            <ac:cxnSpMk id="16" creationId="{049DAE63-4587-826E-3324-F77A070D1901}"/>
          </ac:cxnSpMkLst>
        </pc:cxnChg>
        <pc:cxnChg chg="add mod">
          <ac:chgData name="Frederik Rask Dalby" userId="12c7c68b-47c4-4858-a883-dbd84be7356f" providerId="ADAL" clId="{E9883B15-7D20-4C63-9A3F-08E95C9A44CC}" dt="2026-08-04T08:31:20.441" v="2148" actId="13822"/>
          <ac:cxnSpMkLst>
            <pc:docMk/>
            <pc:sldMk cId="318373816" sldId="261"/>
            <ac:cxnSpMk id="21" creationId="{9DC7BEC5-0EDA-35A4-3A9F-97893866A3DA}"/>
          </ac:cxnSpMkLst>
        </pc:cxnChg>
        <pc:cxnChg chg="add">
          <ac:chgData name="Frederik Rask Dalby" userId="12c7c68b-47c4-4858-a883-dbd84be7356f" providerId="ADAL" clId="{E9883B15-7D20-4C63-9A3F-08E95C9A44CC}" dt="2026-08-04T08:34:06.025" v="2294" actId="11529"/>
          <ac:cxnSpMkLst>
            <pc:docMk/>
            <pc:sldMk cId="318373816" sldId="261"/>
            <ac:cxnSpMk id="32" creationId="{2FCD4BFA-9324-F82C-F8E4-179DE9ED1787}"/>
          </ac:cxnSpMkLst>
        </pc:cxnChg>
        <pc:cxnChg chg="add">
          <ac:chgData name="Frederik Rask Dalby" userId="12c7c68b-47c4-4858-a883-dbd84be7356f" providerId="ADAL" clId="{E9883B15-7D20-4C63-9A3F-08E95C9A44CC}" dt="2026-08-04T08:34:54.994" v="2312" actId="11529"/>
          <ac:cxnSpMkLst>
            <pc:docMk/>
            <pc:sldMk cId="318373816" sldId="261"/>
            <ac:cxnSpMk id="34" creationId="{195B79E3-8E1A-275A-040E-0A9090BEA40F}"/>
          </ac:cxnSpMkLst>
        </pc:cxnChg>
      </pc:sldChg>
      <pc:sldChg chg="addSp delSp modSp new mod">
        <pc:chgData name="Frederik Rask Dalby" userId="12c7c68b-47c4-4858-a883-dbd84be7356f" providerId="ADAL" clId="{E9883B15-7D20-4C63-9A3F-08E95C9A44CC}" dt="2026-08-04T09:20:59.825" v="3584" actId="1076"/>
        <pc:sldMkLst>
          <pc:docMk/>
          <pc:sldMk cId="298943071" sldId="262"/>
        </pc:sldMkLst>
        <pc:spChg chg="add mod">
          <ac:chgData name="Frederik Rask Dalby" userId="12c7c68b-47c4-4858-a883-dbd84be7356f" providerId="ADAL" clId="{E9883B15-7D20-4C63-9A3F-08E95C9A44CC}" dt="2026-08-04T08:37:44.310" v="2402" actId="20577"/>
          <ac:spMkLst>
            <pc:docMk/>
            <pc:sldMk cId="298943071" sldId="262"/>
            <ac:spMk id="4" creationId="{C03FFB37-57BC-C1E0-1864-EADA1FA9D634}"/>
          </ac:spMkLst>
        </pc:spChg>
        <pc:spChg chg="add mod">
          <ac:chgData name="Frederik Rask Dalby" userId="12c7c68b-47c4-4858-a883-dbd84be7356f" providerId="ADAL" clId="{E9883B15-7D20-4C63-9A3F-08E95C9A44CC}" dt="2026-08-04T09:05:56.672" v="3048" actId="20577"/>
          <ac:spMkLst>
            <pc:docMk/>
            <pc:sldMk cId="298943071" sldId="262"/>
            <ac:spMk id="5" creationId="{E4AF7643-0C09-7766-4E06-2A4FCEA6ED81}"/>
          </ac:spMkLst>
        </pc:spChg>
        <pc:spChg chg="add mod">
          <ac:chgData name="Frederik Rask Dalby" userId="12c7c68b-47c4-4858-a883-dbd84be7356f" providerId="ADAL" clId="{E9883B15-7D20-4C63-9A3F-08E95C9A44CC}" dt="2026-08-04T09:05:07.515" v="2893" actId="1076"/>
          <ac:spMkLst>
            <pc:docMk/>
            <pc:sldMk cId="298943071" sldId="262"/>
            <ac:spMk id="14" creationId="{11438AAA-F7FF-DFA1-318B-C4B22FF371F8}"/>
          </ac:spMkLst>
        </pc:spChg>
        <pc:spChg chg="add mod">
          <ac:chgData name="Frederik Rask Dalby" userId="12c7c68b-47c4-4858-a883-dbd84be7356f" providerId="ADAL" clId="{E9883B15-7D20-4C63-9A3F-08E95C9A44CC}" dt="2026-08-04T09:18:39.780" v="3527" actId="1076"/>
          <ac:spMkLst>
            <pc:docMk/>
            <pc:sldMk cId="298943071" sldId="262"/>
            <ac:spMk id="16" creationId="{7E4CCBC0-7C0C-7D69-1CC7-5E80A731E915}"/>
          </ac:spMkLst>
        </pc:spChg>
        <pc:spChg chg="add mod">
          <ac:chgData name="Frederik Rask Dalby" userId="12c7c68b-47c4-4858-a883-dbd84be7356f" providerId="ADAL" clId="{E9883B15-7D20-4C63-9A3F-08E95C9A44CC}" dt="2026-08-04T09:12:22.221" v="3339" actId="20577"/>
          <ac:spMkLst>
            <pc:docMk/>
            <pc:sldMk cId="298943071" sldId="262"/>
            <ac:spMk id="20" creationId="{FAE1DCA0-80B0-2C7E-0E12-E01AEA0D8AC5}"/>
          </ac:spMkLst>
        </pc:spChg>
        <pc:spChg chg="add mod">
          <ac:chgData name="Frederik Rask Dalby" userId="12c7c68b-47c4-4858-a883-dbd84be7356f" providerId="ADAL" clId="{E9883B15-7D20-4C63-9A3F-08E95C9A44CC}" dt="2026-08-04T09:20:59.825" v="3584" actId="1076"/>
          <ac:spMkLst>
            <pc:docMk/>
            <pc:sldMk cId="298943071" sldId="262"/>
            <ac:spMk id="28" creationId="{36C0EF97-2A6C-8231-5986-BE01FB68F948}"/>
          </ac:spMkLst>
        </pc:spChg>
        <pc:spChg chg="add mod">
          <ac:chgData name="Frederik Rask Dalby" userId="12c7c68b-47c4-4858-a883-dbd84be7356f" providerId="ADAL" clId="{E9883B15-7D20-4C63-9A3F-08E95C9A44CC}" dt="2026-08-04T09:19:39.954" v="3537" actId="1076"/>
          <ac:spMkLst>
            <pc:docMk/>
            <pc:sldMk cId="298943071" sldId="262"/>
            <ac:spMk id="31" creationId="{289E6369-F7E7-4FCA-1B70-526AD43274E0}"/>
          </ac:spMkLst>
        </pc:spChg>
        <pc:spChg chg="add mod">
          <ac:chgData name="Frederik Rask Dalby" userId="12c7c68b-47c4-4858-a883-dbd84be7356f" providerId="ADAL" clId="{E9883B15-7D20-4C63-9A3F-08E95C9A44CC}" dt="2026-08-04T09:20:33.802" v="3579" actId="1076"/>
          <ac:spMkLst>
            <pc:docMk/>
            <pc:sldMk cId="298943071" sldId="262"/>
            <ac:spMk id="34" creationId="{3058080D-5906-442C-3758-2EC6F4183A1A}"/>
          </ac:spMkLst>
        </pc:spChg>
        <pc:picChg chg="add mod">
          <ac:chgData name="Frederik Rask Dalby" userId="12c7c68b-47c4-4858-a883-dbd84be7356f" providerId="ADAL" clId="{E9883B15-7D20-4C63-9A3F-08E95C9A44CC}" dt="2026-08-04T09:07:35.480" v="3112" actId="1076"/>
          <ac:picMkLst>
            <pc:docMk/>
            <pc:sldMk cId="298943071" sldId="262"/>
            <ac:picMk id="18" creationId="{8F82BD57-6B4E-CE1D-2CA9-2D89BEEF2089}"/>
          </ac:picMkLst>
        </pc:picChg>
        <pc:picChg chg="add mod">
          <ac:chgData name="Frederik Rask Dalby" userId="12c7c68b-47c4-4858-a883-dbd84be7356f" providerId="ADAL" clId="{E9883B15-7D20-4C63-9A3F-08E95C9A44CC}" dt="2026-08-04T09:20:18.632" v="3539" actId="1076"/>
          <ac:picMkLst>
            <pc:docMk/>
            <pc:sldMk cId="298943071" sldId="262"/>
            <ac:picMk id="33" creationId="{DBC9A6BE-54F5-E172-D2FA-83A517B5FFA8}"/>
          </ac:picMkLst>
        </pc:picChg>
      </pc:sldChg>
      <pc:sldChg chg="addSp delSp modSp new mod ord">
        <pc:chgData name="Frederik Rask Dalby" userId="12c7c68b-47c4-4858-a883-dbd84be7356f" providerId="ADAL" clId="{E9883B15-7D20-4C63-9A3F-08E95C9A44CC}" dt="2026-08-04T09:07:14.051" v="3111" actId="20577"/>
        <pc:sldMkLst>
          <pc:docMk/>
          <pc:sldMk cId="4141506904" sldId="263"/>
        </pc:sldMkLst>
        <pc:spChg chg="mod">
          <ac:chgData name="Frederik Rask Dalby" userId="12c7c68b-47c4-4858-a883-dbd84be7356f" providerId="ADAL" clId="{E9883B15-7D20-4C63-9A3F-08E95C9A44CC}" dt="2026-08-04T09:07:14.051" v="3111" actId="20577"/>
          <ac:spMkLst>
            <pc:docMk/>
            <pc:sldMk cId="4141506904" sldId="263"/>
            <ac:spMk id="2" creationId="{4EC58650-49EA-AE82-9321-C21D6EA56129}"/>
          </ac:spMkLst>
        </pc:spChg>
        <pc:picChg chg="add mod ord">
          <ac:chgData name="Frederik Rask Dalby" userId="12c7c68b-47c4-4858-a883-dbd84be7356f" providerId="ADAL" clId="{E9883B15-7D20-4C63-9A3F-08E95C9A44CC}" dt="2026-08-04T09:07:03.394" v="3103" actId="1076"/>
          <ac:picMkLst>
            <pc:docMk/>
            <pc:sldMk cId="4141506904" sldId="263"/>
            <ac:picMk id="5" creationId="{C0458D5A-8D3C-3644-548A-1B13ED91AA20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6-08-04T09:33:45.741" v="4172" actId="478"/>
        <pc:sldMkLst>
          <pc:docMk/>
          <pc:sldMk cId="2591365496" sldId="264"/>
        </pc:sldMkLst>
        <pc:spChg chg="mod">
          <ac:chgData name="Frederik Rask Dalby" userId="12c7c68b-47c4-4858-a883-dbd84be7356f" providerId="ADAL" clId="{E9883B15-7D20-4C63-9A3F-08E95C9A44CC}" dt="2026-08-04T09:21:17.497" v="3603" actId="20577"/>
          <ac:spMkLst>
            <pc:docMk/>
            <pc:sldMk cId="2591365496" sldId="264"/>
            <ac:spMk id="2" creationId="{108399EA-1267-050D-65D8-44C37D2FF3CF}"/>
          </ac:spMkLst>
        </pc:spChg>
        <pc:spChg chg="mod">
          <ac:chgData name="Frederik Rask Dalby" userId="12c7c68b-47c4-4858-a883-dbd84be7356f" providerId="ADAL" clId="{E9883B15-7D20-4C63-9A3F-08E95C9A44CC}" dt="2026-08-04T09:33:38.876" v="4171" actId="6549"/>
          <ac:spMkLst>
            <pc:docMk/>
            <pc:sldMk cId="2591365496" sldId="264"/>
            <ac:spMk id="3" creationId="{E78F9C37-EB77-E194-BB44-643016EF1D40}"/>
          </ac:spMkLst>
        </pc:spChg>
        <pc:spChg chg="add mod">
          <ac:chgData name="Frederik Rask Dalby" userId="12c7c68b-47c4-4858-a883-dbd84be7356f" providerId="ADAL" clId="{E9883B15-7D20-4C63-9A3F-08E95C9A44CC}" dt="2026-08-04T09:22:40.429" v="3761" actId="1076"/>
          <ac:spMkLst>
            <pc:docMk/>
            <pc:sldMk cId="2591365496" sldId="264"/>
            <ac:spMk id="7" creationId="{8C4ACCD5-58B2-E7A6-4F10-CF1D671ED76F}"/>
          </ac:spMkLst>
        </pc:spChg>
        <pc:spChg chg="add mod">
          <ac:chgData name="Frederik Rask Dalby" userId="12c7c68b-47c4-4858-a883-dbd84be7356f" providerId="ADAL" clId="{E9883B15-7D20-4C63-9A3F-08E95C9A44CC}" dt="2026-08-04T09:23:05.777" v="3785" actId="1076"/>
          <ac:spMkLst>
            <pc:docMk/>
            <pc:sldMk cId="2591365496" sldId="264"/>
            <ac:spMk id="9" creationId="{4606F1E3-023A-248A-BDB8-F0F113DCB167}"/>
          </ac:spMkLst>
        </pc:spChg>
        <pc:spChg chg="add mod">
          <ac:chgData name="Frederik Rask Dalby" userId="12c7c68b-47c4-4858-a883-dbd84be7356f" providerId="ADAL" clId="{E9883B15-7D20-4C63-9A3F-08E95C9A44CC}" dt="2026-08-04T09:29:33.771" v="4085" actId="20577"/>
          <ac:spMkLst>
            <pc:docMk/>
            <pc:sldMk cId="2591365496" sldId="264"/>
            <ac:spMk id="10" creationId="{2A5E5DF9-83F0-3789-0D7F-9C5D78C34DB4}"/>
          </ac:spMkLst>
        </pc:spChg>
        <pc:spChg chg="add mod">
          <ac:chgData name="Frederik Rask Dalby" userId="12c7c68b-47c4-4858-a883-dbd84be7356f" providerId="ADAL" clId="{E9883B15-7D20-4C63-9A3F-08E95C9A44CC}" dt="2026-08-04T09:23:49.488" v="3803" actId="6549"/>
          <ac:spMkLst>
            <pc:docMk/>
            <pc:sldMk cId="2591365496" sldId="264"/>
            <ac:spMk id="12" creationId="{F10658C7-404D-0DA4-5D25-01467208259D}"/>
          </ac:spMkLst>
        </pc:spChg>
        <pc:spChg chg="add mod">
          <ac:chgData name="Frederik Rask Dalby" userId="12c7c68b-47c4-4858-a883-dbd84be7356f" providerId="ADAL" clId="{E9883B15-7D20-4C63-9A3F-08E95C9A44CC}" dt="2026-08-04T09:24:30.435" v="3814" actId="20577"/>
          <ac:spMkLst>
            <pc:docMk/>
            <pc:sldMk cId="2591365496" sldId="264"/>
            <ac:spMk id="14" creationId="{40845A72-E8CD-2C7A-6ED1-C87AB8805E49}"/>
          </ac:spMkLst>
        </pc:spChg>
        <pc:spChg chg="add mod">
          <ac:chgData name="Frederik Rask Dalby" userId="12c7c68b-47c4-4858-a883-dbd84be7356f" providerId="ADAL" clId="{E9883B15-7D20-4C63-9A3F-08E95C9A44CC}" dt="2026-08-04T09:29:37.340" v="4088" actId="20577"/>
          <ac:spMkLst>
            <pc:docMk/>
            <pc:sldMk cId="2591365496" sldId="264"/>
            <ac:spMk id="16" creationId="{BD1936A6-9508-D812-7C3B-4854D378D707}"/>
          </ac:spMkLst>
        </pc:spChg>
        <pc:spChg chg="add mod">
          <ac:chgData name="Frederik Rask Dalby" userId="12c7c68b-47c4-4858-a883-dbd84be7356f" providerId="ADAL" clId="{E9883B15-7D20-4C63-9A3F-08E95C9A44CC}" dt="2026-08-04T09:29:52.463" v="4110" actId="20577"/>
          <ac:spMkLst>
            <pc:docMk/>
            <pc:sldMk cId="2591365496" sldId="264"/>
            <ac:spMk id="18" creationId="{4E89F5B1-3D30-1538-53C0-44D552F15DAF}"/>
          </ac:spMkLst>
        </pc:spChg>
        <pc:spChg chg="add mod">
          <ac:chgData name="Frederik Rask Dalby" userId="12c7c68b-47c4-4858-a883-dbd84be7356f" providerId="ADAL" clId="{E9883B15-7D20-4C63-9A3F-08E95C9A44CC}" dt="2026-08-04T09:29:42.835" v="4094" actId="20577"/>
          <ac:spMkLst>
            <pc:docMk/>
            <pc:sldMk cId="2591365496" sldId="264"/>
            <ac:spMk id="20" creationId="{C77D96A7-F3C0-D407-AD54-A7668E3C0859}"/>
          </ac:spMkLst>
        </pc:spChg>
        <pc:spChg chg="add mod">
          <ac:chgData name="Frederik Rask Dalby" userId="12c7c68b-47c4-4858-a883-dbd84be7356f" providerId="ADAL" clId="{E9883B15-7D20-4C63-9A3F-08E95C9A44CC}" dt="2026-08-04T09:26:17.983" v="4002" actId="1076"/>
          <ac:spMkLst>
            <pc:docMk/>
            <pc:sldMk cId="2591365496" sldId="264"/>
            <ac:spMk id="22" creationId="{84248A54-3BF1-EB70-3AE3-0A2C26230F6F}"/>
          </ac:spMkLst>
        </pc:spChg>
        <pc:spChg chg="add mod">
          <ac:chgData name="Frederik Rask Dalby" userId="12c7c68b-47c4-4858-a883-dbd84be7356f" providerId="ADAL" clId="{E9883B15-7D20-4C63-9A3F-08E95C9A44CC}" dt="2026-08-04T09:29:45.677" v="4097" actId="20577"/>
          <ac:spMkLst>
            <pc:docMk/>
            <pc:sldMk cId="2591365496" sldId="264"/>
            <ac:spMk id="24" creationId="{E3CAB241-7376-9092-C79E-2F0B3162006E}"/>
          </ac:spMkLst>
        </pc:spChg>
        <pc:spChg chg="add mod">
          <ac:chgData name="Frederik Rask Dalby" userId="12c7c68b-47c4-4858-a883-dbd84be7356f" providerId="ADAL" clId="{E9883B15-7D20-4C63-9A3F-08E95C9A44CC}" dt="2026-08-04T09:32:08.302" v="4119" actId="1076"/>
          <ac:spMkLst>
            <pc:docMk/>
            <pc:sldMk cId="2591365496" sldId="264"/>
            <ac:spMk id="26" creationId="{FE7D4100-D570-521B-D36C-EF6B30E4B2F7}"/>
          </ac:spMkLst>
        </pc:spChg>
        <pc:spChg chg="add mod">
          <ac:chgData name="Frederik Rask Dalby" userId="12c7c68b-47c4-4858-a883-dbd84be7356f" providerId="ADAL" clId="{E9883B15-7D20-4C63-9A3F-08E95C9A44CC}" dt="2026-08-04T09:32:06.256" v="4118" actId="1076"/>
          <ac:spMkLst>
            <pc:docMk/>
            <pc:sldMk cId="2591365496" sldId="264"/>
            <ac:spMk id="27" creationId="{CF0B0458-DE90-9DFB-76A3-D3B79870F0F4}"/>
          </ac:spMkLst>
        </pc:spChg>
        <pc:spChg chg="add mod">
          <ac:chgData name="Frederik Rask Dalby" userId="12c7c68b-47c4-4858-a883-dbd84be7356f" providerId="ADAL" clId="{E9883B15-7D20-4C63-9A3F-08E95C9A44CC}" dt="2026-08-04T09:33:29.211" v="4167" actId="20577"/>
          <ac:spMkLst>
            <pc:docMk/>
            <pc:sldMk cId="2591365496" sldId="264"/>
            <ac:spMk id="28" creationId="{C88745D4-ABC9-9F90-114D-FB86215B7132}"/>
          </ac:spMkLst>
        </pc:spChg>
        <pc:cxnChg chg="add mod">
          <ac:chgData name="Frederik Rask Dalby" userId="12c7c68b-47c4-4858-a883-dbd84be7356f" providerId="ADAL" clId="{E9883B15-7D20-4C63-9A3F-08E95C9A44CC}" dt="2026-08-04T09:33:20.087" v="4164" actId="208"/>
          <ac:cxnSpMkLst>
            <pc:docMk/>
            <pc:sldMk cId="2591365496" sldId="264"/>
            <ac:cxnSpMk id="30" creationId="{322A636A-1D11-85A3-8D96-515CD010663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644F-A9AD-186F-D08A-0D8E67428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891A9-1C8B-0EE0-33A3-EB3D4525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D9443-328B-945F-FE56-0EDE6DED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CA40F-FE2C-66C0-9601-9CB2FF63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07D5-9AD5-3AB6-3DD1-D5E0D24B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805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2865-6068-CE94-2227-6767F5E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D404-8AF0-2D10-7465-8DDDDEFD7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131B6-AF9D-5A77-6B22-B14DA724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2770B-95C0-D6F6-4ADD-406ECE4A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A1148-33ED-0C69-627D-7A1DBAAA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0840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ACFA-036A-5DF0-1E34-83588A3E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BC01F-47DA-7E4A-4C5B-3EAC6AB22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C5A59-ABDD-6280-F87F-851DBEAB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7A0CB-D1FC-7F34-4D63-DDA3BEFF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9C052-3A71-46AF-251B-087FBA156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272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4912-A7DF-1A72-2C35-1509E59F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19E93-A598-8EE8-5175-FDF762697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558C2-8C28-049E-902D-4EEF7AEBC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E7400-2F91-FC4E-04D8-E8300F85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DCE3-73A4-D49D-73BB-2ECEDA27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7C336-788D-E54D-5D64-D7406C44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974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45AE-F3C9-0440-CBC1-B6FB8CA3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4A126-2EB9-2DE4-95FF-C991E410F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E97FD-F459-92F8-AB95-872379BFF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B84AFF-675F-DD45-C106-0CD45446A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14DAB-B7E3-A8F8-3434-7208F2B52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BCEBF-14B8-CAD8-DF23-30854645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AAA47-93D9-22A4-E62F-F7EDA681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016868-07E6-BE91-59F5-65A614B9D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951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81C0-2AE0-4112-9DC7-FFE8C9ED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BD414-5B65-69F3-1C80-6D18CB45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F7AAB-AD8D-59DF-3254-AED16011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DCF52-771B-8C36-DAE9-5FBC7753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0125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16F76-BA4C-0B4A-3E83-2D384C61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E8385-936B-DC34-2214-0F72C073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D816B-D5D0-1865-5BD1-9764551C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031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3F52-B561-A59B-F3E9-86F12C48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2C6F-E64C-EF3E-FF3E-8B3EC1A7F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17726-0186-AAAA-6AA2-8B8F01CF9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36168-8047-F940-AED4-9782CB5D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96CD9-A62D-AA9F-7EC0-72C88B46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EFBFD-04B0-8220-C2CA-33A33231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10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2445-E9CA-4B53-826F-28F31AD1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6872D6-3901-3ACA-42E5-5CC19F8F0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79F80-F040-F0EB-EAF3-19D62B1DA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5DDE7-B71F-9370-083A-4F3B55BF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6F6B4-BFA6-5D74-2C88-A220E674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1183B-A5C6-576A-2624-449A4FF4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884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369A-2690-5962-68DA-E41C08C9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0FE72-901E-D112-47E2-C4EFF2DB9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17A8C-55B2-FFE4-CDC4-583D35F5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53728-300E-1AD7-E37F-1635B402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66AF0-ED07-A953-BF52-07075A21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8948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93BB4-914F-93E9-A7ED-FE823BD5E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39746-E535-0EF2-D4D4-858A3DAC3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1736E-C952-3736-3BCA-438EBFC7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EE8D4-3467-BCEE-02FF-4A6F5276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BF101-9E47-086F-D5A8-127E20A9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375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FED3F-5B6C-F767-BD16-3D70DA3B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EE795-4945-2585-A209-FA7F55C61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5EDA-CC89-192E-31CA-905DA5F91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D16D5-9732-419F-82C2-30EA452DE896}" type="datetimeFigureOut">
              <a:rPr lang="da-DK" smtClean="0"/>
              <a:t>26-08-2026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4A690-E557-96FE-5627-22C868A0D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D74DD-CDAB-E3B0-00F3-CBF19F5AC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8CF6B-E637-42A4-AD1C-B32B987BBC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64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F527-940A-4DAC-D00E-EE51582195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Model </a:t>
            </a:r>
            <a:r>
              <a:rPr lang="da-DK" dirty="0" err="1"/>
              <a:t>formulation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AE3F9-1114-A969-D275-817ABEDF9C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27/08/2026</a:t>
            </a:r>
          </a:p>
        </p:txBody>
      </p:sp>
    </p:spTree>
    <p:extLst>
      <p:ext uri="{BB962C8B-B14F-4D97-AF65-F5344CB8AC3E}">
        <p14:creationId xmlns:p14="http://schemas.microsoft.com/office/powerpoint/2010/main" val="424811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8650-49EA-AE82-9321-C21D6EA56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Steps in model </a:t>
            </a:r>
            <a:r>
              <a:rPr lang="da-DK" dirty="0" err="1"/>
              <a:t>formulation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458D5A-8D3C-3644-548A-1B13ED91A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647" y="1883587"/>
            <a:ext cx="10712705" cy="309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0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609-575B-A46B-7153-0C7C4E2D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Making</a:t>
            </a:r>
            <a:r>
              <a:rPr lang="da-DK" dirty="0"/>
              <a:t> the </a:t>
            </a:r>
            <a:r>
              <a:rPr lang="da-DK" dirty="0" err="1"/>
              <a:t>conceptual</a:t>
            </a:r>
            <a:r>
              <a:rPr lang="da-DK" dirty="0"/>
              <a:t>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606D9-CF4B-6E28-54B7-E68CCFB54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3924"/>
            <a:ext cx="4299473" cy="2278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193E15-7EEA-369B-08F5-084F44396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693" y="1690688"/>
            <a:ext cx="4964610" cy="378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55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1E5D-D730-85A9-BF92-6F6C5838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Mass and </a:t>
            </a:r>
            <a:r>
              <a:rPr lang="da-DK" dirty="0" err="1"/>
              <a:t>energy</a:t>
            </a:r>
            <a:r>
              <a:rPr lang="da-DK" dirty="0"/>
              <a:t> </a:t>
            </a:r>
            <a:r>
              <a:rPr lang="da-DK" dirty="0" err="1"/>
              <a:t>conservation</a:t>
            </a:r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44890-95CD-4C5C-359E-1C536853F517}"/>
              </a:ext>
            </a:extLst>
          </p:cNvPr>
          <p:cNvSpPr txBox="1"/>
          <p:nvPr/>
        </p:nvSpPr>
        <p:spPr>
          <a:xfrm>
            <a:off x="838200" y="1617691"/>
            <a:ext cx="474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For </a:t>
            </a:r>
            <a:r>
              <a:rPr lang="da-DK" dirty="0" err="1"/>
              <a:t>mechanistic</a:t>
            </a:r>
            <a:r>
              <a:rPr lang="da-DK" dirty="0"/>
              <a:t> and </a:t>
            </a:r>
            <a:r>
              <a:rPr lang="da-DK" dirty="0" err="1"/>
              <a:t>physically-based</a:t>
            </a:r>
            <a:r>
              <a:rPr lang="da-DK" dirty="0"/>
              <a:t>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D6BED-EB2E-D3D2-F9D2-083F06103A16}"/>
              </a:ext>
            </a:extLst>
          </p:cNvPr>
          <p:cNvSpPr txBox="1"/>
          <p:nvPr/>
        </p:nvSpPr>
        <p:spPr>
          <a:xfrm>
            <a:off x="963438" y="2277708"/>
            <a:ext cx="523085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dirty="0" err="1"/>
              <a:t>Accumulation</a:t>
            </a:r>
            <a:r>
              <a:rPr lang="da-DK" dirty="0"/>
              <a:t> = In – Out + Generation - </a:t>
            </a:r>
            <a:r>
              <a:rPr lang="da-DK" dirty="0" err="1"/>
              <a:t>Consumption</a:t>
            </a:r>
            <a:endParaRPr lang="da-DK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57C3E2-5711-6F7D-6BB7-5943F131D820}"/>
              </a:ext>
            </a:extLst>
          </p:cNvPr>
          <p:cNvCxnSpPr/>
          <p:nvPr/>
        </p:nvCxnSpPr>
        <p:spPr>
          <a:xfrm flipH="1">
            <a:off x="6412523" y="2145323"/>
            <a:ext cx="1254369" cy="276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F0BEC54-AF91-1157-8977-AB29EA12CFB8}"/>
              </a:ext>
            </a:extLst>
          </p:cNvPr>
          <p:cNvSpPr txBox="1"/>
          <p:nvPr/>
        </p:nvSpPr>
        <p:spPr>
          <a:xfrm>
            <a:off x="7784123" y="1775526"/>
            <a:ext cx="3569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Balance </a:t>
            </a:r>
            <a:r>
              <a:rPr lang="da-DK" dirty="0" err="1"/>
              <a:t>equation</a:t>
            </a:r>
            <a:r>
              <a:rPr lang="da-DK" dirty="0"/>
              <a:t> or general </a:t>
            </a:r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6B00B-8733-E449-55E5-4910C012A88D}"/>
              </a:ext>
            </a:extLst>
          </p:cNvPr>
          <p:cNvSpPr txBox="1"/>
          <p:nvPr/>
        </p:nvSpPr>
        <p:spPr>
          <a:xfrm>
            <a:off x="963438" y="3429000"/>
            <a:ext cx="395691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a-DK" dirty="0"/>
              <a:t>0 = In – Out + Generation - </a:t>
            </a:r>
            <a:r>
              <a:rPr lang="da-DK" dirty="0" err="1"/>
              <a:t>Consumption</a:t>
            </a:r>
            <a:endParaRPr lang="da-D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16114-EFA6-A951-7CCD-78E2C7FB2E93}"/>
              </a:ext>
            </a:extLst>
          </p:cNvPr>
          <p:cNvSpPr txBox="1"/>
          <p:nvPr/>
        </p:nvSpPr>
        <p:spPr>
          <a:xfrm>
            <a:off x="2941896" y="2855666"/>
            <a:ext cx="144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Special case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6F9106-2401-273C-9B59-8A1320072622}"/>
              </a:ext>
            </a:extLst>
          </p:cNvPr>
          <p:cNvCxnSpPr/>
          <p:nvPr/>
        </p:nvCxnSpPr>
        <p:spPr>
          <a:xfrm>
            <a:off x="2813538" y="2696308"/>
            <a:ext cx="0" cy="644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510C6D4-9E8A-DA3B-FB9E-ECA490E8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21" y="3948872"/>
            <a:ext cx="5829110" cy="25828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874DB49-2EEA-DF66-D5E8-1DA4506FE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31" y="3910002"/>
            <a:ext cx="6031434" cy="258287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CF284B6-F639-3A6B-28E9-CBC957355ACD}"/>
              </a:ext>
            </a:extLst>
          </p:cNvPr>
          <p:cNvSpPr txBox="1"/>
          <p:nvPr/>
        </p:nvSpPr>
        <p:spPr>
          <a:xfrm>
            <a:off x="5533292" y="2876492"/>
            <a:ext cx="604011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accent1"/>
                </a:solidFill>
              </a:rPr>
              <a:t>In and Out cross the system </a:t>
            </a:r>
            <a:r>
              <a:rPr lang="da-DK" dirty="0" err="1">
                <a:solidFill>
                  <a:schemeClr val="accent1"/>
                </a:solidFill>
              </a:rPr>
              <a:t>boundary</a:t>
            </a:r>
            <a:r>
              <a:rPr lang="da-DK" dirty="0">
                <a:solidFill>
                  <a:schemeClr val="accent1"/>
                </a:solidFill>
              </a:rPr>
              <a:t>. </a:t>
            </a:r>
          </a:p>
          <a:p>
            <a:r>
              <a:rPr lang="da-DK" dirty="0">
                <a:solidFill>
                  <a:schemeClr val="accent1"/>
                </a:solidFill>
              </a:rPr>
              <a:t>Generation and </a:t>
            </a:r>
            <a:r>
              <a:rPr lang="da-DK" dirty="0" err="1">
                <a:solidFill>
                  <a:schemeClr val="accent1"/>
                </a:solidFill>
              </a:rPr>
              <a:t>consumption</a:t>
            </a:r>
            <a:r>
              <a:rPr lang="da-DK" dirty="0">
                <a:solidFill>
                  <a:schemeClr val="accent1"/>
                </a:solidFill>
              </a:rPr>
              <a:t> </a:t>
            </a:r>
            <a:r>
              <a:rPr lang="da-DK" dirty="0" err="1">
                <a:solidFill>
                  <a:schemeClr val="accent1"/>
                </a:solidFill>
              </a:rPr>
              <a:t>occurs</a:t>
            </a:r>
            <a:r>
              <a:rPr lang="da-DK" dirty="0">
                <a:solidFill>
                  <a:schemeClr val="accent1"/>
                </a:solidFill>
              </a:rPr>
              <a:t> </a:t>
            </a:r>
            <a:r>
              <a:rPr lang="da-DK" dirty="0" err="1">
                <a:solidFill>
                  <a:schemeClr val="accent1"/>
                </a:solidFill>
              </a:rPr>
              <a:t>within</a:t>
            </a:r>
            <a:r>
              <a:rPr lang="da-DK" dirty="0">
                <a:solidFill>
                  <a:schemeClr val="accent1"/>
                </a:solidFill>
              </a:rPr>
              <a:t> the </a:t>
            </a:r>
            <a:r>
              <a:rPr lang="da-DK" dirty="0" err="1">
                <a:solidFill>
                  <a:schemeClr val="accent1"/>
                </a:solidFill>
              </a:rPr>
              <a:t>boundary</a:t>
            </a:r>
            <a:endParaRPr lang="da-DK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CE4A43-34C3-2606-7B97-BB98EAAEAAA3}"/>
                  </a:ext>
                </a:extLst>
              </p:cNvPr>
              <p:cNvSpPr txBox="1"/>
              <p:nvPr/>
            </p:nvSpPr>
            <p:spPr>
              <a:xfrm>
                <a:off x="119521" y="2764431"/>
                <a:ext cx="3727938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Rate of </a:t>
                </a:r>
                <a:r>
                  <a:rPr lang="da-DK" dirty="0" err="1"/>
                  <a:t>change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CE4A43-34C3-2606-7B97-BB98EAAEA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21" y="2764431"/>
                <a:ext cx="3727938" cy="491288"/>
              </a:xfrm>
              <a:prstGeom prst="rect">
                <a:avLst/>
              </a:prstGeom>
              <a:blipFill>
                <a:blip r:embed="rId4"/>
                <a:stretch>
                  <a:fillRect l="-1473" b="-864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BD22D2-D9AC-FFA6-6F43-EE4DA3B87D4D}"/>
              </a:ext>
            </a:extLst>
          </p:cNvPr>
          <p:cNvCxnSpPr>
            <a:cxnSpLocks/>
          </p:cNvCxnSpPr>
          <p:nvPr/>
        </p:nvCxnSpPr>
        <p:spPr>
          <a:xfrm flipV="1">
            <a:off x="1148862" y="2554707"/>
            <a:ext cx="175846" cy="321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00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DD00C0-5871-63F8-60E0-C0F5F72E0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491" y="2221694"/>
            <a:ext cx="4964610" cy="3785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5A3ACA-75C8-DEC4-AD13-7CF64FA44420}"/>
              </a:ext>
            </a:extLst>
          </p:cNvPr>
          <p:cNvSpPr txBox="1"/>
          <p:nvPr/>
        </p:nvSpPr>
        <p:spPr>
          <a:xfrm>
            <a:off x="2086377" y="978794"/>
            <a:ext cx="736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In??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46EF9-15E3-3986-D080-87D536CD624C}"/>
              </a:ext>
            </a:extLst>
          </p:cNvPr>
          <p:cNvSpPr txBox="1"/>
          <p:nvPr/>
        </p:nvSpPr>
        <p:spPr>
          <a:xfrm>
            <a:off x="8510623" y="978793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Out??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D2B26-D979-0F83-FD4C-5CFE2B80E842}"/>
              </a:ext>
            </a:extLst>
          </p:cNvPr>
          <p:cNvSpPr txBox="1"/>
          <p:nvPr/>
        </p:nvSpPr>
        <p:spPr>
          <a:xfrm>
            <a:off x="1207146" y="3883700"/>
            <a:ext cx="2308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 err="1"/>
              <a:t>Consumption</a:t>
            </a:r>
            <a:r>
              <a:rPr lang="da-DK" sz="2400" dirty="0"/>
              <a:t>??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DAEE51-A4E3-F981-808A-F7F8ABA950EE}"/>
              </a:ext>
            </a:extLst>
          </p:cNvPr>
          <p:cNvSpPr txBox="1"/>
          <p:nvPr/>
        </p:nvSpPr>
        <p:spPr>
          <a:xfrm>
            <a:off x="8869544" y="3429000"/>
            <a:ext cx="1965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Generation??</a:t>
            </a:r>
          </a:p>
        </p:txBody>
      </p:sp>
    </p:spTree>
    <p:extLst>
      <p:ext uri="{BB962C8B-B14F-4D97-AF65-F5344CB8AC3E}">
        <p14:creationId xmlns:p14="http://schemas.microsoft.com/office/powerpoint/2010/main" val="31106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 of a lake model.">
            <a:extLst>
              <a:ext uri="{FF2B5EF4-FFF2-40B4-BE49-F238E27FC236}">
                <a16:creationId xmlns:a16="http://schemas.microsoft.com/office/drawing/2014/main" id="{6AC756FF-143E-9947-5916-95E795A7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2" y="123002"/>
            <a:ext cx="7327392" cy="66119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94AB94-5B51-A23D-C52D-C5E2555E353D}"/>
              </a:ext>
            </a:extLst>
          </p:cNvPr>
          <p:cNvSpPr/>
          <p:nvPr/>
        </p:nvSpPr>
        <p:spPr>
          <a:xfrm>
            <a:off x="475488" y="1807918"/>
            <a:ext cx="6669024" cy="4544114"/>
          </a:xfrm>
          <a:custGeom>
            <a:avLst/>
            <a:gdLst>
              <a:gd name="csX0" fmla="*/ 0 w 6669024"/>
              <a:gd name="csY0" fmla="*/ 0 h 4544114"/>
              <a:gd name="csX1" fmla="*/ 422372 w 6669024"/>
              <a:gd name="csY1" fmla="*/ 0 h 4544114"/>
              <a:gd name="csX2" fmla="*/ 911433 w 6669024"/>
              <a:gd name="csY2" fmla="*/ 0 h 4544114"/>
              <a:gd name="csX3" fmla="*/ 1400495 w 6669024"/>
              <a:gd name="csY3" fmla="*/ 0 h 4544114"/>
              <a:gd name="csX4" fmla="*/ 1822867 w 6669024"/>
              <a:gd name="csY4" fmla="*/ 0 h 4544114"/>
              <a:gd name="csX5" fmla="*/ 2178548 w 6669024"/>
              <a:gd name="csY5" fmla="*/ 0 h 4544114"/>
              <a:gd name="csX6" fmla="*/ 2734300 w 6669024"/>
              <a:gd name="csY6" fmla="*/ 0 h 4544114"/>
              <a:gd name="csX7" fmla="*/ 3290052 w 6669024"/>
              <a:gd name="csY7" fmla="*/ 0 h 4544114"/>
              <a:gd name="csX8" fmla="*/ 3779114 w 6669024"/>
              <a:gd name="csY8" fmla="*/ 0 h 4544114"/>
              <a:gd name="csX9" fmla="*/ 4134795 w 6669024"/>
              <a:gd name="csY9" fmla="*/ 0 h 4544114"/>
              <a:gd name="csX10" fmla="*/ 4623857 w 6669024"/>
              <a:gd name="csY10" fmla="*/ 0 h 4544114"/>
              <a:gd name="csX11" fmla="*/ 5312989 w 6669024"/>
              <a:gd name="csY11" fmla="*/ 0 h 4544114"/>
              <a:gd name="csX12" fmla="*/ 5868741 w 6669024"/>
              <a:gd name="csY12" fmla="*/ 0 h 4544114"/>
              <a:gd name="csX13" fmla="*/ 6669024 w 6669024"/>
              <a:gd name="csY13" fmla="*/ 0 h 4544114"/>
              <a:gd name="csX14" fmla="*/ 6669024 w 6669024"/>
              <a:gd name="csY14" fmla="*/ 613455 h 4544114"/>
              <a:gd name="csX15" fmla="*/ 6669024 w 6669024"/>
              <a:gd name="csY15" fmla="*/ 1181470 h 4544114"/>
              <a:gd name="csX16" fmla="*/ 6669024 w 6669024"/>
              <a:gd name="csY16" fmla="*/ 1613160 h 4544114"/>
              <a:gd name="csX17" fmla="*/ 6669024 w 6669024"/>
              <a:gd name="csY17" fmla="*/ 2226616 h 4544114"/>
              <a:gd name="csX18" fmla="*/ 6669024 w 6669024"/>
              <a:gd name="csY18" fmla="*/ 2703748 h 4544114"/>
              <a:gd name="csX19" fmla="*/ 6669024 w 6669024"/>
              <a:gd name="csY19" fmla="*/ 3180880 h 4544114"/>
              <a:gd name="csX20" fmla="*/ 6669024 w 6669024"/>
              <a:gd name="csY20" fmla="*/ 3658012 h 4544114"/>
              <a:gd name="csX21" fmla="*/ 6669024 w 6669024"/>
              <a:gd name="csY21" fmla="*/ 4544114 h 4544114"/>
              <a:gd name="csX22" fmla="*/ 6246652 w 6669024"/>
              <a:gd name="csY22" fmla="*/ 4544114 h 4544114"/>
              <a:gd name="csX23" fmla="*/ 5890971 w 6669024"/>
              <a:gd name="csY23" fmla="*/ 4544114 h 4544114"/>
              <a:gd name="csX24" fmla="*/ 5535290 w 6669024"/>
              <a:gd name="csY24" fmla="*/ 4544114 h 4544114"/>
              <a:gd name="csX25" fmla="*/ 4979538 w 6669024"/>
              <a:gd name="csY25" fmla="*/ 4544114 h 4544114"/>
              <a:gd name="csX26" fmla="*/ 4357096 w 6669024"/>
              <a:gd name="csY26" fmla="*/ 4544114 h 4544114"/>
              <a:gd name="csX27" fmla="*/ 3801344 w 6669024"/>
              <a:gd name="csY27" fmla="*/ 4544114 h 4544114"/>
              <a:gd name="csX28" fmla="*/ 3245592 w 6669024"/>
              <a:gd name="csY28" fmla="*/ 4544114 h 4544114"/>
              <a:gd name="csX29" fmla="*/ 2889910 w 6669024"/>
              <a:gd name="csY29" fmla="*/ 4544114 h 4544114"/>
              <a:gd name="csX30" fmla="*/ 2334158 w 6669024"/>
              <a:gd name="csY30" fmla="*/ 4544114 h 4544114"/>
              <a:gd name="csX31" fmla="*/ 1645026 w 6669024"/>
              <a:gd name="csY31" fmla="*/ 4544114 h 4544114"/>
              <a:gd name="csX32" fmla="*/ 955893 w 6669024"/>
              <a:gd name="csY32" fmla="*/ 4544114 h 4544114"/>
              <a:gd name="csX33" fmla="*/ 0 w 6669024"/>
              <a:gd name="csY33" fmla="*/ 4544114 h 4544114"/>
              <a:gd name="csX34" fmla="*/ 0 w 6669024"/>
              <a:gd name="csY34" fmla="*/ 3930659 h 4544114"/>
              <a:gd name="csX35" fmla="*/ 0 w 6669024"/>
              <a:gd name="csY35" fmla="*/ 3498968 h 4544114"/>
              <a:gd name="csX36" fmla="*/ 0 w 6669024"/>
              <a:gd name="csY36" fmla="*/ 2885512 h 4544114"/>
              <a:gd name="csX37" fmla="*/ 0 w 6669024"/>
              <a:gd name="csY37" fmla="*/ 2226616 h 4544114"/>
              <a:gd name="csX38" fmla="*/ 0 w 6669024"/>
              <a:gd name="csY38" fmla="*/ 1658602 h 4544114"/>
              <a:gd name="csX39" fmla="*/ 0 w 6669024"/>
              <a:gd name="csY39" fmla="*/ 1045146 h 4544114"/>
              <a:gd name="csX40" fmla="*/ 0 w 6669024"/>
              <a:gd name="csY40" fmla="*/ 522573 h 4544114"/>
              <a:gd name="csX41" fmla="*/ 0 w 6669024"/>
              <a:gd name="csY41" fmla="*/ 0 h 45441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6669024" h="4544114" extrusionOk="0">
                <a:moveTo>
                  <a:pt x="0" y="0"/>
                </a:moveTo>
                <a:cubicBezTo>
                  <a:pt x="109739" y="-40250"/>
                  <a:pt x="305910" y="38894"/>
                  <a:pt x="422372" y="0"/>
                </a:cubicBezTo>
                <a:cubicBezTo>
                  <a:pt x="538834" y="-38894"/>
                  <a:pt x="736532" y="2613"/>
                  <a:pt x="911433" y="0"/>
                </a:cubicBezTo>
                <a:cubicBezTo>
                  <a:pt x="1086334" y="-2613"/>
                  <a:pt x="1292043" y="6507"/>
                  <a:pt x="1400495" y="0"/>
                </a:cubicBezTo>
                <a:cubicBezTo>
                  <a:pt x="1508947" y="-6507"/>
                  <a:pt x="1661100" y="39599"/>
                  <a:pt x="1822867" y="0"/>
                </a:cubicBezTo>
                <a:cubicBezTo>
                  <a:pt x="1984634" y="-39599"/>
                  <a:pt x="2028883" y="10133"/>
                  <a:pt x="2178548" y="0"/>
                </a:cubicBezTo>
                <a:cubicBezTo>
                  <a:pt x="2328213" y="-10133"/>
                  <a:pt x="2574381" y="1460"/>
                  <a:pt x="2734300" y="0"/>
                </a:cubicBezTo>
                <a:cubicBezTo>
                  <a:pt x="2894219" y="-1460"/>
                  <a:pt x="3090907" y="22601"/>
                  <a:pt x="3290052" y="0"/>
                </a:cubicBezTo>
                <a:cubicBezTo>
                  <a:pt x="3489197" y="-22601"/>
                  <a:pt x="3637478" y="49407"/>
                  <a:pt x="3779114" y="0"/>
                </a:cubicBezTo>
                <a:cubicBezTo>
                  <a:pt x="3920750" y="-49407"/>
                  <a:pt x="3969758" y="30241"/>
                  <a:pt x="4134795" y="0"/>
                </a:cubicBezTo>
                <a:cubicBezTo>
                  <a:pt x="4299832" y="-30241"/>
                  <a:pt x="4477480" y="49512"/>
                  <a:pt x="4623857" y="0"/>
                </a:cubicBezTo>
                <a:cubicBezTo>
                  <a:pt x="4770234" y="-49512"/>
                  <a:pt x="5040284" y="30586"/>
                  <a:pt x="5312989" y="0"/>
                </a:cubicBezTo>
                <a:cubicBezTo>
                  <a:pt x="5585694" y="-30586"/>
                  <a:pt x="5723702" y="34268"/>
                  <a:pt x="5868741" y="0"/>
                </a:cubicBezTo>
                <a:cubicBezTo>
                  <a:pt x="6013780" y="-34268"/>
                  <a:pt x="6436381" y="14616"/>
                  <a:pt x="6669024" y="0"/>
                </a:cubicBezTo>
                <a:cubicBezTo>
                  <a:pt x="6684757" y="286439"/>
                  <a:pt x="6613961" y="460057"/>
                  <a:pt x="6669024" y="613455"/>
                </a:cubicBezTo>
                <a:cubicBezTo>
                  <a:pt x="6724087" y="766853"/>
                  <a:pt x="6665310" y="904035"/>
                  <a:pt x="6669024" y="1181470"/>
                </a:cubicBezTo>
                <a:cubicBezTo>
                  <a:pt x="6672738" y="1458906"/>
                  <a:pt x="6637324" y="1468148"/>
                  <a:pt x="6669024" y="1613160"/>
                </a:cubicBezTo>
                <a:cubicBezTo>
                  <a:pt x="6700724" y="1758172"/>
                  <a:pt x="6666193" y="1996598"/>
                  <a:pt x="6669024" y="2226616"/>
                </a:cubicBezTo>
                <a:cubicBezTo>
                  <a:pt x="6671855" y="2456634"/>
                  <a:pt x="6639817" y="2501250"/>
                  <a:pt x="6669024" y="2703748"/>
                </a:cubicBezTo>
                <a:cubicBezTo>
                  <a:pt x="6698231" y="2906246"/>
                  <a:pt x="6620409" y="3026415"/>
                  <a:pt x="6669024" y="3180880"/>
                </a:cubicBezTo>
                <a:cubicBezTo>
                  <a:pt x="6717639" y="3335345"/>
                  <a:pt x="6655047" y="3499304"/>
                  <a:pt x="6669024" y="3658012"/>
                </a:cubicBezTo>
                <a:cubicBezTo>
                  <a:pt x="6683001" y="3816720"/>
                  <a:pt x="6573601" y="4329184"/>
                  <a:pt x="6669024" y="4544114"/>
                </a:cubicBezTo>
                <a:cubicBezTo>
                  <a:pt x="6534125" y="4548096"/>
                  <a:pt x="6454277" y="4517863"/>
                  <a:pt x="6246652" y="4544114"/>
                </a:cubicBezTo>
                <a:cubicBezTo>
                  <a:pt x="6039027" y="4570365"/>
                  <a:pt x="6062278" y="4524456"/>
                  <a:pt x="5890971" y="4544114"/>
                </a:cubicBezTo>
                <a:cubicBezTo>
                  <a:pt x="5719664" y="4563772"/>
                  <a:pt x="5708766" y="4507226"/>
                  <a:pt x="5535290" y="4544114"/>
                </a:cubicBezTo>
                <a:cubicBezTo>
                  <a:pt x="5361814" y="4581002"/>
                  <a:pt x="5091816" y="4529289"/>
                  <a:pt x="4979538" y="4544114"/>
                </a:cubicBezTo>
                <a:cubicBezTo>
                  <a:pt x="4867260" y="4558939"/>
                  <a:pt x="4598044" y="4519679"/>
                  <a:pt x="4357096" y="4544114"/>
                </a:cubicBezTo>
                <a:cubicBezTo>
                  <a:pt x="4116148" y="4568549"/>
                  <a:pt x="4044195" y="4525402"/>
                  <a:pt x="3801344" y="4544114"/>
                </a:cubicBezTo>
                <a:cubicBezTo>
                  <a:pt x="3558493" y="4562826"/>
                  <a:pt x="3465485" y="4517359"/>
                  <a:pt x="3245592" y="4544114"/>
                </a:cubicBezTo>
                <a:cubicBezTo>
                  <a:pt x="3025699" y="4570869"/>
                  <a:pt x="3059197" y="4526903"/>
                  <a:pt x="2889910" y="4544114"/>
                </a:cubicBezTo>
                <a:cubicBezTo>
                  <a:pt x="2720623" y="4561325"/>
                  <a:pt x="2458784" y="4527374"/>
                  <a:pt x="2334158" y="4544114"/>
                </a:cubicBezTo>
                <a:cubicBezTo>
                  <a:pt x="2209532" y="4560854"/>
                  <a:pt x="1914101" y="4493672"/>
                  <a:pt x="1645026" y="4544114"/>
                </a:cubicBezTo>
                <a:cubicBezTo>
                  <a:pt x="1375951" y="4594556"/>
                  <a:pt x="1196950" y="4532520"/>
                  <a:pt x="955893" y="4544114"/>
                </a:cubicBezTo>
                <a:cubicBezTo>
                  <a:pt x="714836" y="4555708"/>
                  <a:pt x="217266" y="4533236"/>
                  <a:pt x="0" y="4544114"/>
                </a:cubicBezTo>
                <a:cubicBezTo>
                  <a:pt x="-3858" y="4264713"/>
                  <a:pt x="16979" y="4175470"/>
                  <a:pt x="0" y="3930659"/>
                </a:cubicBezTo>
                <a:cubicBezTo>
                  <a:pt x="-16979" y="3685848"/>
                  <a:pt x="16054" y="3596752"/>
                  <a:pt x="0" y="3498968"/>
                </a:cubicBezTo>
                <a:cubicBezTo>
                  <a:pt x="-16054" y="3401184"/>
                  <a:pt x="13154" y="3017552"/>
                  <a:pt x="0" y="2885512"/>
                </a:cubicBezTo>
                <a:cubicBezTo>
                  <a:pt x="-13154" y="2753472"/>
                  <a:pt x="32716" y="2364343"/>
                  <a:pt x="0" y="2226616"/>
                </a:cubicBezTo>
                <a:cubicBezTo>
                  <a:pt x="-32716" y="2088889"/>
                  <a:pt x="4702" y="1879551"/>
                  <a:pt x="0" y="1658602"/>
                </a:cubicBezTo>
                <a:cubicBezTo>
                  <a:pt x="-4702" y="1437653"/>
                  <a:pt x="27320" y="1266005"/>
                  <a:pt x="0" y="1045146"/>
                </a:cubicBezTo>
                <a:cubicBezTo>
                  <a:pt x="-27320" y="824287"/>
                  <a:pt x="15005" y="783583"/>
                  <a:pt x="0" y="522573"/>
                </a:cubicBezTo>
                <a:cubicBezTo>
                  <a:pt x="-15005" y="261563"/>
                  <a:pt x="54419" y="198355"/>
                  <a:pt x="0" y="0"/>
                </a:cubicBezTo>
                <a:close/>
              </a:path>
            </a:pathLst>
          </a:custGeom>
          <a:noFill/>
          <a:ln>
            <a:solidFill>
              <a:schemeClr val="accent6"/>
            </a:solidFill>
            <a:prstDash val="dash"/>
            <a:extLst>
              <a:ext uri="{C807C97D-BFC1-408E-A445-0C87EB9F89A2}">
                <ask:lineSketchStyleProps xmlns:ask="http://schemas.microsoft.com/office/drawing/2018/sketchyshapes" sd="82511785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C7B27-1886-ECB7-1603-40F10F061891}"/>
              </a:ext>
            </a:extLst>
          </p:cNvPr>
          <p:cNvSpPr txBox="1"/>
          <p:nvPr/>
        </p:nvSpPr>
        <p:spPr>
          <a:xfrm>
            <a:off x="7766304" y="1914144"/>
            <a:ext cx="42306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/>
              <a:t>Multiple species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/>
              <a:t>Multiple domains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a-DK" dirty="0"/>
          </a:p>
          <a:p>
            <a:r>
              <a:rPr lang="da-DK" dirty="0"/>
              <a:t>Species × domains = N </a:t>
            </a:r>
            <a:r>
              <a:rPr lang="da-DK" dirty="0" err="1"/>
              <a:t>state</a:t>
            </a:r>
            <a:r>
              <a:rPr lang="da-DK" dirty="0"/>
              <a:t> variables</a:t>
            </a:r>
          </a:p>
          <a:p>
            <a:endParaRPr lang="da-DK" dirty="0"/>
          </a:p>
          <a:p>
            <a:r>
              <a:rPr lang="da-DK" dirty="0"/>
              <a:t>Must have N </a:t>
            </a:r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!</a:t>
            </a:r>
          </a:p>
          <a:p>
            <a:endParaRPr lang="da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B3EB9A-8849-A677-F1DE-1BCC27026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4854222"/>
            <a:ext cx="4934639" cy="71447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1E245D-6F0C-19DB-DCD3-797570664ED2}"/>
              </a:ext>
            </a:extLst>
          </p:cNvPr>
          <p:cNvCxnSpPr/>
          <p:nvPr/>
        </p:nvCxnSpPr>
        <p:spPr>
          <a:xfrm flipH="1" flipV="1">
            <a:off x="5742432" y="4962144"/>
            <a:ext cx="1621536" cy="207264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66B72B0-2FAD-A5C5-91BF-B28AFC8E0E56}"/>
              </a:ext>
            </a:extLst>
          </p:cNvPr>
          <p:cNvSpPr/>
          <p:nvPr/>
        </p:nvSpPr>
        <p:spPr>
          <a:xfrm>
            <a:off x="8656320" y="4888370"/>
            <a:ext cx="3194304" cy="281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B6187C-1047-7E07-2056-26A1A2235472}"/>
              </a:ext>
            </a:extLst>
          </p:cNvPr>
          <p:cNvCxnSpPr/>
          <p:nvPr/>
        </p:nvCxnSpPr>
        <p:spPr>
          <a:xfrm>
            <a:off x="9258436" y="4401312"/>
            <a:ext cx="0" cy="438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B59CD8-AABE-F4F4-9D43-B34627689E23}"/>
              </a:ext>
            </a:extLst>
          </p:cNvPr>
          <p:cNvSpPr txBox="1"/>
          <p:nvPr/>
        </p:nvSpPr>
        <p:spPr>
          <a:xfrm>
            <a:off x="7802880" y="4052501"/>
            <a:ext cx="2213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>
                <a:solidFill>
                  <a:srgbClr val="FF0000"/>
                </a:solidFill>
              </a:rPr>
              <a:t>Generation from </a:t>
            </a:r>
            <a:r>
              <a:rPr lang="da-DK" sz="1200" dirty="0" err="1">
                <a:solidFill>
                  <a:srgbClr val="FF0000"/>
                </a:solidFill>
              </a:rPr>
              <a:t>water</a:t>
            </a:r>
            <a:r>
              <a:rPr lang="da-DK" sz="1200" dirty="0">
                <a:solidFill>
                  <a:srgbClr val="FF0000"/>
                </a:solidFill>
              </a:rPr>
              <a:t> domain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1BD233-B83D-46E1-D311-4E7C59ED01BD}"/>
              </a:ext>
            </a:extLst>
          </p:cNvPr>
          <p:cNvSpPr/>
          <p:nvPr/>
        </p:nvSpPr>
        <p:spPr>
          <a:xfrm>
            <a:off x="8497824" y="5088014"/>
            <a:ext cx="1914144" cy="28103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1AC443-36B6-98A2-863E-C8FCCCCD19ED}"/>
              </a:ext>
            </a:extLst>
          </p:cNvPr>
          <p:cNvCxnSpPr/>
          <p:nvPr/>
        </p:nvCxnSpPr>
        <p:spPr>
          <a:xfrm flipV="1">
            <a:off x="7997952" y="5413248"/>
            <a:ext cx="353568" cy="36576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18097D1-CA4F-E1DD-6002-38D5417042D0}"/>
              </a:ext>
            </a:extLst>
          </p:cNvPr>
          <p:cNvSpPr txBox="1"/>
          <p:nvPr/>
        </p:nvSpPr>
        <p:spPr>
          <a:xfrm>
            <a:off x="7405556" y="5819724"/>
            <a:ext cx="18528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200" dirty="0">
                <a:solidFill>
                  <a:schemeClr val="accent2"/>
                </a:solidFill>
              </a:rPr>
              <a:t>In from sediment domain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A16DC7-C18F-5673-5623-A4EC2286FABE}"/>
              </a:ext>
            </a:extLst>
          </p:cNvPr>
          <p:cNvSpPr/>
          <p:nvPr/>
        </p:nvSpPr>
        <p:spPr>
          <a:xfrm>
            <a:off x="10253472" y="5111497"/>
            <a:ext cx="1743456" cy="2575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5A24B6-DA03-982E-A4B8-163128FEA3EA}"/>
              </a:ext>
            </a:extLst>
          </p:cNvPr>
          <p:cNvCxnSpPr>
            <a:cxnSpLocks/>
          </p:cNvCxnSpPr>
          <p:nvPr/>
        </p:nvCxnSpPr>
        <p:spPr>
          <a:xfrm>
            <a:off x="11170920" y="4401312"/>
            <a:ext cx="740664" cy="664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7E4B6DA-B428-F694-90EB-1C924F1AB2B0}"/>
              </a:ext>
            </a:extLst>
          </p:cNvPr>
          <p:cNvSpPr txBox="1"/>
          <p:nvPr/>
        </p:nvSpPr>
        <p:spPr>
          <a:xfrm>
            <a:off x="10243545" y="3899364"/>
            <a:ext cx="1472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 err="1">
                <a:solidFill>
                  <a:schemeClr val="accent1"/>
                </a:solidFill>
              </a:rPr>
              <a:t>Consumption</a:t>
            </a:r>
            <a:r>
              <a:rPr lang="da-DK" sz="1200" dirty="0">
                <a:solidFill>
                  <a:schemeClr val="accent1"/>
                </a:solidFill>
              </a:rPr>
              <a:t> from </a:t>
            </a:r>
          </a:p>
          <a:p>
            <a:r>
              <a:rPr lang="da-DK" sz="1200" dirty="0" err="1">
                <a:solidFill>
                  <a:schemeClr val="accent1"/>
                </a:solidFill>
              </a:rPr>
              <a:t>water</a:t>
            </a:r>
            <a:r>
              <a:rPr lang="da-DK" sz="1200" dirty="0">
                <a:solidFill>
                  <a:schemeClr val="accent1"/>
                </a:solidFill>
              </a:rPr>
              <a:t> 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0A7659-32E0-D92B-0B9A-61D2877835EF}"/>
              </a:ext>
            </a:extLst>
          </p:cNvPr>
          <p:cNvSpPr/>
          <p:nvPr/>
        </p:nvSpPr>
        <p:spPr>
          <a:xfrm>
            <a:off x="8497824" y="5308305"/>
            <a:ext cx="1743456" cy="2575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67FFDF-6D88-D54A-D61E-77A1292F144D}"/>
              </a:ext>
            </a:extLst>
          </p:cNvPr>
          <p:cNvSpPr/>
          <p:nvPr/>
        </p:nvSpPr>
        <p:spPr>
          <a:xfrm>
            <a:off x="10149840" y="5326381"/>
            <a:ext cx="2042160" cy="23948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5769B7-2652-EF2E-F387-FE6889782961}"/>
              </a:ext>
            </a:extLst>
          </p:cNvPr>
          <p:cNvCxnSpPr/>
          <p:nvPr/>
        </p:nvCxnSpPr>
        <p:spPr>
          <a:xfrm flipV="1">
            <a:off x="11021568" y="5674143"/>
            <a:ext cx="0" cy="42258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BB87101-88D8-726E-ADBA-F460A4043B27}"/>
              </a:ext>
            </a:extLst>
          </p:cNvPr>
          <p:cNvSpPr txBox="1"/>
          <p:nvPr/>
        </p:nvSpPr>
        <p:spPr>
          <a:xfrm>
            <a:off x="9695075" y="6159606"/>
            <a:ext cx="26317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200" dirty="0">
                <a:solidFill>
                  <a:schemeClr val="accent3"/>
                </a:solidFill>
              </a:rPr>
              <a:t>Out from </a:t>
            </a:r>
            <a:r>
              <a:rPr lang="da-DK" sz="1200" dirty="0" err="1">
                <a:solidFill>
                  <a:schemeClr val="accent3"/>
                </a:solidFill>
              </a:rPr>
              <a:t>water</a:t>
            </a:r>
            <a:r>
              <a:rPr lang="da-DK" sz="1200" dirty="0">
                <a:solidFill>
                  <a:schemeClr val="accent3"/>
                </a:solidFill>
              </a:rPr>
              <a:t> domain to sediment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B7E79-2353-868D-8600-AD89177C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275" y="-49694"/>
            <a:ext cx="10515600" cy="1325563"/>
          </a:xfrm>
        </p:spPr>
        <p:txBody>
          <a:bodyPr/>
          <a:lstStyle/>
          <a:p>
            <a:r>
              <a:rPr lang="da-DK" dirty="0"/>
              <a:t>The WET model</a:t>
            </a:r>
          </a:p>
        </p:txBody>
      </p:sp>
    </p:spTree>
    <p:extLst>
      <p:ext uri="{BB962C8B-B14F-4D97-AF65-F5344CB8AC3E}">
        <p14:creationId xmlns:p14="http://schemas.microsoft.com/office/powerpoint/2010/main" val="2220745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6BB2-92FC-CE3F-6012-6CA4DF42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equations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B7ACE-F35F-6B70-E04C-3FCF33BF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075" y="2707196"/>
            <a:ext cx="4964610" cy="3785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5A2322-5612-797E-5D5B-E241ABD5A3E4}"/>
              </a:ext>
            </a:extLst>
          </p:cNvPr>
          <p:cNvSpPr txBox="1"/>
          <p:nvPr/>
        </p:nvSpPr>
        <p:spPr>
          <a:xfrm>
            <a:off x="951715" y="1562882"/>
            <a:ext cx="758085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Substituting</a:t>
            </a:r>
            <a:r>
              <a:rPr lang="da-DK" dirty="0"/>
              <a:t> </a:t>
            </a:r>
            <a:r>
              <a:rPr lang="da-DK" dirty="0" err="1"/>
              <a:t>physical</a:t>
            </a:r>
            <a:r>
              <a:rPr lang="da-DK" dirty="0"/>
              <a:t> </a:t>
            </a:r>
            <a:r>
              <a:rPr lang="da-DK" dirty="0" err="1"/>
              <a:t>laws</a:t>
            </a:r>
            <a:r>
              <a:rPr lang="da-DK" dirty="0"/>
              <a:t> (</a:t>
            </a:r>
            <a:r>
              <a:rPr lang="da-DK" dirty="0" err="1"/>
              <a:t>Chapter</a:t>
            </a:r>
            <a:r>
              <a:rPr lang="da-DK" dirty="0"/>
              <a:t> 4, 5, 6) </a:t>
            </a:r>
            <a:r>
              <a:rPr lang="da-DK" dirty="0" err="1"/>
              <a:t>into</a:t>
            </a:r>
            <a:r>
              <a:rPr lang="da-DK" dirty="0"/>
              <a:t> the </a:t>
            </a:r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endParaRPr lang="da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68AD09-BAE6-4D17-6293-268934D894C6}"/>
              </a:ext>
            </a:extLst>
          </p:cNvPr>
          <p:cNvSpPr txBox="1"/>
          <p:nvPr/>
        </p:nvSpPr>
        <p:spPr>
          <a:xfrm>
            <a:off x="838200" y="20242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 err="1"/>
              <a:t>Accumulation</a:t>
            </a:r>
            <a:r>
              <a:rPr lang="da-DK" sz="1800" dirty="0"/>
              <a:t> = – Out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BAF7B2-9B8A-0D0F-F9DF-700EC9445359}"/>
              </a:ext>
            </a:extLst>
          </p:cNvPr>
          <p:cNvSpPr txBox="1"/>
          <p:nvPr/>
        </p:nvSpPr>
        <p:spPr>
          <a:xfrm>
            <a:off x="838200" y="25792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 err="1"/>
              <a:t>What</a:t>
            </a:r>
            <a:r>
              <a:rPr lang="da-DK" sz="1800" dirty="0"/>
              <a:t> </a:t>
            </a:r>
            <a:r>
              <a:rPr lang="da-DK" sz="1800" dirty="0" err="1"/>
              <a:t>physical</a:t>
            </a:r>
            <a:r>
              <a:rPr lang="da-DK" sz="1800" dirty="0"/>
              <a:t> </a:t>
            </a:r>
            <a:r>
              <a:rPr lang="da-DK" sz="1800" dirty="0" err="1"/>
              <a:t>phenomena</a:t>
            </a:r>
            <a:r>
              <a:rPr lang="da-DK" sz="1800" dirty="0"/>
              <a:t> drives ”Out”?</a:t>
            </a:r>
            <a:endParaRPr lang="da-DK" dirty="0"/>
          </a:p>
          <a:p>
            <a:r>
              <a:rPr lang="da-DK" dirty="0"/>
              <a:t>It is heat transfer by </a:t>
            </a:r>
            <a:r>
              <a:rPr lang="da-DK" dirty="0" err="1"/>
              <a:t>convection</a:t>
            </a:r>
            <a:r>
              <a:rPr lang="da-DK" dirty="0"/>
              <a:t>!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9DAE63-4587-826E-3324-F77A070D1901}"/>
              </a:ext>
            </a:extLst>
          </p:cNvPr>
          <p:cNvCxnSpPr/>
          <p:nvPr/>
        </p:nvCxnSpPr>
        <p:spPr>
          <a:xfrm>
            <a:off x="3387969" y="3225559"/>
            <a:ext cx="0" cy="49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0486CC3-CDA1-8EC0-0E0D-46485F7F8FFF}"/>
              </a:ext>
            </a:extLst>
          </p:cNvPr>
          <p:cNvSpPr/>
          <p:nvPr/>
        </p:nvSpPr>
        <p:spPr>
          <a:xfrm>
            <a:off x="2104453" y="3871890"/>
            <a:ext cx="2637691" cy="4969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accent1"/>
                </a:solidFill>
              </a:rPr>
              <a:t>Newtons </a:t>
            </a:r>
            <a:r>
              <a:rPr lang="da-DK" dirty="0" err="1">
                <a:solidFill>
                  <a:schemeClr val="accent1"/>
                </a:solidFill>
              </a:rPr>
              <a:t>law</a:t>
            </a:r>
            <a:r>
              <a:rPr lang="da-DK" dirty="0">
                <a:solidFill>
                  <a:schemeClr val="accent1"/>
                </a:solidFill>
              </a:rPr>
              <a:t> of </a:t>
            </a:r>
            <a:r>
              <a:rPr lang="da-DK" dirty="0" err="1">
                <a:solidFill>
                  <a:schemeClr val="accent1"/>
                </a:solidFill>
              </a:rPr>
              <a:t>cooling</a:t>
            </a:r>
            <a:endParaRPr lang="da-DK" dirty="0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4D618B-FE5B-85D5-A17D-A1418BA47DF5}"/>
              </a:ext>
            </a:extLst>
          </p:cNvPr>
          <p:cNvSpPr/>
          <p:nvPr/>
        </p:nvSpPr>
        <p:spPr>
          <a:xfrm>
            <a:off x="8915400" y="1896620"/>
            <a:ext cx="2637691" cy="4969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accent1"/>
                </a:solidFill>
              </a:rPr>
              <a:t>Newtons </a:t>
            </a:r>
            <a:r>
              <a:rPr lang="da-DK" dirty="0" err="1">
                <a:solidFill>
                  <a:schemeClr val="accent1"/>
                </a:solidFill>
              </a:rPr>
              <a:t>law</a:t>
            </a:r>
            <a:r>
              <a:rPr lang="da-DK" dirty="0">
                <a:solidFill>
                  <a:schemeClr val="accent1"/>
                </a:solidFill>
              </a:rPr>
              <a:t> of </a:t>
            </a:r>
            <a:r>
              <a:rPr lang="da-DK" dirty="0" err="1">
                <a:solidFill>
                  <a:schemeClr val="accent1"/>
                </a:solidFill>
              </a:rPr>
              <a:t>cooling</a:t>
            </a:r>
            <a:endParaRPr lang="da-DK" dirty="0">
              <a:solidFill>
                <a:schemeClr val="accent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C7BEC5-0EDA-35A4-3A9F-97893866A3DA}"/>
              </a:ext>
            </a:extLst>
          </p:cNvPr>
          <p:cNvCxnSpPr>
            <a:cxnSpLocks/>
          </p:cNvCxnSpPr>
          <p:nvPr/>
        </p:nvCxnSpPr>
        <p:spPr>
          <a:xfrm flipH="1">
            <a:off x="8915400" y="2458717"/>
            <a:ext cx="433754" cy="407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20148D6C-206A-7636-062E-32F079B0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006" y="4626060"/>
            <a:ext cx="2742471" cy="496958"/>
          </a:xfrm>
          <a:prstGeom prst="rect">
            <a:avLst/>
          </a:prstGeom>
        </p:spPr>
      </p:pic>
      <p:sp>
        <p:nvSpPr>
          <p:cNvPr id="27" name="Right Brace 26">
            <a:extLst>
              <a:ext uri="{FF2B5EF4-FFF2-40B4-BE49-F238E27FC236}">
                <a16:creationId xmlns:a16="http://schemas.microsoft.com/office/drawing/2014/main" id="{758C4B38-3650-19DF-114D-020C664274DB}"/>
              </a:ext>
            </a:extLst>
          </p:cNvPr>
          <p:cNvSpPr/>
          <p:nvPr/>
        </p:nvSpPr>
        <p:spPr>
          <a:xfrm rot="5400000">
            <a:off x="3651738" y="4650896"/>
            <a:ext cx="468923" cy="145866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C61B89-4E6C-D7AF-3449-88A9F4A52A51}"/>
                  </a:ext>
                </a:extLst>
              </p:cNvPr>
              <p:cNvSpPr txBox="1"/>
              <p:nvPr/>
            </p:nvSpPr>
            <p:spPr>
              <a:xfrm>
                <a:off x="-81078" y="5414703"/>
                <a:ext cx="3087705" cy="11648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𝑝𝑟𝑜𝑝𝑜𝑟𝑡𝑖𝑜𝑛𝑎𝑙𝑖𝑡𝑦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C61B89-4E6C-D7AF-3449-88A9F4A52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1078" y="5414703"/>
                <a:ext cx="3087705" cy="11648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CD4BFA-9324-F82C-F8E4-179DE9ED1787}"/>
              </a:ext>
            </a:extLst>
          </p:cNvPr>
          <p:cNvCxnSpPr/>
          <p:nvPr/>
        </p:nvCxnSpPr>
        <p:spPr>
          <a:xfrm flipV="1">
            <a:off x="2497015" y="5123018"/>
            <a:ext cx="211016" cy="257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95B79E3-8E1A-275A-040E-0A9090BEA40F}"/>
              </a:ext>
            </a:extLst>
          </p:cNvPr>
          <p:cNvCxnSpPr/>
          <p:nvPr/>
        </p:nvCxnSpPr>
        <p:spPr>
          <a:xfrm>
            <a:off x="1395046" y="4600035"/>
            <a:ext cx="609600" cy="274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3473552-488F-D0F7-5091-61E42E69FB72}"/>
                  </a:ext>
                </a:extLst>
              </p:cNvPr>
              <p:cNvSpPr txBox="1"/>
              <p:nvPr/>
            </p:nvSpPr>
            <p:spPr>
              <a:xfrm>
                <a:off x="136898" y="3627072"/>
                <a:ext cx="1173142" cy="79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𝑓𝑙𝑢𝑥</m:t>
                      </m:r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3473552-488F-D0F7-5091-61E42E69F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98" y="3627072"/>
                <a:ext cx="1173142" cy="7956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2DBD74-6DF9-20D4-26E7-40D271F2D604}"/>
                  </a:ext>
                </a:extLst>
              </p:cNvPr>
              <p:cNvSpPr txBox="1"/>
              <p:nvPr/>
            </p:nvSpPr>
            <p:spPr>
              <a:xfrm>
                <a:off x="2718526" y="5718918"/>
                <a:ext cx="358399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𝑡𝑒𝑚𝑝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𝑑𝑖𝑓𝑓𝑒𝑟𝑒𝑛𝑐𝑒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𝑑𝑒𝑟𝑖𝑣𝑎𝑡𝑖𝑣𝑒</m:t>
                      </m:r>
                    </m:oMath>
                  </m:oMathPara>
                </a14:m>
                <a:endParaRPr lang="da-DK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2DBD74-6DF9-20D4-26E7-40D271F2D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526" y="5718918"/>
                <a:ext cx="3583994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37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3FFB37-57BC-C1E0-1864-EADA1FA9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 err="1"/>
              <a:t>Linking</a:t>
            </a:r>
            <a:r>
              <a:rPr lang="da-DK" dirty="0"/>
              <a:t> </a:t>
            </a:r>
            <a:r>
              <a:rPr lang="da-DK" dirty="0" err="1"/>
              <a:t>equations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AF7643-0C09-7766-4E06-2A4FCEA6ED81}"/>
              </a:ext>
            </a:extLst>
          </p:cNvPr>
          <p:cNvSpPr txBox="1"/>
          <p:nvPr/>
        </p:nvSpPr>
        <p:spPr>
          <a:xfrm>
            <a:off x="838200" y="1690688"/>
            <a:ext cx="947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Energy </a:t>
            </a:r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, but </a:t>
            </a:r>
            <a:r>
              <a:rPr lang="da-DK" dirty="0" err="1"/>
              <a:t>temperature</a:t>
            </a:r>
            <a:r>
              <a:rPr lang="da-DK" dirty="0"/>
              <a:t> as </a:t>
            </a:r>
            <a:r>
              <a:rPr lang="da-DK" dirty="0" err="1"/>
              <a:t>state</a:t>
            </a:r>
            <a:r>
              <a:rPr lang="da-DK" dirty="0"/>
              <a:t> variable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need</a:t>
            </a:r>
            <a:r>
              <a:rPr lang="da-DK" dirty="0">
                <a:sym typeface="Wingdings" panose="05000000000000000000" pitchFamily="2" charset="2"/>
              </a:rPr>
              <a:t> to link </a:t>
            </a:r>
            <a:r>
              <a:rPr lang="da-DK" dirty="0" err="1">
                <a:sym typeface="Wingdings" panose="05000000000000000000" pitchFamily="2" charset="2"/>
              </a:rPr>
              <a:t>them</a:t>
            </a:r>
            <a:r>
              <a:rPr lang="da-DK" dirty="0">
                <a:sym typeface="Wingdings" panose="05000000000000000000" pitchFamily="2" charset="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438AAA-F7FF-DFA1-318B-C4B22FF371F8}"/>
                  </a:ext>
                </a:extLst>
              </p:cNvPr>
              <p:cNvSpPr txBox="1"/>
              <p:nvPr/>
            </p:nvSpPr>
            <p:spPr>
              <a:xfrm>
                <a:off x="-880881" y="240528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𝑎𝑐𝑐𝑢𝑚𝑢𝑙𝑎𝑡𝑖𝑜𝑛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=−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𝑜𝑢𝑡</m:t>
                      </m:r>
                    </m:oMath>
                  </m:oMathPara>
                </a14:m>
                <a:endParaRPr lang="da-DK" sz="1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438AAA-F7FF-DFA1-318B-C4B22FF37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0881" y="2405282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4CCBC0-7C0C-7D69-1CC7-5E80A731E915}"/>
                  </a:ext>
                </a:extLst>
              </p:cNvPr>
              <p:cNvSpPr txBox="1"/>
              <p:nvPr/>
            </p:nvSpPr>
            <p:spPr>
              <a:xfrm>
                <a:off x="2700706" y="2935210"/>
                <a:ext cx="1619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ℎ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∙(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𝑠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sSub>
                        <m:sSubPr>
                          <m:ctrlP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𝑇</m:t>
                          </m:r>
                        </m:e>
                        <m:sub>
                          <m:r>
                            <a:rPr lang="da-DK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∞</m:t>
                          </m:r>
                        </m:sub>
                      </m:sSub>
                      <m:r>
                        <a:rPr lang="da-DK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4CCBC0-7C0C-7D69-1CC7-5E80A731E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706" y="2935210"/>
                <a:ext cx="161943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8F82BD57-6B4E-CE1D-2CA9-2D89BEEF2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906" y="2229340"/>
            <a:ext cx="4705520" cy="35881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AE1DCA0-80B0-2C7E-0E12-E01AEA0D8AC5}"/>
              </a:ext>
            </a:extLst>
          </p:cNvPr>
          <p:cNvSpPr txBox="1"/>
          <p:nvPr/>
        </p:nvSpPr>
        <p:spPr>
          <a:xfrm>
            <a:off x="-81078" y="5414703"/>
            <a:ext cx="231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  <a:p>
            <a:r>
              <a:rPr lang="da-DK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C0EF97-2A6C-8231-5986-BE01FB68F948}"/>
                  </a:ext>
                </a:extLst>
              </p:cNvPr>
              <p:cNvSpPr txBox="1"/>
              <p:nvPr/>
            </p:nvSpPr>
            <p:spPr>
              <a:xfrm>
                <a:off x="1326539" y="3592738"/>
                <a:ext cx="1456424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da-DK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da-DK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C0EF97-2A6C-8231-5986-BE01FB68F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539" y="3592738"/>
                <a:ext cx="1456424" cy="298415"/>
              </a:xfrm>
              <a:prstGeom prst="rect">
                <a:avLst/>
              </a:prstGeom>
              <a:blipFill>
                <a:blip r:embed="rId5"/>
                <a:stretch>
                  <a:fillRect l="-5021" r="-3347" b="-2244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9E6369-F7E7-4FCA-1B70-526AD43274E0}"/>
                  </a:ext>
                </a:extLst>
              </p:cNvPr>
              <p:cNvSpPr txBox="1"/>
              <p:nvPr/>
            </p:nvSpPr>
            <p:spPr>
              <a:xfrm>
                <a:off x="1326539" y="3016251"/>
                <a:ext cx="346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9E6369-F7E7-4FCA-1B70-526AD4327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539" y="3016251"/>
                <a:ext cx="346570" cy="276999"/>
              </a:xfrm>
              <a:prstGeom prst="rect">
                <a:avLst/>
              </a:prstGeom>
              <a:blipFill>
                <a:blip r:embed="rId6"/>
                <a:stretch>
                  <a:fillRect l="-17857" r="-25000" b="-311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DBC9A6BE-54F5-E172-D2FA-83A517B5FF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477" y="4764887"/>
            <a:ext cx="5763429" cy="158137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058080D-5906-442C-3758-2EC6F4183A1A}"/>
              </a:ext>
            </a:extLst>
          </p:cNvPr>
          <p:cNvSpPr txBox="1"/>
          <p:nvPr/>
        </p:nvSpPr>
        <p:spPr>
          <a:xfrm>
            <a:off x="2202288" y="4234959"/>
            <a:ext cx="3341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Other</a:t>
            </a:r>
            <a:r>
              <a:rPr lang="da-DK" dirty="0"/>
              <a:t> relevant </a:t>
            </a:r>
            <a:r>
              <a:rPr lang="da-DK" dirty="0" err="1"/>
              <a:t>linking</a:t>
            </a:r>
            <a:r>
              <a:rPr lang="da-DK" dirty="0"/>
              <a:t> </a:t>
            </a:r>
            <a:r>
              <a:rPr lang="da-DK" dirty="0" err="1"/>
              <a:t>equations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8943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99EA-1267-050D-65D8-44C37D2F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9C37-EB77-E194-BB44-643016EF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9661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a-DK" sz="2000" dirty="0" err="1"/>
              <a:t>Assemble</a:t>
            </a:r>
            <a:r>
              <a:rPr lang="da-DK" sz="2000" dirty="0"/>
              <a:t> </a:t>
            </a:r>
            <a:r>
              <a:rPr lang="da-DK" sz="2000" dirty="0" err="1"/>
              <a:t>everything</a:t>
            </a:r>
            <a:r>
              <a:rPr lang="da-DK" sz="2000" dirty="0"/>
              <a:t> </a:t>
            </a:r>
            <a:r>
              <a:rPr lang="da-DK" sz="2000" dirty="0" err="1"/>
              <a:t>into</a:t>
            </a:r>
            <a:r>
              <a:rPr lang="da-DK" sz="2000" dirty="0"/>
              <a:t> the final differential </a:t>
            </a:r>
            <a:r>
              <a:rPr lang="da-DK" sz="2000" dirty="0" err="1"/>
              <a:t>equation</a:t>
            </a:r>
            <a:r>
              <a:rPr lang="da-DK" sz="2000" dirty="0"/>
              <a:t> </a:t>
            </a:r>
            <a:r>
              <a:rPr lang="da-DK" sz="2000" dirty="0" err="1"/>
              <a:t>that</a:t>
            </a:r>
            <a:r>
              <a:rPr lang="da-DK" sz="2000" dirty="0"/>
              <a:t> has to </a:t>
            </a:r>
            <a:r>
              <a:rPr lang="da-DK" sz="2000" dirty="0" err="1"/>
              <a:t>be</a:t>
            </a:r>
            <a:r>
              <a:rPr lang="da-DK" sz="2000" dirty="0"/>
              <a:t> </a:t>
            </a:r>
            <a:r>
              <a:rPr lang="da-DK" sz="2000" dirty="0" err="1"/>
              <a:t>solved</a:t>
            </a:r>
            <a:endParaRPr lang="da-DK" sz="2000" dirty="0"/>
          </a:p>
          <a:p>
            <a:pPr marL="0" indent="0">
              <a:buNone/>
            </a:pPr>
            <a:endParaRPr lang="da-DK" sz="2000" dirty="0"/>
          </a:p>
          <a:p>
            <a:pPr marL="0" indent="0">
              <a:buNone/>
            </a:pPr>
            <a:endParaRPr lang="da-DK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4ACCD5-58B2-E7A6-4F10-CF1D671ED76F}"/>
                  </a:ext>
                </a:extLst>
              </p:cNvPr>
              <p:cNvSpPr txBox="1"/>
              <p:nvPr/>
            </p:nvSpPr>
            <p:spPr>
              <a:xfrm>
                <a:off x="838200" y="268964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𝑎𝑐𝑐𝑢𝑚𝑢𝑙𝑎𝑡𝑖𝑜𝑛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𝑖𝑛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𝑜𝑢𝑡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𝑔𝑒𝑛𝑒𝑟𝑎𝑡𝑖𝑜𝑛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−</m:t>
                      </m:r>
                      <m:r>
                        <a:rPr lang="da-DK" sz="1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𝑐𝑜𝑛𝑠𝑢𝑚𝑝𝑡𝑖𝑜𝑛</m:t>
                      </m:r>
                    </m:oMath>
                  </m:oMathPara>
                </a14:m>
                <a:endParaRPr lang="da-DK" sz="1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4ACCD5-58B2-E7A6-4F10-CF1D671ED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89644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06F1E3-023A-248A-BDB8-F0F113DCB167}"/>
                  </a:ext>
                </a:extLst>
              </p:cNvPr>
              <p:cNvSpPr txBox="1"/>
              <p:nvPr/>
            </p:nvSpPr>
            <p:spPr>
              <a:xfrm>
                <a:off x="975161" y="304939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𝑎𝑐𝑐𝑢𝑚𝑢𝑙𝑎𝑡𝑖𝑜𝑛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𝑜𝑢𝑡</m:t>
                    </m:r>
                  </m:oMath>
                </a14:m>
                <a:r>
                  <a:rPr lang="da-DK" sz="1800" dirty="0">
                    <a:sym typeface="Wingdings" panose="05000000000000000000" pitchFamily="2" charset="2"/>
                  </a:rPr>
                  <a:t>	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06F1E3-023A-248A-BDB8-F0F113DCB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61" y="3049394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A5E5DF9-83F0-3789-0D7F-9C5D78C34DB4}"/>
              </a:ext>
            </a:extLst>
          </p:cNvPr>
          <p:cNvSpPr txBox="1"/>
          <p:nvPr/>
        </p:nvSpPr>
        <p:spPr>
          <a:xfrm>
            <a:off x="7392750" y="2875002"/>
            <a:ext cx="1986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1. </a:t>
            </a:r>
            <a:r>
              <a:rPr lang="da-DK" dirty="0" err="1"/>
              <a:t>Eliminate</a:t>
            </a:r>
            <a:r>
              <a:rPr lang="da-DK" dirty="0"/>
              <a:t>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658C7-404D-0DA4-5D25-01467208259D}"/>
                  </a:ext>
                </a:extLst>
              </p:cNvPr>
              <p:cNvSpPr txBox="1"/>
              <p:nvPr/>
            </p:nvSpPr>
            <p:spPr>
              <a:xfrm>
                <a:off x="981023" y="343927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𝑎𝑐𝑐𝑢𝑚𝑢𝑙𝑎𝑡𝑖𝑜𝑛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ℎ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∙(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da-DK" sz="1800" dirty="0">
                    <a:sym typeface="Wingdings" panose="05000000000000000000" pitchFamily="2" charset="2"/>
                  </a:rPr>
                  <a:t>	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658C7-404D-0DA4-5D25-014672082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23" y="3439275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845A72-E8CD-2C7A-6ED1-C87AB8805E49}"/>
                  </a:ext>
                </a:extLst>
              </p:cNvPr>
              <p:cNvSpPr txBox="1"/>
              <p:nvPr/>
            </p:nvSpPr>
            <p:spPr>
              <a:xfrm>
                <a:off x="975161" y="3799025"/>
                <a:ext cx="6096000" cy="508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𝑑𝑄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·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ℎ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∙(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da-DK" sz="1800" dirty="0">
                    <a:sym typeface="Wingdings" panose="05000000000000000000" pitchFamily="2" charset="2"/>
                  </a:rPr>
                  <a:t>	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845A72-E8CD-2C7A-6ED1-C87AB8805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61" y="3799025"/>
                <a:ext cx="6096000" cy="508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D1936A6-9508-D812-7C3B-4854D378D707}"/>
              </a:ext>
            </a:extLst>
          </p:cNvPr>
          <p:cNvSpPr txBox="1"/>
          <p:nvPr/>
        </p:nvSpPr>
        <p:spPr>
          <a:xfrm>
            <a:off x="7392749" y="3226750"/>
            <a:ext cx="1955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2. </a:t>
            </a:r>
            <a:r>
              <a:rPr lang="da-DK" dirty="0" err="1"/>
              <a:t>Substitute</a:t>
            </a:r>
            <a:r>
              <a:rPr lang="da-DK" dirty="0"/>
              <a:t> </a:t>
            </a:r>
            <a:r>
              <a:rPr lang="da-DK" dirty="0" err="1"/>
              <a:t>laws</a:t>
            </a:r>
            <a:endParaRPr lang="da-D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89F5B1-3D30-1538-53C0-44D552F15DAF}"/>
              </a:ext>
            </a:extLst>
          </p:cNvPr>
          <p:cNvSpPr txBox="1"/>
          <p:nvPr/>
        </p:nvSpPr>
        <p:spPr>
          <a:xfrm>
            <a:off x="7392749" y="3607805"/>
            <a:ext cx="4155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3. </a:t>
            </a:r>
            <a:r>
              <a:rPr lang="da-DK" dirty="0" err="1"/>
              <a:t>Add</a:t>
            </a:r>
            <a:r>
              <a:rPr lang="da-DK" dirty="0"/>
              <a:t> derivative and fix unit </a:t>
            </a:r>
            <a:r>
              <a:rPr lang="da-DK" dirty="0" err="1"/>
              <a:t>accordingly</a:t>
            </a:r>
            <a:endParaRPr lang="da-DK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D96A7-F3C0-D407-AD54-A7668E3C0859}"/>
              </a:ext>
            </a:extLst>
          </p:cNvPr>
          <p:cNvSpPr txBox="1"/>
          <p:nvPr/>
        </p:nvSpPr>
        <p:spPr>
          <a:xfrm>
            <a:off x="7388228" y="4056306"/>
            <a:ext cx="368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4. </a:t>
            </a:r>
            <a:r>
              <a:rPr lang="da-DK" dirty="0" err="1"/>
              <a:t>Apply</a:t>
            </a:r>
            <a:r>
              <a:rPr lang="da-DK" dirty="0"/>
              <a:t> </a:t>
            </a:r>
            <a:r>
              <a:rPr lang="da-DK" dirty="0" err="1"/>
              <a:t>linking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needed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4248A54-3BF1-EB70-3AE3-0A2C26230F6F}"/>
                  </a:ext>
                </a:extLst>
              </p:cNvPr>
              <p:cNvSpPr txBox="1"/>
              <p:nvPr/>
            </p:nvSpPr>
            <p:spPr>
              <a:xfrm>
                <a:off x="975161" y="4388226"/>
                <a:ext cx="6096000" cy="508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𝑑𝑇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·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ℎ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∙(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da-DK" sz="1800" dirty="0">
                    <a:sym typeface="Wingdings" panose="05000000000000000000" pitchFamily="2" charset="2"/>
                  </a:rPr>
                  <a:t>	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4248A54-3BF1-EB70-3AE3-0A2C26230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61" y="4388226"/>
                <a:ext cx="6096000" cy="5085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3CAB241-7376-9092-C79E-2F0B3162006E}"/>
              </a:ext>
            </a:extLst>
          </p:cNvPr>
          <p:cNvSpPr txBox="1"/>
          <p:nvPr/>
        </p:nvSpPr>
        <p:spPr>
          <a:xfrm>
            <a:off x="7388228" y="4686490"/>
            <a:ext cx="1434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5. </a:t>
            </a:r>
            <a:r>
              <a:rPr lang="da-DK" dirty="0" err="1"/>
              <a:t>Rearrange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7D4100-D570-521B-D36C-EF6B30E4B2F7}"/>
                  </a:ext>
                </a:extLst>
              </p:cNvPr>
              <p:cNvSpPr txBox="1"/>
              <p:nvPr/>
            </p:nvSpPr>
            <p:spPr>
              <a:xfrm>
                <a:off x="975161" y="5105890"/>
                <a:ext cx="6096000" cy="552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𝑑𝑇</m:t>
                        </m:r>
                      </m:num>
                      <m:den>
                        <m: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r>
                      <a:rPr lang="da-DK" sz="18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da-DK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a-DK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da-DK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da-DK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·</m:t>
                        </m:r>
                        <m:r>
                          <a:rPr lang="da-DK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ℎ</m:t>
                        </m:r>
                      </m:num>
                      <m:den>
                        <m:sSub>
                          <m:sSubPr>
                            <m:ctrlPr>
                              <a:rPr lang="da-DK" b="0" i="1" dirty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da-DK" b="0" i="1" dirty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𝑐</m:t>
                            </m:r>
                          </m:e>
                          <m:sub>
                            <m:r>
                              <a:rPr lang="da-DK" b="0" i="1" dirty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</m:sub>
                        </m:sSub>
                        <m:r>
                          <a:rPr lang="da-DK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∙</m:t>
                        </m:r>
                        <m:r>
                          <a:rPr lang="da-DK" b="0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den>
                    </m:f>
                    <m:r>
                      <a:rPr lang="da-DK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r>
                      <a:rPr lang="da-DK" sz="18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sub>
                    </m:sSub>
                    <m:r>
                      <a:rPr lang="da-DK" sz="18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e>
                      <m:sub>
                        <m:r>
                          <a:rPr lang="da-DK" sz="18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sub>
                    </m:sSub>
                    <m:r>
                      <a:rPr lang="da-DK" sz="18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da-DK" sz="1800" dirty="0">
                    <a:sym typeface="Wingdings" panose="05000000000000000000" pitchFamily="2" charset="2"/>
                  </a:rPr>
                  <a:t>	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7D4100-D570-521B-D36C-EF6B30E4B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61" y="5105890"/>
                <a:ext cx="6096000" cy="552844"/>
              </a:xfrm>
              <a:prstGeom prst="rect">
                <a:avLst/>
              </a:prstGeom>
              <a:blipFill>
                <a:blip r:embed="rId7"/>
                <a:stretch>
                  <a:fillRect b="-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CF0B0458-DE90-9DFB-76A3-D3B79870F0F4}"/>
              </a:ext>
            </a:extLst>
          </p:cNvPr>
          <p:cNvSpPr/>
          <p:nvPr/>
        </p:nvSpPr>
        <p:spPr>
          <a:xfrm>
            <a:off x="838199" y="4920209"/>
            <a:ext cx="2467709" cy="94132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8745D4-ABC9-9F90-114D-FB86215B7132}"/>
              </a:ext>
            </a:extLst>
          </p:cNvPr>
          <p:cNvSpPr txBox="1"/>
          <p:nvPr/>
        </p:nvSpPr>
        <p:spPr>
          <a:xfrm>
            <a:off x="4465440" y="5187247"/>
            <a:ext cx="3442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chemeClr val="accent3"/>
                </a:solidFill>
              </a:rPr>
              <a:t>Arrive</a:t>
            </a:r>
            <a:r>
              <a:rPr lang="da-DK" dirty="0">
                <a:solidFill>
                  <a:schemeClr val="accent3"/>
                </a:solidFill>
              </a:rPr>
              <a:t> at </a:t>
            </a:r>
            <a:r>
              <a:rPr lang="da-DK" dirty="0" err="1">
                <a:solidFill>
                  <a:schemeClr val="accent3"/>
                </a:solidFill>
              </a:rPr>
              <a:t>Governing</a:t>
            </a:r>
            <a:r>
              <a:rPr lang="da-DK" dirty="0">
                <a:solidFill>
                  <a:schemeClr val="accent3"/>
                </a:solidFill>
              </a:rPr>
              <a:t> </a:t>
            </a:r>
            <a:r>
              <a:rPr lang="da-DK" dirty="0" err="1">
                <a:solidFill>
                  <a:schemeClr val="accent3"/>
                </a:solidFill>
              </a:rPr>
              <a:t>equation</a:t>
            </a:r>
            <a:r>
              <a:rPr lang="da-DK" dirty="0">
                <a:solidFill>
                  <a:schemeClr val="accent3"/>
                </a:solidFill>
              </a:rPr>
              <a:t> (GE)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2A636A-1D11-85A3-8D96-515CD0106631}"/>
              </a:ext>
            </a:extLst>
          </p:cNvPr>
          <p:cNvCxnSpPr>
            <a:cxnSpLocks/>
          </p:cNvCxnSpPr>
          <p:nvPr/>
        </p:nvCxnSpPr>
        <p:spPr>
          <a:xfrm flipH="1">
            <a:off x="3528646" y="5382312"/>
            <a:ext cx="7620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36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327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Wingdings</vt:lpstr>
      <vt:lpstr>Office Theme</vt:lpstr>
      <vt:lpstr>Model formulation</vt:lpstr>
      <vt:lpstr>Steps in model formulation</vt:lpstr>
      <vt:lpstr>Making the conceptual model</vt:lpstr>
      <vt:lpstr>Mass and energy conservation</vt:lpstr>
      <vt:lpstr>PowerPoint Presentation</vt:lpstr>
      <vt:lpstr>The WET model</vt:lpstr>
      <vt:lpstr>Constitutive equations</vt:lpstr>
      <vt:lpstr>Linking equations</vt:lpstr>
      <vt:lpstr>Governing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1</cp:revision>
  <dcterms:created xsi:type="dcterms:W3CDTF">2026-08-04T05:57:42Z</dcterms:created>
  <dcterms:modified xsi:type="dcterms:W3CDTF">2026-08-26T06:19:51Z</dcterms:modified>
</cp:coreProperties>
</file>