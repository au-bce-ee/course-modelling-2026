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derik Rask Dalby" userId="12c7c68b-47c4-4858-a883-dbd84be7356f" providerId="ADAL" clId="{E9883B15-7D20-4C63-9A3F-08E95C9A44CC}"/>
    <pc:docChg chg="custSel addSld delSld modSld">
      <pc:chgData name="Frederik Rask Dalby" userId="12c7c68b-47c4-4858-a883-dbd84be7356f" providerId="ADAL" clId="{E9883B15-7D20-4C63-9A3F-08E95C9A44CC}" dt="2026-10-06T10:25:25.029" v="1497" actId="20577"/>
      <pc:docMkLst>
        <pc:docMk/>
      </pc:docMkLst>
      <pc:sldChg chg="addSp delSp modSp new mod">
        <pc:chgData name="Frederik Rask Dalby" userId="12c7c68b-47c4-4858-a883-dbd84be7356f" providerId="ADAL" clId="{E9883B15-7D20-4C63-9A3F-08E95C9A44CC}" dt="2026-10-06T10:25:25.029" v="1497" actId="20577"/>
        <pc:sldMkLst>
          <pc:docMk/>
          <pc:sldMk cId="2253580102" sldId="256"/>
        </pc:sldMkLst>
        <pc:spChg chg="add mod">
          <ac:chgData name="Frederik Rask Dalby" userId="12c7c68b-47c4-4858-a883-dbd84be7356f" providerId="ADAL" clId="{E9883B15-7D20-4C63-9A3F-08E95C9A44CC}" dt="2026-10-06T10:25:25.029" v="1497" actId="20577"/>
          <ac:spMkLst>
            <pc:docMk/>
            <pc:sldMk cId="2253580102" sldId="256"/>
            <ac:spMk id="6" creationId="{95C0DF7B-C051-174E-0CC5-A4F354F6F6D5}"/>
          </ac:spMkLst>
        </pc:spChg>
        <pc:spChg chg="add mod">
          <ac:chgData name="Frederik Rask Dalby" userId="12c7c68b-47c4-4858-a883-dbd84be7356f" providerId="ADAL" clId="{E9883B15-7D20-4C63-9A3F-08E95C9A44CC}" dt="2026-10-06T08:45:29.259" v="1231" actId="20577"/>
          <ac:spMkLst>
            <pc:docMk/>
            <pc:sldMk cId="2253580102" sldId="256"/>
            <ac:spMk id="7" creationId="{8CEFCF13-3A43-A992-2395-52EDA84FA907}"/>
          </ac:spMkLst>
        </pc:spChg>
        <pc:picChg chg="add mod">
          <ac:chgData name="Frederik Rask Dalby" userId="12c7c68b-47c4-4858-a883-dbd84be7356f" providerId="ADAL" clId="{E9883B15-7D20-4C63-9A3F-08E95C9A44CC}" dt="2026-10-06T08:45:41.424" v="1235" actId="1076"/>
          <ac:picMkLst>
            <pc:docMk/>
            <pc:sldMk cId="2253580102" sldId="256"/>
            <ac:picMk id="3" creationId="{AB549440-D4C7-A23F-4FEA-052A0674B9D0}"/>
          </ac:picMkLst>
        </pc:picChg>
      </pc:sldChg>
      <pc:sldChg chg="addSp delSp modSp new mod">
        <pc:chgData name="Frederik Rask Dalby" userId="12c7c68b-47c4-4858-a883-dbd84be7356f" providerId="ADAL" clId="{E9883B15-7D20-4C63-9A3F-08E95C9A44CC}" dt="2026-10-06T08:46:29.248" v="1288" actId="20577"/>
        <pc:sldMkLst>
          <pc:docMk/>
          <pc:sldMk cId="177344288" sldId="257"/>
        </pc:sldMkLst>
        <pc:spChg chg="mod">
          <ac:chgData name="Frederik Rask Dalby" userId="12c7c68b-47c4-4858-a883-dbd84be7356f" providerId="ADAL" clId="{E9883B15-7D20-4C63-9A3F-08E95C9A44CC}" dt="2026-10-05T18:40:07.924" v="70" actId="20577"/>
          <ac:spMkLst>
            <pc:docMk/>
            <pc:sldMk cId="177344288" sldId="257"/>
            <ac:spMk id="2" creationId="{61673A1C-8D4D-9307-487D-24C483C255C5}"/>
          </ac:spMkLst>
        </pc:spChg>
        <pc:spChg chg="add mod">
          <ac:chgData name="Frederik Rask Dalby" userId="12c7c68b-47c4-4858-a883-dbd84be7356f" providerId="ADAL" clId="{E9883B15-7D20-4C63-9A3F-08E95C9A44CC}" dt="2026-10-06T08:46:29.248" v="1288" actId="20577"/>
          <ac:spMkLst>
            <pc:docMk/>
            <pc:sldMk cId="177344288" sldId="257"/>
            <ac:spMk id="3" creationId="{7B8AB9C6-7120-0D90-67B7-29358A5B2A16}"/>
          </ac:spMkLst>
        </pc:spChg>
        <pc:spChg chg="add mod">
          <ac:chgData name="Frederik Rask Dalby" userId="12c7c68b-47c4-4858-a883-dbd84be7356f" providerId="ADAL" clId="{E9883B15-7D20-4C63-9A3F-08E95C9A44CC}" dt="2026-10-05T18:45:07.204" v="425" actId="1076"/>
          <ac:spMkLst>
            <pc:docMk/>
            <pc:sldMk cId="177344288" sldId="257"/>
            <ac:spMk id="6" creationId="{C435D5D1-77D8-71FD-3503-56065C2D9EB7}"/>
          </ac:spMkLst>
        </pc:spChg>
        <pc:spChg chg="add mod">
          <ac:chgData name="Frederik Rask Dalby" userId="12c7c68b-47c4-4858-a883-dbd84be7356f" providerId="ADAL" clId="{E9883B15-7D20-4C63-9A3F-08E95C9A44CC}" dt="2026-10-05T18:45:52.327" v="436" actId="20577"/>
          <ac:spMkLst>
            <pc:docMk/>
            <pc:sldMk cId="177344288" sldId="257"/>
            <ac:spMk id="8" creationId="{C0CE858E-76B7-9D4F-A5E0-556723710BF0}"/>
          </ac:spMkLst>
        </pc:spChg>
        <pc:spChg chg="add mod">
          <ac:chgData name="Frederik Rask Dalby" userId="12c7c68b-47c4-4858-a883-dbd84be7356f" providerId="ADAL" clId="{E9883B15-7D20-4C63-9A3F-08E95C9A44CC}" dt="2026-10-05T18:49:41.113" v="537" actId="14100"/>
          <ac:spMkLst>
            <pc:docMk/>
            <pc:sldMk cId="177344288" sldId="257"/>
            <ac:spMk id="17" creationId="{E081EDA7-7EB9-ADA5-5197-F9DB34642F74}"/>
          </ac:spMkLst>
        </pc:spChg>
        <pc:spChg chg="add mod">
          <ac:chgData name="Frederik Rask Dalby" userId="12c7c68b-47c4-4858-a883-dbd84be7356f" providerId="ADAL" clId="{E9883B15-7D20-4C63-9A3F-08E95C9A44CC}" dt="2026-10-05T18:47:41.529" v="486" actId="1076"/>
          <ac:spMkLst>
            <pc:docMk/>
            <pc:sldMk cId="177344288" sldId="257"/>
            <ac:spMk id="18" creationId="{7116B157-55EA-79B1-A63D-530657868096}"/>
          </ac:spMkLst>
        </pc:spChg>
        <pc:spChg chg="add mod">
          <ac:chgData name="Frederik Rask Dalby" userId="12c7c68b-47c4-4858-a883-dbd84be7356f" providerId="ADAL" clId="{E9883B15-7D20-4C63-9A3F-08E95C9A44CC}" dt="2026-10-05T18:47:58.704" v="497" actId="1035"/>
          <ac:spMkLst>
            <pc:docMk/>
            <pc:sldMk cId="177344288" sldId="257"/>
            <ac:spMk id="20" creationId="{CC8F7559-1C31-B294-8C50-3F933F498E89}"/>
          </ac:spMkLst>
        </pc:spChg>
        <pc:spChg chg="add mod">
          <ac:chgData name="Frederik Rask Dalby" userId="12c7c68b-47c4-4858-a883-dbd84be7356f" providerId="ADAL" clId="{E9883B15-7D20-4C63-9A3F-08E95C9A44CC}" dt="2026-10-05T18:49:53.721" v="540" actId="1076"/>
          <ac:spMkLst>
            <pc:docMk/>
            <pc:sldMk cId="177344288" sldId="257"/>
            <ac:spMk id="23" creationId="{F3F9BC96-836B-2C33-88B8-A4F1391832DF}"/>
          </ac:spMkLst>
        </pc:spChg>
        <pc:picChg chg="add mod ord">
          <ac:chgData name="Frederik Rask Dalby" userId="12c7c68b-47c4-4858-a883-dbd84be7356f" providerId="ADAL" clId="{E9883B15-7D20-4C63-9A3F-08E95C9A44CC}" dt="2026-10-05T18:44:48.474" v="394" actId="1076"/>
          <ac:picMkLst>
            <pc:docMk/>
            <pc:sldMk cId="177344288" sldId="257"/>
            <ac:picMk id="5" creationId="{A1EE6555-4E06-3E69-37DF-87AB6E057B9A}"/>
          </ac:picMkLst>
        </pc:picChg>
        <pc:cxnChg chg="add mod">
          <ac:chgData name="Frederik Rask Dalby" userId="12c7c68b-47c4-4858-a883-dbd84be7356f" providerId="ADAL" clId="{E9883B15-7D20-4C63-9A3F-08E95C9A44CC}" dt="2026-10-05T18:46:17.249" v="441" actId="13822"/>
          <ac:cxnSpMkLst>
            <pc:docMk/>
            <pc:sldMk cId="177344288" sldId="257"/>
            <ac:cxnSpMk id="10" creationId="{7B521CA7-19D5-641A-7D4F-8E880F44C6D7}"/>
          </ac:cxnSpMkLst>
        </pc:cxnChg>
        <pc:cxnChg chg="add mod">
          <ac:chgData name="Frederik Rask Dalby" userId="12c7c68b-47c4-4858-a883-dbd84be7356f" providerId="ADAL" clId="{E9883B15-7D20-4C63-9A3F-08E95C9A44CC}" dt="2026-10-05T18:46:15.230" v="440" actId="13822"/>
          <ac:cxnSpMkLst>
            <pc:docMk/>
            <pc:sldMk cId="177344288" sldId="257"/>
            <ac:cxnSpMk id="11" creationId="{2654B233-C3AB-F0F7-8363-BA9DFEBEE97E}"/>
          </ac:cxnSpMkLst>
        </pc:cxnChg>
        <pc:cxnChg chg="add mod">
          <ac:chgData name="Frederik Rask Dalby" userId="12c7c68b-47c4-4858-a883-dbd84be7356f" providerId="ADAL" clId="{E9883B15-7D20-4C63-9A3F-08E95C9A44CC}" dt="2026-10-05T18:46:28.316" v="443" actId="13822"/>
          <ac:cxnSpMkLst>
            <pc:docMk/>
            <pc:sldMk cId="177344288" sldId="257"/>
            <ac:cxnSpMk id="13" creationId="{0E4E2B59-EA46-DEB0-6DB0-6324FEC1B3AD}"/>
          </ac:cxnSpMkLst>
        </pc:cxnChg>
        <pc:cxnChg chg="add mod">
          <ac:chgData name="Frederik Rask Dalby" userId="12c7c68b-47c4-4858-a883-dbd84be7356f" providerId="ADAL" clId="{E9883B15-7D20-4C63-9A3F-08E95C9A44CC}" dt="2026-10-05T18:46:37.483" v="445" actId="1076"/>
          <ac:cxnSpMkLst>
            <pc:docMk/>
            <pc:sldMk cId="177344288" sldId="257"/>
            <ac:cxnSpMk id="14" creationId="{E8564A24-A10C-E910-43DA-E6D79ED96AEB}"/>
          </ac:cxnSpMkLst>
        </pc:cxnChg>
        <pc:cxnChg chg="add mod">
          <ac:chgData name="Frederik Rask Dalby" userId="12c7c68b-47c4-4858-a883-dbd84be7356f" providerId="ADAL" clId="{E9883B15-7D20-4C63-9A3F-08E95C9A44CC}" dt="2026-10-05T18:47:02.374" v="447" actId="13822"/>
          <ac:cxnSpMkLst>
            <pc:docMk/>
            <pc:sldMk cId="177344288" sldId="257"/>
            <ac:cxnSpMk id="16" creationId="{141DBCA1-6024-8E72-A45F-E66B751E2A9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352C4-5E61-35DF-DCB1-6748A9B25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471517-900F-9EF6-87E8-6AF02C741D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CB73F-B2AE-023D-8334-505209E87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0856A-BA4A-49B9-99CF-36F7DE358F17}" type="datetimeFigureOut">
              <a:rPr lang="da-DK" smtClean="0"/>
              <a:t>08-10-2026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DB003-C548-20D4-0982-9B534ED4B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054F0-EA44-F551-AD4A-84F798DF1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67DED-C02B-4098-B045-A6C7C27CBD5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72837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DDFF6-8AB3-DD46-D204-45AD8826E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B902B-0821-AA8A-AFE9-50E5ED6E5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C81C7-9074-C457-E9F2-0E70E9479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0856A-BA4A-49B9-99CF-36F7DE358F17}" type="datetimeFigureOut">
              <a:rPr lang="da-DK" smtClean="0"/>
              <a:t>08-10-2026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B8597-CFD8-BA8A-9CBB-8084B0D17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E76B2-7678-D496-D864-86F7673D6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67DED-C02B-4098-B045-A6C7C27CBD5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67934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75A47-EC3F-6454-8493-B69380A68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845D98-E3FA-9356-E96A-93BDADA1C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AEF70-C365-E4C6-6E01-8FAD8E94D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0856A-BA4A-49B9-99CF-36F7DE358F17}" type="datetimeFigureOut">
              <a:rPr lang="da-DK" smtClean="0"/>
              <a:t>08-10-2026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B0169-5175-E04C-5A85-8FCE9C4FC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848AC-C7F8-4451-C8CC-614566AC7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67DED-C02B-4098-B045-A6C7C27CBD5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3521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00ACA-1C58-F292-61DF-35E5CAD69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0D66B-91F3-14BC-770D-EEF123926E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197A35-01BA-212B-16DE-FFEEE92D03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786E92-0D7A-F147-AC5C-5912E59D9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0856A-BA4A-49B9-99CF-36F7DE358F17}" type="datetimeFigureOut">
              <a:rPr lang="da-DK" smtClean="0"/>
              <a:t>08-10-2026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44B8A4-834D-B4CB-934A-3B8721EB6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3321DA-AD85-B81A-5700-3C0B78B37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67DED-C02B-4098-B045-A6C7C27CBD5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33487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E7ACB-24DE-7824-9091-34DF3DFE6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9880F-DB7D-77CE-3B7A-65997C5B0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8CFAF-66BD-7DDE-17F1-F0B9C1325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1AB35F-4963-7A49-EE1A-0E0E9FA0CC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9A7377-5BB1-15CA-1746-981F79994A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08B7D9-8698-19D0-0DD6-C38C0C465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0856A-BA4A-49B9-99CF-36F7DE358F17}" type="datetimeFigureOut">
              <a:rPr lang="da-DK" smtClean="0"/>
              <a:t>08-10-2026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4EF257-28CC-A8BB-5053-0AE08C609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D83F4B-491C-7A2E-06D7-EB2120095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67DED-C02B-4098-B045-A6C7C27CBD5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57716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FF36B-E631-A239-CE18-F791FA5A7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176A00-46CC-2735-598D-A0167FAA2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0856A-BA4A-49B9-99CF-36F7DE358F17}" type="datetimeFigureOut">
              <a:rPr lang="da-DK" smtClean="0"/>
              <a:t>08-10-2026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C3DF49-D4B8-B95D-8344-149E561E0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66756-0E14-A667-5D58-16D55D31E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67DED-C02B-4098-B045-A6C7C27CBD5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08992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36C0D0-3946-9366-43E7-B5360233C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0856A-BA4A-49B9-99CF-36F7DE358F17}" type="datetimeFigureOut">
              <a:rPr lang="da-DK" smtClean="0"/>
              <a:t>08-10-2026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ABBC-9CEF-BFB3-F5DA-7A128B418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F7F9F-D796-8070-D937-9CD235EE3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67DED-C02B-4098-B045-A6C7C27CBD5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93569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80F52-648E-5D1F-7BAD-83474AE0C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6D566-0FFD-3B08-C04D-4BE5B9B4A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E5130D-53E7-C909-44EE-BB2D42D27D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C90281-C1BD-4781-1CA1-87A1A2077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0856A-BA4A-49B9-99CF-36F7DE358F17}" type="datetimeFigureOut">
              <a:rPr lang="da-DK" smtClean="0"/>
              <a:t>08-10-2026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E451B-F7C5-0AAD-181D-1E8A51F5D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CB1685-6321-E16D-538A-9337B20D4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67DED-C02B-4098-B045-A6C7C27CBD5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26604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DE4C1-7CF9-C852-74D3-364C84CA4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4B4EA9-C819-2057-7A5A-5124A966295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2022CA-9489-F29F-5B66-32AC8035CE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F87127-AED6-C469-3075-B89C92C4E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0856A-BA4A-49B9-99CF-36F7DE358F17}" type="datetimeFigureOut">
              <a:rPr lang="da-DK" smtClean="0"/>
              <a:t>08-10-2026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7F1A02-7F67-F494-A19B-A0FDA2932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3AC3C4-E858-7820-9108-CFA7D3DD5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67DED-C02B-4098-B045-A6C7C27CBD5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33792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E75E0-2BB3-ABAA-BF1E-B0E1BC5C5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0CD82D-399C-E4D1-86FA-05551C87D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3F2D1-2263-5E8E-D556-BC30A83A7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0856A-BA4A-49B9-99CF-36F7DE358F17}" type="datetimeFigureOut">
              <a:rPr lang="da-DK" smtClean="0"/>
              <a:t>08-10-2026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EE8B4-2A1A-92BE-95EE-A6A2E3EE5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1687C-CC62-3B4B-757D-C7498D67F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67DED-C02B-4098-B045-A6C7C27CBD5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86266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438A49-6F92-C196-2F78-81F3E2EAA6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DF1AFF-88F0-3145-9D2C-9B679A7C99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7D78C-3121-3BA7-A1F2-05AA532F9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0856A-BA4A-49B9-99CF-36F7DE358F17}" type="datetimeFigureOut">
              <a:rPr lang="da-DK" smtClean="0"/>
              <a:t>08-10-2026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B2938-26DE-60E3-EC13-4734CF027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7472E-78B6-27E0-43EF-CA461BE23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67DED-C02B-4098-B045-A6C7C27CBD5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26349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3CB02D-2A1C-6C89-8B11-B868AC0E6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16939-E5C2-7968-E39D-01D8A0656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6BCEB-93F7-380F-2778-A47A81ADA1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60856A-BA4A-49B9-99CF-36F7DE358F17}" type="datetimeFigureOut">
              <a:rPr lang="da-DK" smtClean="0"/>
              <a:t>08-10-2026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0DF40-CDD2-3756-DF78-4C1B3B5015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5908C-FF02-3308-251A-0120FB44A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667DED-C02B-4098-B045-A6C7C27CBD5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92215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5C0DF7B-C051-174E-0CC5-A4F354F6F6D5}"/>
              </a:ext>
            </a:extLst>
          </p:cNvPr>
          <p:cNvSpPr txBox="1">
            <a:spLocks/>
          </p:cNvSpPr>
          <p:nvPr/>
        </p:nvSpPr>
        <p:spPr>
          <a:xfrm>
            <a:off x="838200" y="-120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dirty="0" err="1"/>
              <a:t>Questions</a:t>
            </a:r>
            <a:r>
              <a:rPr lang="da-DK" dirty="0"/>
              <a:t> </a:t>
            </a:r>
            <a:r>
              <a:rPr lang="da-DK" dirty="0" err="1"/>
              <a:t>overheard</a:t>
            </a:r>
            <a:r>
              <a:rPr lang="da-DK" dirty="0"/>
              <a:t> </a:t>
            </a:r>
            <a:r>
              <a:rPr lang="da-DK" dirty="0" err="1"/>
              <a:t>during</a:t>
            </a:r>
            <a:r>
              <a:rPr lang="da-DK" dirty="0"/>
              <a:t> last class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CEFCF13-3A43-A992-2395-52EDA84FA907}"/>
                  </a:ext>
                </a:extLst>
              </p:cNvPr>
              <p:cNvSpPr txBox="1"/>
              <p:nvPr/>
            </p:nvSpPr>
            <p:spPr>
              <a:xfrm>
                <a:off x="838200" y="1301115"/>
                <a:ext cx="8874096" cy="39701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a-DK" dirty="0"/>
                  <a:t>How </a:t>
                </a:r>
                <a:r>
                  <a:rPr lang="da-DK" dirty="0" err="1"/>
                  <a:t>does</a:t>
                </a:r>
                <a:r>
                  <a:rPr lang="da-DK" dirty="0"/>
                  <a:t> the PDE problems </a:t>
                </a:r>
                <a:r>
                  <a:rPr lang="da-DK" dirty="0" err="1"/>
                  <a:t>relate</a:t>
                </a:r>
                <a:r>
                  <a:rPr lang="da-DK" dirty="0"/>
                  <a:t> to the ODE and BVP problems in </a:t>
                </a:r>
                <a:r>
                  <a:rPr lang="da-DK" dirty="0" err="1"/>
                  <a:t>numerical</a:t>
                </a:r>
                <a:r>
                  <a:rPr lang="da-DK" dirty="0"/>
                  <a:t> </a:t>
                </a:r>
                <a:r>
                  <a:rPr lang="da-DK" dirty="0" err="1"/>
                  <a:t>analysis</a:t>
                </a:r>
                <a:r>
                  <a:rPr lang="da-DK" dirty="0"/>
                  <a:t>?</a:t>
                </a:r>
              </a:p>
              <a:p>
                <a:endParaRPr lang="da-DK" dirty="0"/>
              </a:p>
              <a:p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𝐵𝑉𝑃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𝑒𝑥𝑎𝑚𝑝𝑙𝑒𝑠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: </m:t>
                    </m:r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a-DK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da-DK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da-DK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a-DK" b="0" dirty="0"/>
                  <a:t> </a:t>
                </a:r>
                <a:r>
                  <a:rPr lang="da-DK" b="0" dirty="0">
                    <a:sym typeface="Wingdings" panose="05000000000000000000" pitchFamily="2" charset="2"/>
                  </a:rPr>
                  <a:t> </a:t>
                </a:r>
                <a:r>
                  <a:rPr lang="da-DK" b="0" dirty="0" err="1">
                    <a:sym typeface="Wingdings" panose="05000000000000000000" pitchFamily="2" charset="2"/>
                  </a:rPr>
                  <a:t>solve</a:t>
                </a:r>
                <a:r>
                  <a:rPr lang="da-DK" dirty="0">
                    <a:sym typeface="Wingdings" panose="05000000000000000000" pitchFamily="2" charset="2"/>
                  </a:rPr>
                  <a:t> </a:t>
                </a:r>
                <a:r>
                  <a:rPr lang="da-DK" dirty="0" err="1">
                    <a:sym typeface="Wingdings" panose="05000000000000000000" pitchFamily="2" charset="2"/>
                  </a:rPr>
                  <a:t>state</a:t>
                </a:r>
                <a:r>
                  <a:rPr lang="da-DK" dirty="0">
                    <a:sym typeface="Wingdings" panose="05000000000000000000" pitchFamily="2" charset="2"/>
                  </a:rPr>
                  <a:t> variables (y’s) with matrix b = A*y, </a:t>
                </a:r>
              </a:p>
              <a:p>
                <a:r>
                  <a:rPr lang="da-DK" dirty="0">
                    <a:sym typeface="Wingdings" panose="05000000000000000000" pitchFamily="2" charset="2"/>
                  </a:rPr>
                  <a:t>or </a:t>
                </a:r>
                <a:r>
                  <a:rPr lang="da-DK" dirty="0" err="1">
                    <a:sym typeface="Wingdings" panose="05000000000000000000" pitchFamily="2" charset="2"/>
                  </a:rPr>
                  <a:t>convert</a:t>
                </a:r>
                <a:r>
                  <a:rPr lang="da-DK" dirty="0">
                    <a:sym typeface="Wingdings" panose="05000000000000000000" pitchFamily="2" charset="2"/>
                  </a:rPr>
                  <a:t> to ODE sys and </a:t>
                </a:r>
                <a:r>
                  <a:rPr lang="da-DK" dirty="0" err="1">
                    <a:sym typeface="Wingdings" panose="05000000000000000000" pitchFamily="2" charset="2"/>
                  </a:rPr>
                  <a:t>use</a:t>
                </a:r>
                <a:r>
                  <a:rPr lang="da-DK" dirty="0">
                    <a:sym typeface="Wingdings" panose="05000000000000000000" pitchFamily="2" charset="2"/>
                  </a:rPr>
                  <a:t> </a:t>
                </a:r>
                <a:r>
                  <a:rPr lang="da-DK" dirty="0" err="1">
                    <a:sym typeface="Wingdings" panose="05000000000000000000" pitchFamily="2" charset="2"/>
                  </a:rPr>
                  <a:t>shooting</a:t>
                </a:r>
                <a:r>
                  <a:rPr lang="da-DK" dirty="0">
                    <a:sym typeface="Wingdings" panose="05000000000000000000" pitchFamily="2" charset="2"/>
                  </a:rPr>
                  <a:t> </a:t>
                </a:r>
                <a:r>
                  <a:rPr lang="da-DK" dirty="0" err="1">
                    <a:sym typeface="Wingdings" panose="05000000000000000000" pitchFamily="2" charset="2"/>
                  </a:rPr>
                  <a:t>method</a:t>
                </a:r>
                <a:r>
                  <a:rPr lang="da-DK" dirty="0">
                    <a:sym typeface="Wingdings" panose="05000000000000000000" pitchFamily="2" charset="2"/>
                  </a:rPr>
                  <a:t>. </a:t>
                </a:r>
                <a:r>
                  <a:rPr lang="da-DK" dirty="0" err="1">
                    <a:sym typeface="Wingdings" panose="05000000000000000000" pitchFamily="2" charset="2"/>
                  </a:rPr>
                  <a:t>Only</a:t>
                </a:r>
                <a:r>
                  <a:rPr lang="da-DK" dirty="0">
                    <a:sym typeface="Wingdings" panose="05000000000000000000" pitchFamily="2" charset="2"/>
                  </a:rPr>
                  <a:t> ONE independent variable. </a:t>
                </a:r>
                <a:endParaRPr lang="da-DK" b="0" dirty="0"/>
              </a:p>
              <a:p>
                <a:endParaRPr lang="da-DK" dirty="0"/>
              </a:p>
              <a:p>
                <a:r>
                  <a:rPr lang="da-DK" dirty="0"/>
                  <a:t>ODE </a:t>
                </a:r>
                <a:r>
                  <a:rPr lang="da-DK" dirty="0" err="1"/>
                  <a:t>examples</a:t>
                </a:r>
                <a:r>
                  <a:rPr lang="da-DK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a-DK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da-DK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1,</m:t>
                    </m:r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>
                            <a:latin typeface="Cambria Math" panose="02040503050406030204" pitchFamily="18" charset="0"/>
                          </a:rPr>
                          <m:t>𝑑𝑦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da-DK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da-DK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da-DK" dirty="0"/>
                  <a:t>, with </a:t>
                </a:r>
                <a:r>
                  <a:rPr lang="da-DK" dirty="0" err="1"/>
                  <a:t>two</a:t>
                </a:r>
                <a:r>
                  <a:rPr lang="da-DK" dirty="0"/>
                  <a:t> initial </a:t>
                </a:r>
                <a:r>
                  <a:rPr lang="da-DK" dirty="0" err="1"/>
                  <a:t>conditions</a:t>
                </a:r>
                <a:endParaRPr lang="da-DK" dirty="0"/>
              </a:p>
              <a:p>
                <a:endParaRPr lang="da-DK" dirty="0"/>
              </a:p>
              <a:p>
                <a:r>
                  <a:rPr lang="da-DK" dirty="0"/>
                  <a:t>Can </a:t>
                </a:r>
                <a:r>
                  <a:rPr lang="da-DK" dirty="0" err="1"/>
                  <a:t>you</a:t>
                </a:r>
                <a:r>
                  <a:rPr lang="da-DK" dirty="0"/>
                  <a:t> </a:t>
                </a:r>
                <a:r>
                  <a:rPr lang="da-DK" dirty="0" err="1"/>
                  <a:t>solve</a:t>
                </a:r>
                <a:r>
                  <a:rPr lang="da-DK" dirty="0"/>
                  <a:t> a problem </a:t>
                </a:r>
              </a:p>
              <a:p>
                <a:r>
                  <a:rPr lang="da-DK" dirty="0" err="1"/>
                  <a:t>where</a:t>
                </a:r>
                <a:r>
                  <a:rPr lang="da-DK" dirty="0"/>
                  <a:t>, </a:t>
                </a:r>
                <a:r>
                  <a:rPr lang="da-DK" dirty="0" err="1"/>
                  <a:t>instead</a:t>
                </a:r>
                <a:r>
                  <a:rPr lang="da-DK" dirty="0"/>
                  <a:t> of the initial </a:t>
                </a:r>
                <a:r>
                  <a:rPr lang="da-DK" dirty="0" err="1"/>
                  <a:t>condition</a:t>
                </a:r>
                <a:r>
                  <a:rPr lang="da-DK" dirty="0"/>
                  <a:t>, </a:t>
                </a:r>
              </a:p>
              <a:p>
                <a:r>
                  <a:rPr lang="da-DK" dirty="0"/>
                  <a:t>the ”final” </a:t>
                </a:r>
                <a:r>
                  <a:rPr lang="da-DK" dirty="0" err="1"/>
                  <a:t>condition</a:t>
                </a:r>
                <a:r>
                  <a:rPr lang="da-DK" dirty="0"/>
                  <a:t> is given?</a:t>
                </a:r>
              </a:p>
              <a:p>
                <a:r>
                  <a:rPr lang="da-DK" dirty="0"/>
                  <a:t>Yes </a:t>
                </a:r>
                <a:r>
                  <a:rPr lang="da-DK" dirty="0" err="1"/>
                  <a:t>shooting</a:t>
                </a:r>
                <a:r>
                  <a:rPr lang="da-DK" dirty="0"/>
                  <a:t> </a:t>
                </a:r>
                <a:r>
                  <a:rPr lang="da-DK" dirty="0" err="1"/>
                  <a:t>method</a:t>
                </a:r>
                <a:r>
                  <a:rPr lang="da-DK" dirty="0"/>
                  <a:t> or </a:t>
                </a:r>
                <a:r>
                  <a:rPr lang="da-DK" dirty="0" err="1"/>
                  <a:t>reverse</a:t>
                </a:r>
                <a:r>
                  <a:rPr lang="da-DK" dirty="0"/>
                  <a:t> time</a:t>
                </a:r>
              </a:p>
              <a:p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CEFCF13-3A43-A992-2395-52EDA84FA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01115"/>
                <a:ext cx="8874096" cy="3970126"/>
              </a:xfrm>
              <a:prstGeom prst="rect">
                <a:avLst/>
              </a:prstGeom>
              <a:blipFill>
                <a:blip r:embed="rId2"/>
                <a:stretch>
                  <a:fillRect l="-619" t="-61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B549440-D4C7-A23F-4FEA-052A0674B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950" y="3429000"/>
            <a:ext cx="5094880" cy="3357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580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73A1C-8D4D-9307-487D-24C483C25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Neumann BC is not </a:t>
            </a:r>
            <a:r>
              <a:rPr lang="da-DK" dirty="0" err="1"/>
              <a:t>only</a:t>
            </a:r>
            <a:r>
              <a:rPr lang="da-DK" dirty="0"/>
              <a:t> for </a:t>
            </a:r>
            <a:r>
              <a:rPr lang="da-DK" dirty="0" err="1"/>
              <a:t>closed</a:t>
            </a:r>
            <a:r>
              <a:rPr lang="da-DK" dirty="0"/>
              <a:t>/</a:t>
            </a:r>
            <a:r>
              <a:rPr lang="da-DK" dirty="0" err="1"/>
              <a:t>insulated</a:t>
            </a:r>
            <a:r>
              <a:rPr lang="da-DK" dirty="0"/>
              <a:t> </a:t>
            </a:r>
            <a:r>
              <a:rPr lang="da-DK" dirty="0" err="1"/>
              <a:t>ends</a:t>
            </a:r>
            <a:endParaRPr lang="da-D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EE6555-4E06-3E69-37DF-87AB6E057B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69232"/>
            <a:ext cx="5510675" cy="35103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35D5D1-77D8-71FD-3503-56065C2D9EB7}"/>
              </a:ext>
            </a:extLst>
          </p:cNvPr>
          <p:cNvSpPr txBox="1"/>
          <p:nvPr/>
        </p:nvSpPr>
        <p:spPr>
          <a:xfrm>
            <a:off x="1904369" y="1999900"/>
            <a:ext cx="2192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Symmetry</a:t>
            </a:r>
            <a:r>
              <a:rPr lang="da-DK" dirty="0"/>
              <a:t> problems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CE858E-76B7-9D4F-A5E0-556723710BF0}"/>
              </a:ext>
            </a:extLst>
          </p:cNvPr>
          <p:cNvSpPr txBox="1"/>
          <p:nvPr/>
        </p:nvSpPr>
        <p:spPr>
          <a:xfrm>
            <a:off x="7927217" y="1999900"/>
            <a:ext cx="2194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Open flow problems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B521CA7-19D5-641A-7D4F-8E880F44C6D7}"/>
              </a:ext>
            </a:extLst>
          </p:cNvPr>
          <p:cNvCxnSpPr/>
          <p:nvPr/>
        </p:nvCxnSpPr>
        <p:spPr>
          <a:xfrm>
            <a:off x="7616952" y="3337560"/>
            <a:ext cx="27889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54B233-C3AB-F0F7-8363-BA9DFEBEE97E}"/>
              </a:ext>
            </a:extLst>
          </p:cNvPr>
          <p:cNvCxnSpPr/>
          <p:nvPr/>
        </p:nvCxnSpPr>
        <p:spPr>
          <a:xfrm>
            <a:off x="7629884" y="3691128"/>
            <a:ext cx="27889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E4E2B59-EA46-DEB0-6DB0-6324FEC1B3AD}"/>
              </a:ext>
            </a:extLst>
          </p:cNvPr>
          <p:cNvCxnSpPr/>
          <p:nvPr/>
        </p:nvCxnSpPr>
        <p:spPr>
          <a:xfrm>
            <a:off x="7360920" y="3520440"/>
            <a:ext cx="4663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8564A24-A10C-E910-43DA-E6D79ED96AEB}"/>
              </a:ext>
            </a:extLst>
          </p:cNvPr>
          <p:cNvCxnSpPr/>
          <p:nvPr/>
        </p:nvCxnSpPr>
        <p:spPr>
          <a:xfrm>
            <a:off x="10185632" y="3520440"/>
            <a:ext cx="4663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41DBCA1-6024-8E72-A45F-E66B751E2A92}"/>
              </a:ext>
            </a:extLst>
          </p:cNvPr>
          <p:cNvCxnSpPr/>
          <p:nvPr/>
        </p:nvCxnSpPr>
        <p:spPr>
          <a:xfrm flipH="1" flipV="1">
            <a:off x="10543032" y="3813048"/>
            <a:ext cx="108944" cy="5943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081EDA7-7EB9-ADA5-5197-F9DB34642F74}"/>
              </a:ext>
            </a:extLst>
          </p:cNvPr>
          <p:cNvSpPr txBox="1"/>
          <p:nvPr/>
        </p:nvSpPr>
        <p:spPr>
          <a:xfrm>
            <a:off x="9580604" y="4433327"/>
            <a:ext cx="25024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”</a:t>
            </a:r>
            <a:r>
              <a:rPr lang="da-DK" dirty="0" err="1"/>
              <a:t>Nothing</a:t>
            </a:r>
            <a:r>
              <a:rPr lang="da-DK" dirty="0"/>
              <a:t> </a:t>
            </a:r>
            <a:r>
              <a:rPr lang="da-DK" dirty="0" err="1"/>
              <a:t>happens</a:t>
            </a:r>
            <a:r>
              <a:rPr lang="da-DK" dirty="0"/>
              <a:t>” </a:t>
            </a:r>
            <a:r>
              <a:rPr lang="da-DK" dirty="0" err="1"/>
              <a:t>after</a:t>
            </a:r>
            <a:r>
              <a:rPr lang="da-DK" dirty="0"/>
              <a:t> domain </a:t>
            </a:r>
            <a:r>
              <a:rPr lang="da-DK" dirty="0" err="1"/>
              <a:t>ends</a:t>
            </a:r>
            <a:r>
              <a:rPr lang="da-DK" dirty="0"/>
              <a:t>.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turn</a:t>
            </a:r>
            <a:r>
              <a:rPr lang="da-DK" dirty="0"/>
              <a:t> ”</a:t>
            </a:r>
            <a:r>
              <a:rPr lang="da-DK" dirty="0" err="1"/>
              <a:t>off</a:t>
            </a:r>
            <a:r>
              <a:rPr lang="da-DK" dirty="0"/>
              <a:t>” diffusion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16B157-55EA-79B1-A63D-530657868096}"/>
              </a:ext>
            </a:extLst>
          </p:cNvPr>
          <p:cNvSpPr txBox="1"/>
          <p:nvPr/>
        </p:nvSpPr>
        <p:spPr>
          <a:xfrm>
            <a:off x="10309860" y="3709785"/>
            <a:ext cx="108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8F7559-1C31-B294-8C50-3F933F498E89}"/>
              </a:ext>
            </a:extLst>
          </p:cNvPr>
          <p:cNvSpPr txBox="1"/>
          <p:nvPr/>
        </p:nvSpPr>
        <p:spPr>
          <a:xfrm>
            <a:off x="7503044" y="3691964"/>
            <a:ext cx="287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3F9BC96-836B-2C33-88B8-A4F1391832DF}"/>
                  </a:ext>
                </a:extLst>
              </p:cNvPr>
              <p:cNvSpPr txBox="1"/>
              <p:nvPr/>
            </p:nvSpPr>
            <p:spPr>
              <a:xfrm>
                <a:off x="8410618" y="5408281"/>
                <a:ext cx="4482716" cy="6313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3F9BC96-836B-2C33-88B8-A4F139183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0618" y="5408281"/>
                <a:ext cx="4482716" cy="6313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B8AB9C6-7120-0D90-67B7-29358A5B2A16}"/>
              </a:ext>
            </a:extLst>
          </p:cNvPr>
          <p:cNvSpPr txBox="1"/>
          <p:nvPr/>
        </p:nvSpPr>
        <p:spPr>
          <a:xfrm>
            <a:off x="6757779" y="2699344"/>
            <a:ext cx="5037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Advection</a:t>
            </a:r>
            <a:r>
              <a:rPr lang="da-DK" dirty="0"/>
              <a:t> + diffusion problem (</a:t>
            </a:r>
            <a:r>
              <a:rPr lang="da-DK" dirty="0" err="1"/>
              <a:t>two</a:t>
            </a:r>
            <a:r>
              <a:rPr lang="da-DK" dirty="0"/>
              <a:t> </a:t>
            </a:r>
            <a:r>
              <a:rPr lang="da-DK" dirty="0" err="1"/>
              <a:t>BCs</a:t>
            </a:r>
            <a:r>
              <a:rPr lang="da-DK" dirty="0"/>
              <a:t> </a:t>
            </a:r>
            <a:r>
              <a:rPr lang="da-DK" dirty="0" err="1"/>
              <a:t>required</a:t>
            </a:r>
            <a:r>
              <a:rPr lang="da-DK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7344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400C5-068D-8E1F-0623-2272DD897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Solutions from 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C82B0-3C6D-3E94-E437-7B33C0242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2A) diffusion of oxygen </a:t>
            </a:r>
            <a:r>
              <a:rPr lang="da-DK" dirty="0" err="1"/>
              <a:t>through</a:t>
            </a:r>
            <a:r>
              <a:rPr lang="da-DK" dirty="0"/>
              <a:t> a </a:t>
            </a:r>
            <a:r>
              <a:rPr lang="da-DK" dirty="0" err="1"/>
              <a:t>cell</a:t>
            </a:r>
            <a:r>
              <a:rPr lang="da-DK" dirty="0"/>
              <a:t>: </a:t>
            </a:r>
            <a:r>
              <a:rPr lang="da-DK" dirty="0" err="1"/>
              <a:t>Dirichlet</a:t>
            </a:r>
            <a:r>
              <a:rPr lang="da-DK" dirty="0"/>
              <a:t> + </a:t>
            </a:r>
            <a:r>
              <a:rPr lang="da-DK" dirty="0" err="1"/>
              <a:t>Dirichlet</a:t>
            </a: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2B) Drug release in </a:t>
            </a:r>
            <a:r>
              <a:rPr lang="da-DK" dirty="0" err="1"/>
              <a:t>muscle</a:t>
            </a:r>
            <a:r>
              <a:rPr lang="da-DK" dirty="0"/>
              <a:t> </a:t>
            </a:r>
            <a:r>
              <a:rPr lang="da-DK" dirty="0" err="1"/>
              <a:t>tissue</a:t>
            </a:r>
            <a:r>
              <a:rPr lang="da-DK" dirty="0"/>
              <a:t>: Neumann + Neumann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2C) Heating of metal rod: </a:t>
            </a:r>
            <a:r>
              <a:rPr lang="da-DK" dirty="0" err="1"/>
              <a:t>Dirichlet</a:t>
            </a:r>
            <a:r>
              <a:rPr lang="da-DK" dirty="0"/>
              <a:t> (</a:t>
            </a:r>
            <a:r>
              <a:rPr lang="da-DK" dirty="0" err="1"/>
              <a:t>left</a:t>
            </a:r>
            <a:r>
              <a:rPr lang="da-DK" dirty="0"/>
              <a:t>) + Neumann (right)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2D) </a:t>
            </a:r>
            <a:r>
              <a:rPr lang="da-DK" dirty="0" err="1"/>
              <a:t>Cooling</a:t>
            </a:r>
            <a:r>
              <a:rPr lang="da-DK" dirty="0"/>
              <a:t> of </a:t>
            </a:r>
            <a:r>
              <a:rPr lang="da-DK" dirty="0" err="1"/>
              <a:t>sphere</a:t>
            </a:r>
            <a:r>
              <a:rPr lang="da-DK" dirty="0"/>
              <a:t>: Neumann (</a:t>
            </a:r>
            <a:r>
              <a:rPr lang="da-DK" dirty="0" err="1"/>
              <a:t>inside</a:t>
            </a:r>
            <a:r>
              <a:rPr lang="da-DK" dirty="0"/>
              <a:t> </a:t>
            </a:r>
            <a:r>
              <a:rPr lang="da-DK" dirty="0" err="1"/>
              <a:t>sphere</a:t>
            </a:r>
            <a:r>
              <a:rPr lang="da-DK" dirty="0"/>
              <a:t>) + Robin (</a:t>
            </a:r>
            <a:r>
              <a:rPr lang="da-DK" dirty="0" err="1"/>
              <a:t>edge</a:t>
            </a:r>
            <a:r>
              <a:rPr lang="da-DK" dirty="0"/>
              <a:t> of </a:t>
            </a:r>
            <a:r>
              <a:rPr lang="da-DK" dirty="0" err="1"/>
              <a:t>sphere</a:t>
            </a:r>
            <a:r>
              <a:rPr lang="da-DK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7755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1fd1d36-fecb-47ca-b7d7-d0df0370a198}" enabled="0" method="" siteId="{61fd1d36-fecb-47ca-b7d7-d0df0370a1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218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Wingdings</vt:lpstr>
      <vt:lpstr>Office Theme</vt:lpstr>
      <vt:lpstr>PowerPoint Presentation</vt:lpstr>
      <vt:lpstr>Neumann BC is not only for closed/insulated ends</vt:lpstr>
      <vt:lpstr>Solutions from last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Frederik Rask Dalby</dc:creator>
  <cp:lastModifiedBy>Frederik Rask Dalby</cp:lastModifiedBy>
  <cp:revision>1</cp:revision>
  <dcterms:created xsi:type="dcterms:W3CDTF">2026-10-05T18:39:07Z</dcterms:created>
  <dcterms:modified xsi:type="dcterms:W3CDTF">2026-10-08T06:21:53Z</dcterms:modified>
</cp:coreProperties>
</file>