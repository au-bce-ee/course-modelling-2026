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notesSlides/notesSlide3.xml" ContentType="application/vnd.openxmlformats-officedocument.presentationml.notesSlide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9" r:id="rId5"/>
    <p:sldId id="259" r:id="rId6"/>
    <p:sldId id="260" r:id="rId7"/>
    <p:sldId id="261" r:id="rId8"/>
    <p:sldId id="262" r:id="rId9"/>
    <p:sldId id="263" r:id="rId10"/>
    <p:sldId id="267" r:id="rId11"/>
    <p:sldId id="265" r:id="rId12"/>
    <p:sldId id="264" r:id="rId13"/>
    <p:sldId id="266" r:id="rId14"/>
    <p:sldId id="268" r:id="rId15"/>
  </p:sldIdLst>
  <p:sldSz cx="12192000" cy="6858000"/>
  <p:notesSz cx="6858000" cy="91440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3EB6BD-8AFA-430B-A5C7-68FE9DED0E49}" v="1" dt="2026-08-19T08:55:01.3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8" d="100"/>
          <a:sy n="58" d="100"/>
        </p:scale>
        <p:origin x="774" y="6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ederik Rask Dalby" userId="12c7c68b-47c4-4858-a883-dbd84be7356f" providerId="ADAL" clId="{E9883B15-7D20-4C63-9A3F-08E95C9A44CC}"/>
    <pc:docChg chg="undo custSel addSld delSld modSld sldOrd">
      <pc:chgData name="Frederik Rask Dalby" userId="12c7c68b-47c4-4858-a883-dbd84be7356f" providerId="ADAL" clId="{E9883B15-7D20-4C63-9A3F-08E95C9A44CC}" dt="2026-08-19T08:55:01.348" v="452"/>
      <pc:docMkLst>
        <pc:docMk/>
      </pc:docMkLst>
      <pc:sldChg chg="modSp mod">
        <pc:chgData name="Frederik Rask Dalby" userId="12c7c68b-47c4-4858-a883-dbd84be7356f" providerId="ADAL" clId="{E9883B15-7D20-4C63-9A3F-08E95C9A44CC}" dt="2026-07-31T12:54:39.372" v="0" actId="20577"/>
        <pc:sldMkLst>
          <pc:docMk/>
          <pc:sldMk cId="3711011098" sldId="256"/>
        </pc:sldMkLst>
        <pc:spChg chg="mod">
          <ac:chgData name="Frederik Rask Dalby" userId="12c7c68b-47c4-4858-a883-dbd84be7356f" providerId="ADAL" clId="{E9883B15-7D20-4C63-9A3F-08E95C9A44CC}" dt="2026-07-31T12:54:39.372" v="0" actId="20577"/>
          <ac:spMkLst>
            <pc:docMk/>
            <pc:sldMk cId="3711011098" sldId="256"/>
            <ac:spMk id="3" creationId="{00CCFAA3-834B-CF16-21A2-392E9961C017}"/>
          </ac:spMkLst>
        </pc:spChg>
      </pc:sldChg>
      <pc:sldChg chg="addSp delSp modSp mod delAnim modAnim">
        <pc:chgData name="Frederik Rask Dalby" userId="12c7c68b-47c4-4858-a883-dbd84be7356f" providerId="ADAL" clId="{E9883B15-7D20-4C63-9A3F-08E95C9A44CC}" dt="2026-08-03T14:04:44.584" v="427"/>
        <pc:sldMkLst>
          <pc:docMk/>
          <pc:sldMk cId="2126172265" sldId="257"/>
        </pc:sldMkLst>
        <pc:spChg chg="add mod">
          <ac:chgData name="Frederik Rask Dalby" userId="12c7c68b-47c4-4858-a883-dbd84be7356f" providerId="ADAL" clId="{E9883B15-7D20-4C63-9A3F-08E95C9A44CC}" dt="2026-08-03T14:04:07.557" v="420" actId="20577"/>
          <ac:spMkLst>
            <pc:docMk/>
            <pc:sldMk cId="2126172265" sldId="257"/>
            <ac:spMk id="4" creationId="{9FE3FF20-9890-4FEB-683B-3B578D13F141}"/>
          </ac:spMkLst>
        </pc:spChg>
        <pc:spChg chg="mod">
          <ac:chgData name="Frederik Rask Dalby" userId="12c7c68b-47c4-4858-a883-dbd84be7356f" providerId="ADAL" clId="{E9883B15-7D20-4C63-9A3F-08E95C9A44CC}" dt="2026-08-03T14:04:17.413" v="426" actId="20577"/>
          <ac:spMkLst>
            <pc:docMk/>
            <pc:sldMk cId="2126172265" sldId="257"/>
            <ac:spMk id="18" creationId="{26E1E465-28AF-D8E4-07C5-26E76DBB721D}"/>
          </ac:spMkLst>
        </pc:spChg>
      </pc:sldChg>
      <pc:sldChg chg="addSp delSp modSp mod ord delAnim modAnim">
        <pc:chgData name="Frederik Rask Dalby" userId="12c7c68b-47c4-4858-a883-dbd84be7356f" providerId="ADAL" clId="{E9883B15-7D20-4C63-9A3F-08E95C9A44CC}" dt="2026-08-19T08:53:59.083" v="435" actId="20578"/>
        <pc:sldMkLst>
          <pc:docMk/>
          <pc:sldMk cId="3593674032" sldId="258"/>
        </pc:sldMkLst>
      </pc:sldChg>
      <pc:sldChg chg="addSp modSp mod">
        <pc:chgData name="Frederik Rask Dalby" userId="12c7c68b-47c4-4858-a883-dbd84be7356f" providerId="ADAL" clId="{E9883B15-7D20-4C63-9A3F-08E95C9A44CC}" dt="2026-08-03T14:05:27.660" v="432" actId="1076"/>
        <pc:sldMkLst>
          <pc:docMk/>
          <pc:sldMk cId="904040462" sldId="259"/>
        </pc:sldMkLst>
        <pc:spChg chg="mod">
          <ac:chgData name="Frederik Rask Dalby" userId="12c7c68b-47c4-4858-a883-dbd84be7356f" providerId="ADAL" clId="{E9883B15-7D20-4C63-9A3F-08E95C9A44CC}" dt="2026-08-03T14:04:53.206" v="428" actId="20577"/>
          <ac:spMkLst>
            <pc:docMk/>
            <pc:sldMk cId="904040462" sldId="259"/>
            <ac:spMk id="37" creationId="{F03CBBAE-DD5A-72CB-128A-5D7C237BBD80}"/>
          </ac:spMkLst>
        </pc:spChg>
        <pc:picChg chg="add mod">
          <ac:chgData name="Frederik Rask Dalby" userId="12c7c68b-47c4-4858-a883-dbd84be7356f" providerId="ADAL" clId="{E9883B15-7D20-4C63-9A3F-08E95C9A44CC}" dt="2026-08-03T14:05:27.660" v="432" actId="1076"/>
          <ac:picMkLst>
            <pc:docMk/>
            <pc:sldMk cId="904040462" sldId="259"/>
            <ac:picMk id="8" creationId="{AF0BB0F1-1C2B-79A0-52C0-ED61F065159E}"/>
          </ac:picMkLst>
        </pc:picChg>
      </pc:sldChg>
      <pc:sldChg chg="addSp delSp modSp mod">
        <pc:chgData name="Frederik Rask Dalby" userId="12c7c68b-47c4-4858-a883-dbd84be7356f" providerId="ADAL" clId="{E9883B15-7D20-4C63-9A3F-08E95C9A44CC}" dt="2026-08-03T14:01:44.206" v="323" actId="1076"/>
        <pc:sldMkLst>
          <pc:docMk/>
          <pc:sldMk cId="2347415508" sldId="263"/>
        </pc:sldMkLst>
        <pc:spChg chg="mod">
          <ac:chgData name="Frederik Rask Dalby" userId="12c7c68b-47c4-4858-a883-dbd84be7356f" providerId="ADAL" clId="{E9883B15-7D20-4C63-9A3F-08E95C9A44CC}" dt="2026-08-03T14:01:42.071" v="322" actId="20577"/>
          <ac:spMkLst>
            <pc:docMk/>
            <pc:sldMk cId="2347415508" sldId="263"/>
            <ac:spMk id="3" creationId="{04B07399-757B-ECF1-BACF-AA7C8A2C2142}"/>
          </ac:spMkLst>
        </pc:spChg>
        <pc:picChg chg="add mod">
          <ac:chgData name="Frederik Rask Dalby" userId="12c7c68b-47c4-4858-a883-dbd84be7356f" providerId="ADAL" clId="{E9883B15-7D20-4C63-9A3F-08E95C9A44CC}" dt="2026-08-03T14:00:26.596" v="285" actId="1076"/>
          <ac:picMkLst>
            <pc:docMk/>
            <pc:sldMk cId="2347415508" sldId="263"/>
            <ac:picMk id="4" creationId="{7972FBE2-74C7-5A3C-18EB-A7E7E64EB84B}"/>
          </ac:picMkLst>
        </pc:picChg>
        <pc:picChg chg="add mod">
          <ac:chgData name="Frederik Rask Dalby" userId="12c7c68b-47c4-4858-a883-dbd84be7356f" providerId="ADAL" clId="{E9883B15-7D20-4C63-9A3F-08E95C9A44CC}" dt="2026-08-03T14:00:28.084" v="286" actId="1076"/>
          <ac:picMkLst>
            <pc:docMk/>
            <pc:sldMk cId="2347415508" sldId="263"/>
            <ac:picMk id="7" creationId="{DB21EB95-7FE6-DD38-0925-B3269D938D0C}"/>
          </ac:picMkLst>
        </pc:picChg>
        <pc:picChg chg="add mod">
          <ac:chgData name="Frederik Rask Dalby" userId="12c7c68b-47c4-4858-a883-dbd84be7356f" providerId="ADAL" clId="{E9883B15-7D20-4C63-9A3F-08E95C9A44CC}" dt="2026-08-03T14:01:44.206" v="323" actId="1076"/>
          <ac:picMkLst>
            <pc:docMk/>
            <pc:sldMk cId="2347415508" sldId="263"/>
            <ac:picMk id="9" creationId="{3B7ED5C7-1D73-0445-C10F-EA3C60B08BB8}"/>
          </ac:picMkLst>
        </pc:picChg>
      </pc:sldChg>
      <pc:sldChg chg="addSp modSp mod">
        <pc:chgData name="Frederik Rask Dalby" userId="12c7c68b-47c4-4858-a883-dbd84be7356f" providerId="ADAL" clId="{E9883B15-7D20-4C63-9A3F-08E95C9A44CC}" dt="2026-08-03T14:03:08.602" v="379" actId="1076"/>
        <pc:sldMkLst>
          <pc:docMk/>
          <pc:sldMk cId="3908344832" sldId="264"/>
        </pc:sldMkLst>
        <pc:spChg chg="add mod">
          <ac:chgData name="Frederik Rask Dalby" userId="12c7c68b-47c4-4858-a883-dbd84be7356f" providerId="ADAL" clId="{E9883B15-7D20-4C63-9A3F-08E95C9A44CC}" dt="2026-08-03T14:03:08.602" v="379" actId="1076"/>
          <ac:spMkLst>
            <pc:docMk/>
            <pc:sldMk cId="3908344832" sldId="264"/>
            <ac:spMk id="2" creationId="{B0A4258E-273B-45CC-1CBE-B892204DCC1C}"/>
          </ac:spMkLst>
        </pc:spChg>
        <pc:spChg chg="mod">
          <ac:chgData name="Frederik Rask Dalby" userId="12c7c68b-47c4-4858-a883-dbd84be7356f" providerId="ADAL" clId="{E9883B15-7D20-4C63-9A3F-08E95C9A44CC}" dt="2026-08-03T14:02:08.700" v="324" actId="1076"/>
          <ac:spMkLst>
            <pc:docMk/>
            <pc:sldMk cId="3908344832" sldId="264"/>
            <ac:spMk id="6" creationId="{E3EB5310-4D49-AC36-60CF-6B2FD7BA88AA}"/>
          </ac:spMkLst>
        </pc:spChg>
      </pc:sldChg>
      <pc:sldChg chg="addSp delSp modSp mod">
        <pc:chgData name="Frederik Rask Dalby" userId="12c7c68b-47c4-4858-a883-dbd84be7356f" providerId="ADAL" clId="{E9883B15-7D20-4C63-9A3F-08E95C9A44CC}" dt="2026-08-19T08:55:01.348" v="452"/>
        <pc:sldMkLst>
          <pc:docMk/>
          <pc:sldMk cId="2748233568" sldId="268"/>
        </pc:sldMkLst>
        <pc:spChg chg="add mod">
          <ac:chgData name="Frederik Rask Dalby" userId="12c7c68b-47c4-4858-a883-dbd84be7356f" providerId="ADAL" clId="{E9883B15-7D20-4C63-9A3F-08E95C9A44CC}" dt="2026-08-19T08:54:49.755" v="451" actId="1076"/>
          <ac:spMkLst>
            <pc:docMk/>
            <pc:sldMk cId="2748233568" sldId="268"/>
            <ac:spMk id="5" creationId="{62F47C8B-2D97-48F7-D378-D3DEACFAC6CE}"/>
          </ac:spMkLst>
        </pc:spChg>
        <pc:spChg chg="add mod">
          <ac:chgData name="Frederik Rask Dalby" userId="12c7c68b-47c4-4858-a883-dbd84be7356f" providerId="ADAL" clId="{E9883B15-7D20-4C63-9A3F-08E95C9A44CC}" dt="2026-08-19T08:55:01.348" v="452"/>
          <ac:spMkLst>
            <pc:docMk/>
            <pc:sldMk cId="2748233568" sldId="268"/>
            <ac:spMk id="6" creationId="{831FA195-8560-2A30-D11B-38CB8BD94F60}"/>
          </ac:spMkLst>
        </pc:spChg>
        <pc:picChg chg="add mod">
          <ac:chgData name="Frederik Rask Dalby" userId="12c7c68b-47c4-4858-a883-dbd84be7356f" providerId="ADAL" clId="{E9883B15-7D20-4C63-9A3F-08E95C9A44CC}" dt="2026-08-03T12:18:10.055" v="5" actId="1076"/>
          <ac:picMkLst>
            <pc:docMk/>
            <pc:sldMk cId="2748233568" sldId="268"/>
            <ac:picMk id="3" creationId="{8402D9A2-42B8-A0DC-7D1F-595069DB2EB4}"/>
          </ac:picMkLst>
        </pc:picChg>
      </pc:sldChg>
      <pc:sldChg chg="addSp modSp new mod ord">
        <pc:chgData name="Frederik Rask Dalby" userId="12c7c68b-47c4-4858-a883-dbd84be7356f" providerId="ADAL" clId="{E9883B15-7D20-4C63-9A3F-08E95C9A44CC}" dt="2026-08-03T12:25:06.137" v="249" actId="1076"/>
        <pc:sldMkLst>
          <pc:docMk/>
          <pc:sldMk cId="3847838450" sldId="269"/>
        </pc:sldMkLst>
        <pc:spChg chg="mod">
          <ac:chgData name="Frederik Rask Dalby" userId="12c7c68b-47c4-4858-a883-dbd84be7356f" providerId="ADAL" clId="{E9883B15-7D20-4C63-9A3F-08E95C9A44CC}" dt="2026-08-03T12:21:34.569" v="61" actId="20577"/>
          <ac:spMkLst>
            <pc:docMk/>
            <pc:sldMk cId="3847838450" sldId="269"/>
            <ac:spMk id="2" creationId="{C61FDE31-59A2-B136-75F4-2AF566BFB364}"/>
          </ac:spMkLst>
        </pc:spChg>
        <pc:spChg chg="mod">
          <ac:chgData name="Frederik Rask Dalby" userId="12c7c68b-47c4-4858-a883-dbd84be7356f" providerId="ADAL" clId="{E9883B15-7D20-4C63-9A3F-08E95C9A44CC}" dt="2026-08-03T12:24:20.401" v="156" actId="255"/>
          <ac:spMkLst>
            <pc:docMk/>
            <pc:sldMk cId="3847838450" sldId="269"/>
            <ac:spMk id="3" creationId="{19A941CF-6E25-1DE8-C509-A2F48F699CC6}"/>
          </ac:spMkLst>
        </pc:spChg>
        <pc:spChg chg="add mod">
          <ac:chgData name="Frederik Rask Dalby" userId="12c7c68b-47c4-4858-a883-dbd84be7356f" providerId="ADAL" clId="{E9883B15-7D20-4C63-9A3F-08E95C9A44CC}" dt="2026-08-03T12:23:59.495" v="133" actId="1076"/>
          <ac:spMkLst>
            <pc:docMk/>
            <pc:sldMk cId="3847838450" sldId="269"/>
            <ac:spMk id="12" creationId="{F09DF5A5-D767-E554-F945-D232AC68711A}"/>
          </ac:spMkLst>
        </pc:spChg>
        <pc:spChg chg="add mod">
          <ac:chgData name="Frederik Rask Dalby" userId="12c7c68b-47c4-4858-a883-dbd84be7356f" providerId="ADAL" clId="{E9883B15-7D20-4C63-9A3F-08E95C9A44CC}" dt="2026-08-03T12:24:25.303" v="157" actId="255"/>
          <ac:spMkLst>
            <pc:docMk/>
            <pc:sldMk cId="3847838450" sldId="269"/>
            <ac:spMk id="14" creationId="{38682FDA-C5D9-03EA-5CFC-E0DC9354BC68}"/>
          </ac:spMkLst>
        </pc:spChg>
        <pc:spChg chg="add mod">
          <ac:chgData name="Frederik Rask Dalby" userId="12c7c68b-47c4-4858-a883-dbd84be7356f" providerId="ADAL" clId="{E9883B15-7D20-4C63-9A3F-08E95C9A44CC}" dt="2026-08-03T12:25:06.137" v="249" actId="1076"/>
          <ac:spMkLst>
            <pc:docMk/>
            <pc:sldMk cId="3847838450" sldId="269"/>
            <ac:spMk id="17" creationId="{1F2393C4-4EF8-CC60-1537-F95BDC2331CC}"/>
          </ac:spMkLst>
        </pc:spChg>
        <pc:picChg chg="add mod">
          <ac:chgData name="Frederik Rask Dalby" userId="12c7c68b-47c4-4858-a883-dbd84be7356f" providerId="ADAL" clId="{E9883B15-7D20-4C63-9A3F-08E95C9A44CC}" dt="2026-08-03T12:22:13.139" v="80" actId="1076"/>
          <ac:picMkLst>
            <pc:docMk/>
            <pc:sldMk cId="3847838450" sldId="269"/>
            <ac:picMk id="5" creationId="{BA639B96-8F58-F6D8-5FC0-4E4E3C1F3F45}"/>
          </ac:picMkLst>
        </pc:picChg>
        <pc:picChg chg="add">
          <ac:chgData name="Frederik Rask Dalby" userId="12c7c68b-47c4-4858-a883-dbd84be7356f" providerId="ADAL" clId="{E9883B15-7D20-4C63-9A3F-08E95C9A44CC}" dt="2026-08-03T12:22:41.512" v="81" actId="22"/>
          <ac:picMkLst>
            <pc:docMk/>
            <pc:sldMk cId="3847838450" sldId="269"/>
            <ac:picMk id="7" creationId="{B78819B4-D559-3B07-7EBF-87C4C9993A4B}"/>
          </ac:picMkLst>
        </pc:picChg>
        <pc:picChg chg="add mod">
          <ac:chgData name="Frederik Rask Dalby" userId="12c7c68b-47c4-4858-a883-dbd84be7356f" providerId="ADAL" clId="{E9883B15-7D20-4C63-9A3F-08E95C9A44CC}" dt="2026-08-03T12:22:51.671" v="83" actId="1076"/>
          <ac:picMkLst>
            <pc:docMk/>
            <pc:sldMk cId="3847838450" sldId="269"/>
            <ac:picMk id="9" creationId="{914D5BD2-D572-E00A-14CC-EAD49F0130E8}"/>
          </ac:picMkLst>
        </pc:picChg>
        <pc:picChg chg="add mod">
          <ac:chgData name="Frederik Rask Dalby" userId="12c7c68b-47c4-4858-a883-dbd84be7356f" providerId="ADAL" clId="{E9883B15-7D20-4C63-9A3F-08E95C9A44CC}" dt="2026-08-03T12:23:26.270" v="87" actId="1076"/>
          <ac:picMkLst>
            <pc:docMk/>
            <pc:sldMk cId="3847838450" sldId="269"/>
            <ac:picMk id="11" creationId="{2B286B5C-A255-AB4A-7997-7B9E7909020B}"/>
          </ac:picMkLst>
        </pc:picChg>
        <pc:cxnChg chg="add mod">
          <ac:chgData name="Frederik Rask Dalby" userId="12c7c68b-47c4-4858-a883-dbd84be7356f" providerId="ADAL" clId="{E9883B15-7D20-4C63-9A3F-08E95C9A44CC}" dt="2026-08-03T12:24:39.091" v="159" actId="13822"/>
          <ac:cxnSpMkLst>
            <pc:docMk/>
            <pc:sldMk cId="3847838450" sldId="269"/>
            <ac:cxnSpMk id="16" creationId="{C0BB19F4-BB5F-24EA-854A-56AB76B0F583}"/>
          </ac:cxnSpMkLst>
        </pc:cxn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25.7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1 771 320,'2'-3'14392,"10"-9"-3900,-6 7-10592,39-3 1646,-1 2 0,78 0 0,18-2-519,-98 4-967,-1-3-1,-1-1 1,1-1 0,-2-3-1,49-20 1,-24 12 68,-52 17-157,0 0 0,-1 0 0,1-1 1,19-10-1,-17 6 72,1 2 0,0 0 0,1 0 0,0 2 0,18-4 0,-30 7-48,8-1 106,0 1 1,0 0-1,0 0 1,17 3-1,-16-2-58,-1 1 0,0-1 0,0-1 1,18-3-1,87-15 25,-91 17-100,0-1-1,1-2 1,-2 0 0,1-2 0,39-16-1,61-32 79,-96 43 52,1 1 1,1 2 0,43-8-1,-19 5-121,109-19 190,-127 26-193,96-21 20,56-6-164,-62 6 173,-44 6-55,-68 15 10,1 0 0,0 1 0,0 1 0,28-2 0,-23 4 37,0-2 0,41-11 0,-55 13-9,139-44-304,38-13-423,-49 25 447,-64 17 188,29-28-721,-95 44 800,-5 0-205,-3 38-12021,-10-15 4774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31.08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3265,'20'0'28140,"-15"0"-26649,-1 0-3658,62 0 3186,102 13 0,-75 3-1019,77 11 0,-104-15 0,-51-8 0,1-1 0,-1 0 0,24 0 0,292 3 0,-251-6 0,-68 0 0,18 0 0,-1 0 0,1 2 0,45 9 0,-58-9 0,1 0 0,0-1 0,0-1 0,26-2 0,9-1 0,34 10 0,-71-6 0,1 2 0,-1 0 0,0 1 0,30 11 0,6 1 0,-13-3 0,-28-9 0,-1-1 0,0 0 0,1 0 0,-1-1 0,21 2 0,-15-3 0,-1 1 0,1 0 0,27 9 0,-28-7 0,1 0 0,-1-1 0,30 2 0,51 5 0,-79-6 0,1 0 0,-1 1 0,24 10 0,28 8 0,194 26 0,-141-7 0,-75-32 0,0-2 0,0-1 0,82 0 0,-29-7-111,-99 0-523,0 2-1283,-1-2 1821,0 1 0,0-1 1,0 0-1,0 0 1,-1 1-1,1-1 0,0 0 1,0 0-1,0 1 1,0-1-1,0 0 0,0 0 1,0 1-1,-1-1 0,1 0 1,0 0-1,0 0 1,0 1-1,-1-1 0,1 0 1,0 0-1,0 0 0,-1 0 1,1 0-1,0 1 1,0-1-1,-1 0 0,1 0 1,0 0-1,0 0 0,-1 0 1,1 0-1,0 0 1,0 0-1,-1 0 0,1 0 1,0 0-1,-1 0 1,1 0-1,-1 0 0,-93 21-10514,34-8 1629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35.0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20 2913,'2'0'24485,"4"0"-20834,27 0-1950,1216 0-1684,-674 7-17,-390-5 0,203-5 0,-287-5 0,68-3 0,121 5-1903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39.1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3025,'0'0'29093,"23"0"-28444,64 4-649,152 28 0,48 4 0,5-9 0,-132-10 0,-86-11 0,-32-4 0,1 2 0,69 16 0,-3 3 0,-66-16 0,47 15 0,-4 0 0,-59-16 0,0 1 0,-1 1 0,31 13 0,-37-13 0,0-1 0,0-2 0,36 7 0,-3-2 0,-3 0 0,-37-9 0,0 1 0,0 1 0,0 0 0,0 1 0,-1 0 0,23 12 0,-13-6 0,0-1 0,1-1 0,0-1 0,0-1 0,0 0 0,47 3 0,9 3 0,276 70 0,-308-71 0,1-3 0,49 3 0,-46-7 0,65 15 0,104 15 0,-130-23 0,60 5 0,65 10 0,-83-9 0,8 1 0,-23-6 0,-61-8 0,147 10 0,-186-15 0,-1 2 0,0 0 0,1 1 0,20 5 0,8 2 0,81 5 0,-14-2 0,-70-8 0,76-2 0,-75-2 0,-41-1 0,5 1 0,-3 21 0,-4-19-181,0 0 1,-1 0-1,1 0 0,-1-1 1,1 1-1,-1 0 1,0 0-1,0 0 0,0-1 1,0 1-1,0 0 0,0-1 1,0 1-1,-1-1 1,1 0-1,0 1 0,-1-1 1,-2 2-1,-36 21-7087,26-17 4365,-26 15-6851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43.1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0 400,'0'0'30391,"16"0"-29818,263 22 436,-107-5-615,219 27-394,-46-4 0,-182-22 0,84 6 0,362 15 0,1-33 0,-551-6 0,-11 2 0,77 15 0,-9-1 0,52-7 0,-106-9 0,-1 4 0,0 2 0,100 23 0,-132-23 0,1-1 0,-1-1 0,60-1 0,14 2 0,425 7 0,-329-14 0,396 2-19,-595 0-3,0 0-1,0 0 0,0 0 0,-1 0 1,1 1-1,0-1 0,0 0 1,0 0-1,0 0 0,0 1 0,0-1 1,-1 0-1,1 0 0,0 1 1,0-1-1,0 0 0,0 0 0,0 1 1,0-1-1,0 0 0,0 0 1,0 0-1,0 1 0,0-1 0,0 0 1,0 0-1,0 1 0,0-1 1,0 0-1,1 0 0,-1 1 0,0-1 1,0 0-1,0 0 0,0 0 0,0 1 1,0-1-1,1 0 0,-1 0 1,0 0-1,0 0 0,0 1 0,1-1 1,-1 0-1,0 0 0,0 0 1,0 0-1,1 0 0,-1 0 0,0 0 1,0 0-1,1 1 0,9 9-304,-5-6 283,10 4-2,-14-8-21,1 1 378,3 10-8197,-5 35-1313,0-20 3155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0:02:46.4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51 1712,'0'0'13126,"7"-2"-12374,18-5 8598,-17 6-8076,33-2 568,47 2 0,-51 2-1672,0-1 1,37-6-1,8-3 575,130 2 1,14 0 121,268-2-867,-292 12 0,-116-3 0,440 13 0,-70 8 0,38-12 0,-308-10 0,369-3 0,-251 1 0,-101-10 0,-62 10 0,-143 3-1758,-7 1-4286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3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 0 3441,'0'0'7420,"-34"1"3878,34 295-9471,7-152-1875,-8-137 62,1-1 0,0 1 0,0-1 0,0 0 0,1 1 0,0-1 0,0 1 0,1-1 0,-1 0 0,2 0 0,-1 0-1,0 0 1,1 0 0,0-1 0,1 1 0,-1-1 0,1 0 0,0 0 0,0 0 0,1 0 0,-1-1 0,11 8 0,-8-6 22,1 0 0,0-1 0,0 0 1,1-1-1,-1 0 0,1 0 1,0 0-1,0-1 0,0-1 0,12 2 1,9 0-170,0-2 1,30-1 0,-54-1 39,-3 0-88,0 0-1,0-1 1,0 0 0,1 1-1,-1-1 1,0 0 0,0-1 0,0 1-1,0 0 1,0-1 0,-1 0-1,5-3 1,27-28-6120,-25 19 681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3.4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0 113 2336,'0'0'20434,"5"-6"-18508,3-2-1536,1 0 0,0 0 0,1 1 1,-1 0-1,2 0 0,-1 1 0,1 1 0,-1 0 0,1 0 1,1 1-1,-1 0 0,14-2 0,10-2-1193,1 1 0,0 2-1,40-1 1,29 6-7991,-58 0 667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4.2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16 29 3713,'0'0'8967,"-1"13"-8028,0-3-739,-3 27 414,1 1 0,3 0 0,0 0 0,8 44 0,-7-77-614,-1-4-9,0-1 0,0 1 0,0-1 0,0 1 0,0-1 0,0 1 0,0-1 0,0 1 0,1-1 0,-1 1 0,0-1 0,0 1 0,0-1 0,1 0 0,-1 1 0,0-1 0,1 1 0,-1-1 0,0 0 0,1 1 0,-1-1 0,1 0 0,-1 1 0,0-1 0,1 0 0,-1 0 0,1 1 0,-1-1 0,1 0 0,-1 0 0,1 0 0,-1 0 0,1 1 0,-1-1 0,1 0 0,-1 0 0,1 0 0,-1 0 0,1 0 0,-1-39-237,1 29 288,-2 0-1,0 1 0,0-1 0,0 0 0,-1 1 1,-1-1-1,0 1 0,-5-11 0,6 10 151,-1 1 1,2 0-1,-1-1 0,1 0 0,1 1 0,-1-1 0,3-13 1,-2-2 896,1 22-975,0 1 0,0 0 0,0-1 0,1 1 0,-1 0 0,0 0 0,1 0 0,0 0 0,-1 0 0,1 0 0,0 0 0,0 1 0,0-1 0,0 1 0,0-1 0,0 1 0,0 0 0,1 0 0,-1 0 0,1 0 0,-1 0 0,0 0 0,1 1 0,-1-1 0,5 0 0,69-10 606,14 11-2422,-79 1 226,0 0-1,0 1 0,-1 0 0,1 1 0,18 6 1,7 8-9695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5.39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252 14 4177,'0'0'6892,"-26"5"-5542,-82 21-19,102-25-1173,1 1 0,-1-1 0,1 1 0,0 1 1,0-1-1,0 1 0,0 0 0,0 0 1,1 1-1,-1-1 0,1 1 0,0 0 0,0 0 1,0 0-1,1 1 0,0-1 0,-1 1 0,2 0 1,-1 0-1,-2 5 0,2-4-13,-1 6 82,-1 0 1,2 0-1,0 0 0,0 1 0,1 0 1,1-1-1,0 1 0,1 0 0,1 14 1,-1-11-28,0-15-175,0 1 0,0-1 0,0 0 1,0 1-1,1-1 0,-1 0 1,1 1-1,-1-1 0,0 0 1,1 0-1,0 1 0,-1-1 0,1 0 1,0 0-1,0 0 0,0 0 1,0 0-1,-1 0 0,1 0 0,1 0 1,-1 0-1,0 0 0,0-1 1,0 1-1,2 0 0,1 1-18,0-1-1,0 1 0,0-1 1,0 0-1,0-1 0,1 1 1,-1-1-1,7 0 0,-3 0-57,1-1-1,-1 0 1,1 0-1,-1-1 0,0 0 1,1 0-1,-1-1 1,12-5-1,-11 1-26,1 0-1,-1 0 0,0-1 0,0 0 1,-1 0-1,0-1 0,-1 0 0,9-14 1,-1-4-2565,22-54 0,-35 76 2257,-2 5 391,1-1-1,-1 1 0,0-1 1,0 1-1,0-1 1,1 1-1,-1-1 1,0 1-1,1-1 0,-1 1 1,1-1-1,-1 1 1,0-1-1,1 1 0,-1 0 1,1-1-1,-1 1 1,1 0-1,-1-1 1,1 1-1,0 0 0,-1 0 1,1 0-1,-1-1 1,1 1-1,-1 0 0,1 0 1,0 0-1,-1 0 1,1 0-1,-1 0 1,1 0-1,0 0 0,-1 0 1,1 1-1,-1-1 1,1 0-1,0 0 0,-1 0 1,1 1-1,-1-1 1,1 0-1,-1 1 0,1-1 1,-1 0-1,1 1 1,-1-1-1,0 0 1,1 1-1,-1-1 0,1 2 1,21 25 683,-20-25-654,12 21 164,0 1-1,-1 0 1,-1 1-1,8 26 0,-20-50-236,1 0-1,0 0 0,0-1 0,0 1 1,-1 0-1,1 0 0,0 0 0,0-1 1,0 1-1,0-1 0,0 1 0,1-1 1,-1 1-1,0-1 0,0 1 0,0-1 1,0 0-1,0 0 0,1 0 0,-1 1 1,0-1-1,0 0 0,0 0 0,0-1 1,1 1-1,-1 0 0,0 0 0,0-1 1,0 1-1,0 0 0,0-1 0,3-1 1,35-18-863,-20 2 874,-2-1 1,0-1 0,-2-1 0,0 0-1,15-30 1,-22 38 54,-7 11 1,0 1-1,1-1 1,-1 1-1,1-1 0,0 1 1,-1-1-1,1 1 1,0 0-1,0 0 1,0 0-1,-1 0 0,1 0 1,0 0-1,1 1 1,-1-1-1,0 0 0,0 1 1,0 0-1,0 0 1,0-1-1,0 1 0,1 0 1,-1 1-1,0-1 1,0 0-1,0 1 0,0-1 1,4 2-1,-2-1-10,0 0 0,0 1-1,0-1 1,0 1 0,-1 0 0,1 0 0,0 1-1,-1-1 1,1 1 0,-1-1 0,0 1-1,0 0 1,4 6 0,25 57 490,-26-51-361,0-1 0,1 1 0,10 13 0,-17-28-152,0 0 0,0-1 1,0 1-1,0 0 0,0 0 0,0 0 1,0 0-1,0-1 0,-1 1 0,1 0 1,0 0-1,1 0 0,-1-1 0,0 1 1,0 0-1,0 0 0,0 0 0,0-1 1,0 1-1,0 0 0,0 0 0,0 0 1,0 0-1,0-1 0,0 1 0,1 0 1,-1 0-1,0 0 0,0 0 0,0 0 1,0-1-1,0 1 0,1 0 0,-1 0 0,0 0 1,0 0-1,0 0 0,0 0 0,1 0 1,-1 0-1,0 0 0,0 0 0,0 0 1,1 0-1,-1 0 0,0 0 0,0 0 1,0 0-1,1 0 0,-1 0 0,0 0 1,0 0-1,0 0 0,0 0 0,1 0 1,-1 0-1,0 0 0,0 0 0,0 0 1,0 0-1,1 1 0,-1-1 0,0 0 1,1-20-166,-1 19 206,-1-36 59,0 21-40,0 1 0,2-1 0,-1 1 1,2-1-1,0 1 0,1 0 0,0 0 0,9-23 0,-11 35-36,1 1 0,-1 1 1,0-1-1,1 0 0,-1 0 0,1 0 0,0 1 0,0-1 0,0 1 0,-1-1 0,1 1 0,0 0 0,1 0 1,-1 0-1,0 0 0,0 0 0,0 0 0,1 1 0,-1-1 0,4 0 0,53-1 851,-39 3-459,-18-1-389,1 1-1,-1 0 1,1 0-1,-1-1 1,1 1-1,-1 1 1,0-1-1,1 0 0,-1 0 1,0 1-1,0 0 1,0-1-1,0 1 1,0 0-1,0 0 1,-1 0-1,1 0 1,0 0-1,-1 0 1,0 1-1,0-1 0,1 0 1,-1 1-1,-1-1 1,1 1-1,0-1 1,0 4-1,4 12 26,-1-1-1,2 32 1,-5-42-30,1 9 56,0-1 0,1 0 0,1 1 0,0-2 0,1 1 0,7 14 1,-11-26-160,1 0 0,-1 0 0,1-1 0,0 1 0,0 0 0,0-1 1,0 0-1,1 1 0,-1-1 0,1 0 0,-1 0 0,1 0 1,0-1-1,-1 1 0,4 1 0,-3-2-220,0-1-1,0 0 1,0 1-1,0-1 1,0 0-1,0 0 1,0 0 0,0-1-1,0 1 1,0-1-1,-1 0 1,1 0-1,0 0 1,0 0-1,-1 0 1,1 0 0,0-1-1,-1 1 1,5-4-1,19-14-4517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6.00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291 0 5425,'0'0'7036,"-31"7"-5966,-100 24-329,125-30-643,-1 0 1,1 1-1,0-1 0,0 1 0,0 1 0,0-1 0,0 1 0,0 0 0,0 1 0,1-1 0,0 1 0,0 0 0,-8 8 0,2-1 84,9-9-83,-1 0-1,1 1 0,-1-1 0,1 1 0,0-1 1,0 1-1,1 0 0,-1 0 0,0 0 0,1 0 0,0 0 1,0 0-1,0 0 0,0 1 0,-1 5 0,25-5 574,-18-4-583,70 2 606,-50-4-604,0 2 0,-1 1 0,1 1-1,-1 1 1,1 2 0,-1 0-1,39 14 1,-61-18-104,0 0 0,0 1-1,0-1 1,0 1 0,-1 0-1,1-1 1,0 1 0,-1 0-1,1 0 1,-1 0 0,0 0-1,1 0 1,-1 1 0,0-1 0,0 0-1,-1 0 1,1 1 0,0-1-1,-1 1 1,1-1 0,-1 3-1,1 4 35,-1 0 0,0 0-1,0 0 1,-3 15 0,1-20-7,1-1 1,-1 0 0,0 1-1,0-1 1,0 0-1,0 0 1,-1 0 0,1 0-1,-1-1 1,1 1-1,-1-1 1,0 1 0,0-1-1,0 0 1,-1 0-1,-4 2 1,-59 24-183,57-25-166,0-1 0,0 0 0,0-1 0,-17 1 0,26-9-5995,1-5 1002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6.52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2689,'0'0'12618,"0"27"-11892,0 174 503,0-200-1247,0 0 1,0 0-1,0 0 0,1 0 0,-1 0 0,0 0 0,0 0 0,1 0 1,-1 0-1,0 0 0,1 0 0,-1 0 0,1 0 0,-1 0 0,1-1 1,-1 1-1,1 0 0,0 0 0,-1-1 0,1 1 0,0 0 0,0-1 1,-1 1-1,1-1 0,0 1 0,0-1 0,0 1 0,0-1 0,0 0 0,2 1 1,20 2-5300,-11-3 967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6.94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1 5025,'0'0'11667,"-14"22"-11667,14-12-144,34 0-1681,0-1-3072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8.47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14 361 3265,'0'0'12874,"-2"6"-11905,-7 18 226,7-18 66,18-6-828,0-1 0,-1-1 0,1 0-1,16-5 1,-26 5-517,0 1-1,0-1 1,0-1-1,-1 1 1,1-1-1,-1 0 1,0 0-1,0 0 1,0-1 0,0 0-1,0 0 1,-1 0-1,6-7 1,-7 6-666,-1 0 1,0-1 0,0 1-1,0-1 1,-1 1-1,0-1 1,0 0 0,0 0-1,-1 1 1,1-1-1,-2-9 1,1 11-282,-2 3 962,0 1 1,0 0-1,1 0 0,-1 0 0,0 0 0,0 0 1,0 0-1,1 1 0,-1-1 0,0 1 0,1-1 0,-1 1 1,0 0-1,-1 0 0,-2 4 260,1 1 1,0-1-1,1 1 0,-1-1 1,1 1-1,0 0 0,0 0 1,1 1-1,0-1 0,0 0 1,1 1-1,-2 6 0,2-1 354,-1-1-1,2 1 0,-1-1 1,2 1-1,-1 0 0,5 16 0,-4-22-419,1-1 0,1 1 0,-1-1 0,1 0-1,0 0 1,0 0 0,1-1 0,-1 1 0,1-1-1,0 1 1,0-1 0,1-1 0,-1 1 0,1-1-1,0 1 1,0-1 0,0 0 0,0-1 0,11 4 0,-2 0-98,0-2 0,1 1 1,-1-2-1,1 0 1,0-1-1,25 1 1,-34-4-93,-1 0 0,1 0 0,-1 0 1,0-1-1,0 0 0,0 0 0,0 0 0,0-1 1,0 1-1,-1-1 0,1 0 0,-1-1 0,0 1 0,1-1 1,-2 0-1,1 0 0,6-8 0,1-2-439,-1-1 0,-1 0 1,0 0-1,9-23 0,-9 8-1023,-8 25 1315,0 1 0,0 0 0,0-1 0,1 1 0,0 0-1,4-8 1,-5 10 222,1 1-1,-1 0 0,1-1 0,-1 1 1,1 0-1,-1 0 0,1 0 1,0 0-1,0 0 0,-1 0 0,1 0 1,0 1-1,0-1 0,0 0 1,0 1-1,0 0 0,0-1 0,0 1 1,0 0-1,3 0 0,-2 1 53,0 0-1,1-1 1,-1 1 0,0 0-1,0 1 1,0-1 0,0 1-1,0-1 1,0 1-1,-1 0 1,1 0 0,0 0-1,-1 0 1,0 0-1,1 1 1,-1-1 0,0 1-1,0-1 1,0 1 0,-1 0-1,1 0 1,-1 0-1,2 4 1,7 15 129,-2-1 1,8 31-1,-5-17 111,11 50 187,-17-80-431,-4-5-64,0 0-1,1 0 1,-1 0-1,0 0 1,0-1-1,1 1 1,-1 0-1,0 0 1,1-1-1,-1 1 1,0-1-1,0 1 1,0-1-1,0 1 1,1-1-1,-1 0 1,0 0-1,0 1 1,0-1-1,0 0 1,-1 0-1,1 0 1,0 0-1,1-2 1,21-29 199,-21 30-154,34-68 72,-28 51-147,1 1 1,14-22 0,1 22 75,-24 17-48,1 1-1,0-1 0,0 1 0,0-1 0,-1 1 0,1 0 1,0-1-1,0 1 0,0 0 0,0-1 0,0 1 0,0 0 1,0 0-1,0 0 0,0 0 0,0 0 0,0 0 1,-1 0-1,1 1 0,0-1 0,0 0 0,0 0 0,0 1 1,0-1-1,0 0 0,0 1 0,-1-1 0,1 1 0,0-1 1,0 1-1,-1 0 0,2 1 0,34 57-184,-31-48 255,0 0 0,2 0-1,-1 0 1,1-1-1,1 0 1,0 0 0,0-1-1,1 0 1,0 0-1,0-1 1,1 0 0,12 7-1,-19-14-69,1 1 0,0-1 0,0 0 0,0 0 0,-1 0-1,1 0 1,0-1 0,0 1 0,0-1 0,0 0 0,0 0 0,0-1 0,0 1-1,0-1 1,0 0 0,0 0 0,-1 0 0,1-1 0,0 1 0,-1-1-1,1 0 1,-1 0 0,1 0 0,-1 0 0,0-1 0,0 1 0,0-1 0,0 0-1,0 0 1,-1 0 0,4-6 0,0 1-28,-1 0 0,0 0 0,0-1 0,-1 0 0,0 0-1,-1 0 1,0 0 0,0 0 0,-1-1 0,0 0 0,1-18 0,-3-245-5731,-1 265 5721,0 0-1,0 0 1,-1 0-1,0 0 1,-1 0-1,1 1 0,-1-1 1,-5-8-1,6 12 44,0 0-1,-1 0 0,1 0 0,0 0 1,-1 1-1,0-1 0,0 1 0,0 0 1,-1-1-1,1 1 0,-1 1 0,1-1 1,-1 1-1,0-1 0,0 1 0,-5-2 0,8 4 74,0 0-1,0 1 0,0-1 0,1 0 1,-1 1-1,0-1 0,0 1 0,1-1 1,-1 1-1,0-1 0,1 1 1,-1-1-1,0 1 0,1-1 0,-1 1 1,1 0-1,-1 0 0,1-1 0,-1 1 1,1 0-1,-1 0 0,1-1 0,0 1 1,-1 0-1,1 0 0,0 0 0,0 0 1,0 0-1,0-1 0,0 1 0,0 0 1,0 0-1,0 0 0,0 0 0,0 0 1,0 0-1,1 1 0,1 44 1299,-2-44-1287,2 6 86,0 1 1,0-1-1,1 0 0,0 0 0,0 0 0,1 0 0,0-1 0,0 1 0,6 6 1,55 67 711,-33-43-413,33 52-56,-44-59-447,1 0 0,46 48 0,-64-77 318,-4-2-470,0 1-1,0-1 1,1 0-1,-1 0 1,0 0 0,0 0-1,1 0 1,-1 0-1,0 0 1,0 0 0,1 0-1,-1 0 1,0 0-1,0 0 1,1 0 0,-1 0-1,0 0 1,0 0-1,1 0 1,-1 0-1,0 0 1,0 0 0,1 0-1,-1 0 1,0-1-1,0 1 1,2-2-1894,0-7-1385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6:48.6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84 6001,'0'0'15764,"88"-25"-15460,-34 15-144,0-3-224,0 3 64,7-2-1841,-7 5-559,-14 1-3457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08.20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330 3 1360,'0'0'12192,"-6"-1"-8745,-30 0-2421,19 4-745,2 1 1,0 0-1,0 1 0,-1 1 0,-22 11 0,-72 48-76,90-53-163,16-10-50,2-1 17,0 0 0,-2 1 0,2-1 0,0 0 0,0 1 0,0-1-1,0 1 1,0 0 0,0 0 0,0-1 0,1 1 0,-1 1 0,1-1 0,-1 0 0,1 0 0,0 0 0,0 1 0,0-2 0,0 1 0,0 1 0,-1 4 0,6-5-32,0-1-1,1 0 0,-1 0 0,0-1 1,0 1-1,0-1 0,7 0 0,-8 0 30,21 2 66,21-1-47,-2 3-1,58 11 1,-91-12-78,1-1 0,1 1 1,-2 1-1,0 0 0,0 0 0,0 0 1,-1 1-1,2 1 0,-2 0 0,0 1 1,-1-1-1,0 2 0,0-1 1,13 14-1,-19-15 94,1 0-1,0 0 1,-1 0 0,0 0 0,0 0 0,-1 0 0,0 1-1,0-2 1,0 11 0,-1-12-37,1-1 1,-1 1-1,0-1 0,0 1 1,-1-1-1,1 1 0,-1 0 1,0-1-1,0 1 0,0-1 1,0-1-1,0 2 1,-1-1-1,0 0 0,1 0 1,-1 0-1,0 0 0,-5 4 1,-4 1-57,-1 0 0,0-1 0,0-1 0,-1 0 1,0-1-1,-1 0 0,1-1 0,0 0 0,-2-1 1,1 0-1,-17 1 0,30-10-3537,4-14 1115,14-2-1225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08.78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1 864,'0'0'15716,"0"30"-14604,-1 19-811,7 128 1825,-4-83-1799,-3-42-2766,21-57-1866,-4-6 1272,3-4-258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09.4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4 161 2977,'-4'0'20561,"50"0"-19336,92-4 140,-121 3-1433,0-2-1,1 1 1,-1-3-1,0 1 1,31-15 0,-45 18-112,-1 0 1,1 0 0,-1-1-1,1 0 1,-1 1 0,0-1 0,1 0-1,-1 0 1,0 0 0,0 0-1,-1-1 1,2 1 0,-1 0 0,-1-1-1,1 1 1,-1 0 0,0-1 0,1-3-1,0-2-956,-1 0-1,0 0 1,0 1 0,-1-1-1,-1-9 1,1-2-938,-1 18 2038,0 0 1,1 1-1,-1-1 1,0 1-1,0-1 1,1 1-1,-1-1 1,0 1-1,0 0 0,0-1 1,0 1-1,0 0 1,0 0-1,0 0 1,0-1-1,-1 1 1,2 0-1,-1 0 1,0 0-1,0 1 0,0-1 1,0 0-1,0 0 1,0 0-1,-1 1 1,-29 7 55,25-3 174,1-1 1,-1 0-1,0 1 1,2-1-1,-1 1 1,1 1-1,0-1 1,0 1-1,0 0 1,1 0-1,0 0 1,0 0-1,0 1 1,1-1-1,0 0 1,-1 9-1,-1 10 848,1-1 0,2 1 0,1 29-1,1-22 112,-1-32-1124,0 2 1,0 0-1,1-1 1,-1 1-1,1-1 1,0 1 0,-1-1-1,1 1 1,0-1-1,0 1 1,0-1-1,0 0 1,0 0 0,0 1-1,0-1 1,0 0-1,1 0 1,-1 0-1,0 0 1,1 0 0,-1 0-1,1-1 1,-1 1-1,1 0 1,-1-1 0,1 1-1,0-1 1,-1 0-1,1 1 1,-1-1-1,4 0 1,66 3-847,-54-3-102,63-1-5194,-39-5 1301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10.08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0 1760,'0'0'11163,"-8"3"-10048,-9 3-585,1 2 0,0-1 0,-1 1 0,1 2 0,1 0 0,0 0 0,0 2 0,1-1 0,1 1 0,-22 27 0,31-32-326,1 0 0,0-2 0,0 2 0,1 1 0,0-1 1,0 0-1,1 1 0,0-1 0,0 0 0,1 0 0,0 10 0,0-17-200,1 0 0,-1 1 1,0-1-1,0 1 0,1-1 0,-1 0 1,0 1-1,1-1 0,-1 0 0,0 1 1,1-1-1,-1 0 0,0 0 1,1 0-1,-1 1 0,1-1 0,-1 0 1,0 0-1,1 0 0,-1 0 0,1 1 1,-1-1-1,1 0 0,-1 0 1,1 0-1,-1 0 0,0 0 0,1 0 1,-1 0-1,1-1 0,-1 1 0,1 0 1,-1 0-1,1 0 0,1 0-4,11-1-260,1 1 0,-1-2 1,-1 1-1,1-2 0,1 0 0,-2 0 0,0-1 0,0-1 1,18-7-1,-20 7-480,-1-1 1,0 0-1,-1-1 1,1 0 0,-1 0-1,1-1 1,7-10-1,-14 16 428,-1 0 0,0 0-1,-1 1 1,1-1 0,0 0-1,0 0 1,-1 0 0,1 0-1,-1 0 1,0 0 0,0 0 0,1 0-1,-1 0 1,-1-3 0,1 2-175,0 2 383,14 3 2267,24 37 244,-26-26-1843,1 0 0,1 0 0,1 0 0,23 14 0,-34-25-918,-1-1-1,1 0 0,-1 0 1,2 0-1,-1 0 0,-1 0 1,1-1-1,0 1 0,0-1 1,-1 0-1,1 0 0,4-1 1,8 0-2381,12 1-4579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10.5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220 172 2753,'0'0'8772,"-22"7"-8068,-74 26 24,90-31-525,0 0-1,0 0 1,1 1-1,-1 0 1,1 0-1,0 1 0,0-1 1,0 1-1,0 0 1,1 0-1,0 1 1,0-1-1,-1 1 1,1 0-1,1 0 0,0 0 1,-5 10-1,4-4 198,2 1 0,-1 0 0,2-2 0,-1 2 0,2 0 0,0 19 0,0-16-271,0-14-124,0 0 0,0 0 0,0 0 0,1 0 0,-1 0 0,0 0 0,0 0 0,1 0 0,-1 0 0,1 0 0,-1 0 0,1-1 0,-1 1 0,1 0 0,-1 0 0,1 0 0,0-1 0,-1 1 0,1 0 0,0-1 0,0 1 0,-1-1 1,1 1-1,0-1 0,0 1 0,1 0 0,34 3-502,-31-4 363,0 0 1,0-1-1,0 0 1,0 0-1,0 0 1,-1-1-1,1 0 1,1 0-1,-2 0 1,1 0-1,6-5 0,-1-4-130,-1 1 0,0-1 0,0-1 0,0-1 0,-2 1 0,0 0 0,0-2-1,-2 1 1,0-1 0,0 0 0,4-23 0,2-60-2892,-10-4-4017,-1 79 4828,0 6 622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11.4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28 188 848,'-18'-157'614,"9"127"4267,9 53-2945,0 2-1374,-1-6-148,1 1-1,1-1 1,0 0-1,2 1 1,0-2-1,11 34 1,-1-19 460,-5-10-363,0 0-1,2 0 1,1-2-1,1 1 0,29 39 1,-40-60-524,-1 0 1,1 0-1,0-1 1,0 1-1,0 0 1,0 0-1,0-1 1,0 1-1,0 0 1,0-1-1,0 1 1,0-1-1,0 1 1,1-1-1,-1 0 1,0 1-1,0-1 1,0 0-1,0 0 1,1 0-1,-1 0 1,0 0-1,0 0 1,1 0-1,-1-1 0,0 1 1,0 0-1,0 0 1,1-1-1,-1 1 1,1-1-1,-1 1 1,0-1-1,0 0 1,0 1-1,0-1 1,0 0-1,-1 0 1,1 0-1,0 1 1,0-1-1,0 0 1,-1 0-1,1 0 1,1-2-1,4-6-286,0-1-1,0 2 0,7-19 0,-11 23 320,8-17-496,-3 11 76,-1-2 0,0 0 0,-1 0 0,-1 0 0,0 0 0,2-17 0,-5 28 357,-1 1-1,1-1 0,-1 0 1,1 1-1,-1-1 0,1 1 1,0-1-1,-1 1 0,1-1 1,0 1-1,-1 0 0,1-1 1,0 1-1,0 0 0,-1-1 1,1 1-1,0 0 0,0 0 1,0 0-1,-1 0 0,1 0 1,0 0-1,0 0 0,0 0 1,-1 0-1,1 0 0,0 0 1,0 0-1,0 1 0,-1-1 1,1 0-1,0 1 0,0-1 1,0 1-60,7 5 320,-1 1 0,-1 1 1,1-1-1,-2 1 0,1-1 0,-1 1 0,0 1 0,-1 0 0,5 13 0,-9-22-205,5 9 157,-1 1 0,1-1 1,0 1-1,11 14 0,-15-23-175,-1-1 0,1 1-1,0 0 1,-1 0-1,1-1 1,0 1 0,0 0-1,0-1 1,0 0 0,0 1-1,0-1 1,-1 0 0,1 1-1,0-1 1,0 1-1,1-1 1,-1 0 0,0 0-1,0 0 1,0 0 0,0 1-1,0-1 1,1-1 0,0 0-19,-1 1 0,1-2 0,0 2 0,0-1 0,0 0 0,-1 0 0,1-1 0,-1 1 0,0-1 1,0 1-1,1-1 0,-1 1 0,0-1 0,-1 0 0,1 1 0,0-1 0,0 0 0,0-2 0,5-14-32,0 1-1,5-34 0,2-8-267,-12 57 314,-1 1 1,1-1 0,0 1 0,-1-1-1,1 1 1,0-1 0,0 2-1,0-1 1,0 0 0,0-1-1,2 1 1,-2 0 0,0 0 0,1 0-1,-1 0 1,0 0 0,1 1-1,-1-1 1,1 0 0,-1 1 0,1-1-1,0 1 1,-1-1 0,3 1-1,46-1 603,-31 2-220,-12-1-280,-1 2-1,0-1 0,1 1 0,-1 0 0,1 0 1,-1 0-1,0 1 0,-1-1 0,1 1 0,-1 1 1,1 0-1,-1 0 0,0 0 0,0 0 0,-1 1 0,0-1 1,7 8-1,7 10 378,-1 2 0,20 34 0,-20-28-423,-2 1 0,0 0 0,-2 1 0,-2-1 0,-1 3-1,-2-2 1,-1 2 0,-1 0 0,2 67 0,-8-99-61,-1-1 1,1 0-1,-1 1 0,-1 0 1,2 0-1,-1-1 1,0 1-1,0-1 0,0 1 1,0 0-1,0-1 1,0 1-1,0-1 0,-1 0 1,1 0-1,0 1 1,-1-1-1,1 0 0,-1 0 1,1 0-1,-1 0 1,0 0-1,0-1 0,1 1 1,-1-1-1,0 1 0,-2 0 1,-60 11-277,54-11 191,-21 3 10,1 0 1,-1-2-1,1-1 1,-1-2-1,1-1 0,-31-5 1,58 6 51,0 0 1,0 0-1,0 0 1,0 0-1,0 0 1,0-1-1,1 0 1,-2 1-1,2-1 1,-1 0-1,1 0 1,-1 0-1,1-1 1,0 1-1,0 0 1,0-1-1,1 1 1,-1-1-1,0 0 1,1 0-1,0 1 1,0-1-1,-1 1 1,2-1-1,-1 0 1,0 0-1,1-1 1,-1 1-1,1 0 1,0 0-1,0 0 1,0 0-1,1 0 1,-1 0-1,1 0 1,-1-1-1,1 1 0,0 1 1,0-1-1,0 0 1,1 0-1,-1 0 1,1 1-1,0 0 1,-1-1-1,5-3 1,37-23-1721,11 4-866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15.41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1 126 1072,'0'0'3889,"0"-97"-5585,0 68 1456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15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1 0 2192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22.63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64 2192,'0'-63'22432,"0"85"-22259,0-19-77,0 0-53,1-2 29,43 24 24,-39-21-114,0-1 1,-1 1 0,2-1 0,-1 0 0,0-1-1,0 1 1,1-1 0,0 0 0,0-1 0,0 1-1,0-1 1,8 1 0,212 6 201,62-11 918,-251 2-1166,-1-2 0,38-9 0,-36 5 156,0 1 1,40 1-1,213-11 815,-5 0-448,-198 10-441,168-4 977,148 10-597,-354 19-268,92 16-82,-139-35-88,0 1 0,0 0-1,0 0 1,0 1 0,0-1-1,-1 1 1,1-1 0,0 1-1,-1 0 1,4 3 0,16 8-218,6 19-65,-16-17 292,-12-13 28,1 0 1,0 0-1,0-1 1,0 1-1,0-1 1,0 0-1,0 1 0,0-1 1,1 1-1,-1-1 1,1 0-1,-1 1 1,1-1-1,2 2 1,6 2-208,-1-2-746,-6-22 351,-3 17 617,0 1 1,0 0 0,1 0 0,-1-1-1,1 1 1,0-1 0,-1 1-1,1 0 1,0-1 0,0 1 0,0 0-1,0-1 1,0 1 0,0 0 0,0 0-1,0 0 1,0 0 0,0 0-1,1 0 1,-1 0 0,0 0 0,2 1-1,-2-1 1,2 0 0,47-16 543,-16 7-342,-32 10-201,2 0 17,-1 0 95,1 0-21,-3 0-56,0 0 29,32-7-46,2 2-62,0 2 95,-1-1-1,36-8 1,-18 2-28,-30 7-19,19-4 127,0 2 1,42 0 0,569 5 220,-398-6-461,227-3 173,-407 8-200,-39 0-31,-1 1 0,0 1 0,0 2 0,35 7 0,-44-7 127,0 0 0,-1-1-1,1-2 1,34-2 0,-26 0-29,57 4 0,-4 10-493,-38-4-269,79 2 0,11-1 837,301-9-1152,-391 0 917,117-13-334,-75 7-1338,-44-4 1063,-45 10 884,28-16-2177,10 1 2126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40.26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1101 364 9074,'0'0'8644,"14"-12"1119,-20-6-9542,-9 12-130,1-1-1,0 1 1,-1 1 0,-1 0-1,1 1 1,0 1 0,0 1-1,-30-2 1,31 2-78,-1 0-1,0 0 1,1-1-1,-27-9 1,-22-6 23,-133-27 108,98 26-216,-156 4 237,92 6-103,161 9-70,0 0 16,-56 0-32,56 0 48,-11 0-38,11 0 14,1-2 13,1 0 0,-1 0-1,0-1 1,1 1 0,0 0-1,-1 1 1,1-1-1,0 0 1,0 0 0,0 0-1,1 0 1,-1 0 0,0 0-1,1 1 1,-1-1 0,1 0-1,0 1 1,-1-1 0,3 0-1,45-27 422,-9 7-241,-13 3-129,2 2 0,52-23 0,-81 40-243,1 1 0,-1-1 0,0 0 0,0 0 0,1 0 0,-1 0 0,0 0 0,1 0 0,-1 0 0,0 0 0,0 1 0,1-1 0,-1 0 0,0 0 0,0 0 0,0 1 0,1-1 0,-1 0 0,0 0 0,0 1 0,0-1 0,0 0 0,1 0 0,-1 1 0,0-1 0,0 0 0,0 0 0,0 1 0,0-1 0,0 0 0,0 1 0,0-1 0,0 0 0,0 1 0,0-1 0,0 0 0,0 0 0,0 1 0,0-1 0,0 0 0,0 1 0,0-1 0,0 0 0,0 0 0,-1 1 0,1-1 0,0 0 0,0 0 0,0 1 0,-1-1-1,-4 9-7141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7:41.72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1 368,'0'0'5303,"-25"0"14034,58 1-17638,-26 1-1556,0 0-1,-1 1 1,1-1-1,0 2 1,7 4 0,-12-7-108,0 0 0,0 1-1,0-1 1,0 0 0,0 1 0,0-2 0,0 2 0,-1 0 0,1-1 0,-1 1 0,1 0 0,-1 0 0,0 0 0,0 0 0,0 0 0,0 0 0,0 0 0,-1 1 0,2 2 0,24 29 301,-17-17-356,7 8 32,-10-12 1028,-4-8-2560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09.32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26 1 768,'0'0'16497,"-13"12"-16113,6 343 560,1-266-829,6 63 149,2-146-208,1-1 0,0 0 1,0 0-1,0 0 0,1-1 0,-1 0 1,1 1-1,0-1 0,2 0 0,-2 0 0,6 4 1,0 1-33,-5-5 56,1 0 0,0 0 1,0 0-1,1-2 0,0 1 0,0 0 1,-1-1-1,12 3 0,56 10-271,-45-12-888,-18-2-7751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0.15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36 1520,'0'0'12656,"47"-11"-8292,-24 6-3677,-1 0-368,2 2-1,35-3 1,-31 4-619,4-2-6412,-25 4 2791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1.04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86 3761,'0'0'7788,"0"6"-6924,1 5-499,2 0-1,-1 1 0,1-1 0,1 1 0,0-2 1,1 1-1,7 11 0,12 31 552,-18-26-1770,-5-24 59,-1-18 355,0 12 433,-19-69 55,19 61-34,-1 1 106,1 1 0,1 0 0,0-1-1,0 1 1,3-12 0,-3 18-76,1-1 0,0 0 0,0 1 0,0 0 0,0 0 0,0 0 0,1-1 0,0 1 0,-1 0 0,1 1 0,0-1 0,0 0 0,1 1 1,-1 0-1,6-3 0,15-10-46,-17 10-83,-1 0 0,1 1 0,1 0 0,0 0 0,0 1 0,-1 0 0,1 0 0,0 0 0,0 1 0,0 0 0,10 0 0,-7 3-2035,-4 7-1313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2.26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157 17 368,'0'0'8975,"-18"5"-8065,-58 15-305,73-18-511,0-1-1,0 1 1,0-1-1,0 1 1,0 0-1,0 1 1,0-1-1,1 0 1,-1 1-1,0-1 1,0 1-1,1 0 1,0 0-1,0 0 1,0 0-1,1 0 1,-1 0-1,1 1 1,0-2-1,0 1 1,0 1-1,0-1 1,0 8-1,-2 2 349,0-1 101,1 0 0,1 0 1,0 0-1,1 21 0,0-17-85,1-15-443,-1 1 1,1-1-1,-1 0 0,1 0 0,-1 0 0,1 0 1,0 0-1,0 0 0,-1 0 0,1 0 0,0 0 1,0-1-1,0 1 0,0 0 0,0-1 0,0 1 1,0 0-1,0-1 0,0 1 0,1-1 0,-1 1 0,0-1 1,0 0-1,0 0 0,0 1 0,1-1 0,-1 0 1,0 0-1,0 0 0,1 0 0,2-1 0,41-2-978,-36 0 761,0 0 1,-1-1 0,0 0-1,0 0 1,0-1 0,-1 1-1,0-1 1,0-1-1,1 0 1,-2 0 0,0-1-1,0 0 1,0 0 0,-1 0-1,0 0 1,0 0-1,-1-1 1,0 0 0,-1 0-1,0-1 1,0 1 0,0-1-1,2-15 1,-5 21 174,4-26-1298,-4 28 1382,0 0-1,0 0 1,1 0 0,-1 0 0,1 0 0,-1 0-1,1 1 1,-1-1 0,1 0 0,-1 1 0,1 0-1,0-1 1,-1 0 0,1 0 0,0 1 0,0-1-1,-1 1 1,1-1 0,0 1 0,0-1 0,0 1-1,0 0 1,0-1 0,0 1 0,0 0 0,0 0-1,0-1 1,0 1 0,1 0 0,1 1 24,-1 1 0,1-1 1,-1 1-1,0-1 0,0 0 1,1 1-1,-1-1 0,0 1 0,-1 0 1,1 1-1,0-1 0,0 0 0,-1 0 1,0 1-1,1-1 0,-1 1 1,2 2-1,7 11 235,-3-7-245,44 54 779,-47-59-797,-1 2 0,0-1 0,0 0 0,-1 1 0,1 0 0,-1-1 0,-1 1 0,1 0 0,-1 0 0,1 9 0,-1-15-67,-1 0-1,0 1 0,0-1 1,0 0-1,0 1 1,0-1-1,0 0 0,1 1 1,-1-1-1,0 0 0,0 0 1,1 1-1,-1-1 1,0 0-1,0 0 0,1 1 1,-1-1-1,0 0 1,0 0-1,1 0 0,-1 0 1,0 1-1,1-1 1,-1 0-1,0 0 0,1 0 1,-1 0-1,0 0 0,1 0 1,-1 0-1,0 0 1,1 0-1,-1 0 0,1 0 1,-1 0-1,0 0 1,1 0-1,-1 0 0,0 0 1,0-1-1,1 1 1,-1 0-1,0 0 0,1 0 1,-1-1-1,0-182 15,1 181 6,-1 1 0,1 0-1,-1 0 1,1-1 0,0 1 0,0 1 0,-1-1-1,1 0 1,0 0 0,0 0 0,0 0 0,0 0-1,0 0 1,0 1 0,0-1 0,1 0 0,-1 0-1,0 1 1,1-1 0,0 1 0,-1-1 0,0 1-1,1 0 1,1-1 0,39-8 228,-35 8-234,3-1 106,-1 0 1,0 1-1,0 0 1,0 0-1,0 1 1,0 0 0,1 1-1,-1 0 1,13 3-1,-18-3-65,-1 1 0,1 0 0,-1 0 0,1 0-1,-1 0 1,0 1 0,1-1 0,-1 1 0,0 0 0,0-1-1,-1 1 1,0 0 0,1 0 0,-1 1 0,0-1 0,0 1 0,-1-1-1,1 1 1,-1 0 0,0-1 0,0 1 0,0 0 0,1 5 0,1 7 116,-2-9-134,0 0 0,1 0 1,0 0-1,0-1 0,0 1 1,1 0-1,6 10 1,-8-17-266,0 1 1,0 0 0,-1 0 0,2-1-1,-1 1 1,0-1 0,0 1 0,0 0-1,0-1 1,0 0 0,0 1 0,0-1-1,0 0 1,0 1 0,0-1 0,0 0-1,0 0 1,0 0 0,0 0 0,0 0-1,0 0 1,0 0 0,2-1 0,4 1-2368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3.64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92 0 1776,'0'0'11200,"-11"5"-8648,-42 18-2405,51-22-118,0 0 0,0 0-1,0 0 1,1 1-1,-1-1 1,0 1 0,1 0-1,-1-1 1,1 1 0,0 0-1,-1 0 1,1 0-1,0 0 1,0 0 0,0 0-1,1 1 1,-1-1 0,0 0-1,1 0 1,-1 0-1,1 1 1,0-1 0,0 0-1,0 1 1,0 3 0,0-5-110,5-2-482,-1 1 404,1-1 1,0 1 0,-1 0-1,1 0 1,0 0-1,6 1 1,-3 0 102,31-2 14,-23 0 57,-1 0-1,0 1 0,0 1 0,1 0 1,21 6-1,-34-6-20,0 0 1,0-1-1,0 1 0,1 1 1,-1-1-1,0 1 1,0 0-1,-1-1 0,1 2 1,-1-1-1,1 0 0,-1 0 1,0 1-1,0-1 1,0 1-1,0-1 0,-1 1 1,1 0-1,-1 0 0,1 0 1,-1 0-1,0 0 0,0 0 1,0 0-1,-1 1 1,1-1-1,-1-1 0,0 1 1,0 0-1,0 5 0,1 18-8,0-21 7,0 0 0,-1 0 0,1 0 0,-1-1 0,-1 1 0,1 0 0,0 0 0,-1-1 0,0 1 0,0 0-1,-1 0 1,1-1 0,-1 1 0,0 0 0,0-1 0,-1 0 0,-3 5 0,4-7-36,0 0 1,0-1-1,0 1 1,-1-1-1,1 1 1,0-1-1,-1 0 1,1 0-1,-2 0 0,2 0 1,-1-1-1,1 1 1,-1 0-1,0-1 1,1 0-1,-6 0 0,-10 2-2567,10 1-809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4.186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5201,'0'0'9986,"0"117"-9650,0-95-208,7 1 96,-1-11-224,0 4 0,1-4 0,0-6-688,0 2-1520,-1-8-1521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4.50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0 3233,'0'0'9538,"12"48"-13347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6.51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0 254 768,'0'0'10320,"0"-1"-10196,0 1 0,0-1 0,1 0 0,-1 1 0,0-1 0,0 1 0,0-1 0,0 1 0,1-1 1,-1 0-1,0 1 0,1-1 0,-1 1 0,0 0 0,1-1 0,-1 1 0,1-1 0,-1 1 0,0-1 0,1 1 0,-1 0 1,2-1-1,13-4-48,1-1 1,-1-1-1,-1 0 1,0 0 0,1-1-1,24-20 1,-31 22-151,-1-1 1,1 1 0,-1 0-1,-1-1 1,9-13 0,-6-4-4470,-41 23 1337,27 0 3419,0 1-1,0 0 1,1 1 0,-1-1-1,1 1 1,0 0-1,-1 0 1,1 0-1,0 1 1,0-1-1,-8 5 1,10-4-42,-1 1 1,1-1-1,-2 1 1,2-1-1,0 1 1,0 0-1,0 0 0,0 0 1,1 0-1,-1 0 1,1 0-1,0 1 1,0-1-1,0-1 1,0 2-1,0 3 1,-1 0 90,1 0 1,0 0-1,1-1 1,-1 1-1,1 0 1,0 0-1,1-1 1,0 1-1,0 0 1,0-1 0,4 9-1,-4-11-181,1-1 0,1 1 0,-1 0 1,0-1-1,1-1 0,0 1 0,0 0 0,0 0 0,1 0 0,-1 0 0,0-1 0,1 1 1,-1-1-1,1 0 0,-1 0 0,1 0 0,0-1 0,7 3 0,-3-2-87,0 0 0,0-1 0,-1 1 0,1-1 0,0-1 0,-1 1 0,1-2 0,0 1 0,-1-1 0,2 0 1,-1 0-1,-1-1 0,0 0 0,1 0 0,-1-1 0,0 0 0,0 0 0,1-1 0,-2 0 0,8-5 0,44-12-1957,-57-28 1653,-1-70-3146,0 118 3477,-7 38 1491,7-16-641,-1-16-781,0 0 0,1 0 0,0 1 0,0-1 0,0 0 0,1 1 0,-1-1 0,1 0 0,1 1 0,-1-1 1,1 0-1,0-1 0,0 1 0,0 0 0,1 0 0,-1-1 0,1 1 0,4 4 0,2 1-80,0 1-1,1-1 1,-3 2-1,1-1 0,-1 2 1,-1-1-1,0 0 1,7 25-1,5 4 138,-17-55-268,0 1-1,0-2 1,-1 1 0,-1-1-1,-3-16 1,-4 7-140,2 1 0,1-1 0,1 0 0,1 0 0,1 0 0,1 0 0,5-45 0,-2 64 237,1 0 1,-1 0 0,1 1 0,0-1 0,0 1-1,1-1 1,0 1 0,0 0 0,0 0 0,0 2-1,0-2 1,0 1 0,1 0 0,0 0 0,-1 0-1,1 1 1,0 0 0,0 0 0,1 0 0,0 0 0,-1 1-1,8-1 1,-12 1 24,1 1 0,0 0 0,-1 0 0,1 1 0,0-1 0,-1 0 0,1 0 1,-1 1-1,1-1 0,0 1 0,-1 0 0,1-1 0,-1 1 0,1 0 0,-1 0 0,0 0 0,1 0 0,-1 0 0,0 0 0,0 0 0,2 2 0,10 31 11,-7-9 14,12 25 482,-7-21 270,12 57 1,-13-53-516,0 11-14,-10-43-316,-1-1-1,1 0 1,0 0-1,0 1 1,0-1-1,0 0 1,0 0-1,0 0 1,0 1-1,0-1 1,0 0-1,0 0 1,0 0 0,0 1-1,0-1 1,1 0-1,-1 0 1,0 1-1,0-1 1,0 0-1,0 0 1,0 0-1,0 0 1,0 1-1,1-1 1,-1 0-1,0 0 1,0 0 0,0 0-1,0 1 1,1-1-1,-1 0 1,0 0-1,0 0 1,0 0-1,1 0 1,-1 0-1,0 0 1,0 0-1,0 0 1,1 0-1,-1 0 1,0 0 0,0 0-1,1 0 1,-1 0-1,0 0 1,0 0-1,0 0 1,1 0-1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7.37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1 560,'0'0'9413,"0"20"-8056,0 159 3186,0 182-1292,0-357-3248,0 0 0,0 0 0,1-1 0,-1 2 0,1-1 0,0 0 0,0 0 0,0 0 0,0-1 0,1 1 0,0 0 0,0 0 0,0-1 0,0 1 0,0-1 0,1 0 0,-1 1 0,1-1 0,0 0 0,1-2 0,-1 2-1,0 0 1,1-1 0,-1 0 0,1 0 0,-1 0 0,1 0 0,0-1 0,0 1 0,0-1 0,0 0 0,0 0 0,0 0 0,6 0 0,-2-1-63,1 1-122,1-1 1,0 1 0,0-2-1,-1 0 1,2 0-1,-1 0 1,-1-1-1,1-1 1,-1 0-1,0 0 1,1-1-1,-1 0 1,15-8 0,-10 3-1581,0-1 0,0 0 0,15-15 1,-15 7-2347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18:17.89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97 1280,'0'0'13625,"27"-4"-9222,78-26-2179,128-31-2186,-231 60 467,7 0-2539,-17 7-3516,-21 10 885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0.00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48 0 1152,'0'0'7450,"-43"1"7625,41 4-14724,1 0 1,0 0-1,1-1 1,-1 1-1,1 0 0,0 0 1,0 0-1,1 0 0,0 6 1,1 7 578,-3-14-774,1 0 1,1 0-1,-1 0 0,1 0 1,-1-1-1,1 1 1,0 0-1,0 0 0,1-1 1,-1 1-1,1-1 1,0 1-1,0-1 0,3 5 1,2-1 104,0-1 0,0 1 0,1-1-1,13 8 1,-20-13-233,19 12 33,28 22 120,2-2 1,2-3-1,0-2 1,68 26-1,636 156-181,-290-122 0,-189-40 0,199 15 0,-264-41 0,-119-5-3588,-60-11-1100,-55-1-3674,2 4-3622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2.46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528 462 6241,'0'0'5983,"13"-15"938,-18 13-6862,1 1-1,-1-1 0,0 1 0,0 0 0,1 1 0,-1 0 0,0-1 0,0 1 0,1 1 0,-7 0 0,3-1 88,-15 0 68,0 2 0,0 0 0,0 2 0,0 0 0,0 2 0,1 0 0,0 2 0,0 0 0,0 2 0,1 0 0,-19 13 0,13-6 123,-47 37 0,64-45-268,0 0 0,1 1-1,0 0 1,0 0 0,1 1 0,0 0 0,-6 12-1,12-17 23,0-1 1,1 1-1,0 0 0,0-1 0,0 1 0,0 0 0,1 0 0,0 0 0,0 6 0,1 0 401,-1-10-428,1-1-1,0 1 0,0-1 1,0 1-1,0-1 0,0 0 0,0 1 1,1-1-1,-1 0 0,0 0 1,1 0-1,-1 0 0,1 0 0,-1 0 1,1 0-1,-1-1 0,1 1 1,-1-1-1,1 1 0,0-1 0,-1 1 1,1-1-1,3 0 0,42 8 299,-47-8-360,15 2-53,0-1 0,0-1 0,1 0 1,-1-1-1,0 0 0,0-1 0,0-1 0,20-6 0,-26 5 4,-1 1 1,0-1 0,0-1-1,-1 1 1,1-1 0,-1 0-1,0-1 1,-1 0 0,1 0-1,-1-1 1,0 1 0,-1-1-1,1 0 1,-1-1 0,6-11-1,-5 5-204,-1 1-1,1-1 1,-2 0-1,0-1 1,-1 1-1,0-1 1,0-15-1,-1-2-917,-2-1 1,-4-37-1,0 53 771,0 0 0,0 0 1,-2 1-1,0-1 0,-1 1 1,-14-24-1,-9-21-363,26 44 627,-1 0 1,2 0-1,1-1 0,0 1 0,1-1 1,0 1-1,4-28 0,-2-3-1213,-1 47 1142,-4 13 3062,4 10-2481,35 76 1325,-5 0 1,20 109 0,-48-192-1540,3 14 146,1-1 0,1 0 1,2 0-1,14 34 0,-20-56-282,0 1 0,1-1-1,-1 0 1,1 0-1,1-1 1,-1 1 0,1-1-1,0 0 1,0 0-1,0-1 1,0 1 0,1-1-1,0 0 1,0-1-1,0 1 1,1-1 0,-1 0-1,1-1 1,-1 0-1,1 0 1,0 0-1,0-1 1,10 1 0,3-1-836,0-1 1,1-1 0,31-5-1,-33 2-972,0-1-1,0-1 1,28-12-1,6-7-4354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3.225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378 13 2849,'0'0'7588,"-3"-12"-4761,-13 13-2120,0 1 0,0 0 0,1 1 0,-1 1 0,0 1 0,1 0 0,0 1 0,1 1-1,-1 0 1,1 1 0,0 1 0,-20 16 0,19-13-258,0 0 0,1 1 0,1 1 0,0 0 0,1 1 0,0 0 0,1 1 0,1 0 0,0 1 0,-10 26 0,16-26 138,1 0 1,0 0-1,1 0 1,1 0-1,1 0 1,3 30 0,-2 3 329,1-41-903,-1 1 1,1-1-1,1 0 0,0 0 1,0 0-1,1 0 0,0-1 1,0 0-1,1 1 0,0-1 1,0-1-1,1 1 0,0-1 1,0 0-1,1 0 0,0-1 1,0 0-1,1 0 0,-1-1 1,1 0-1,1 0 0,-1-1 1,9 4-1,16-3-217,0-2 1,0-2-1,0 0 0,38-6 0,-43 2-843,-1-1 0,0-1-1,44-15 1,27-14-4570,-11 2-2616,-40 18-479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4.55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68 163 3217,'0'0'7503,"-10"5"-7053,-33 13 79,28-5 12188,27-12-10837,199-10 587,237-40 1,123-40-988,-480 73-1452,178-8 0,238 15-28,-406 6-1480,-117 11-10229,-19 12 4886,-9 4-4908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6.3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357 411 2689,'0'0'9676,"-3"0"-8841,-4 0-495,-2-1 75,1 1 0,0 0 0,0 1-1,0 0 1,0 0 0,0 0 0,0 1-1,0 1 1,1-1 0,-13 7 0,-13 10 677,2 2 1,-50 41-1,72-53-905,-1-1 0,1 2-1,0-1 1,1 1 0,0 1 0,1 0-1,0 0 1,1 0 0,0 0 0,1 1-1,-7 20 1,10-25-125,1-1-1,0 1 1,0 0 0,1 0-1,-1-1 1,1 1 0,1 0 0,-1 0-1,3 9 1,-2-13-52,0-1 0,0 1 0,0-1-1,0 1 1,1-1 0,-1 0 0,0 0 0,1 0 0,0 1 0,-1-1 0,1-1 0,0 1 0,0 0-1,0 0 1,0-1 0,1 1 0,-1-1 0,0 0 0,1 1 0,-1-1 0,1 0 0,-1-1-1,1 1 1,4 1 0,3 0-46,0-1 0,-1 1 0,1-2 0,0 1 1,0-1-1,0-1 0,0 1 0,-1-2 0,1 0 0,0 0 0,-1 0 0,1-1 0,-1-1 0,0 1 0,0-2 0,0 1 0,-1-1 0,1-1 0,-1 1 0,9-9 0,0 0-75,0-1-1,-1-1 1,0 0-1,-2-1 1,0 0-1,0-2 0,-2 1 1,0-2-1,-2 1 1,0-1-1,-1-1 0,-1 0 1,0 0-1,-2-1 1,-1 0-1,-1 0 1,2-27-1,8-328-4260,-14 377 4450,-1 1 94,-1 1 0,1 0 1,0 0-1,0 0 0,0 0 1,0 0-1,0 0 0,0 0 1,0 0-1,1 0 1,-1 1-1,1 2 0,-1 57 624,-1-29-428,1 0 1,2 0 0,2 0 0,1 0-1,1-1 1,11 38 0,-3-31-266,2-1-1,2-1 1,29 50 0,-40-80-139,-1 0 0,1 0 0,1 0 0,0-1 0,-1 0 0,2 0 0,-1-1 0,1 0 0,0 0 0,0-1 0,0 0 0,14 4 0,-17-6-32,0 0 1,1 0-1,-1-1 0,1 0 0,0 0 0,-1 0 0,1-1 0,0 0 0,0 0 0,-1 0 0,1-1 0,0 0 0,-1 0 0,1 0 1,-1-1-1,1 0 0,-1 0 0,0 0 0,0-1 0,10-5 0,-3-2-104,-1-1 0,0 1 1,0-2-1,-1 0 0,-1 0 0,0 0 1,0-1-1,-1-1 0,-1 1 0,-1-1 0,0-1 1,0 1-1,-2-1 0,1 0 0,-2 0 1,0 0-1,-1 0 0,-1-1 0,0-27 1,-1-178-2233,0 158 5277,0 119-2009,3-1-1,11 57 1,-9-83-708,2 0 0,1 0 0,1-1-1,2-1 1,21 42 0,-25-56-126,0 1 0,1-2 0,1 1 0,20 21 0,-25-30-327,0 0-1,0-1 1,1 1 0,0-1-1,0-1 1,8 5 0,-7-5-619,0 0 1,0 0 0,0-1 0,0 0 0,1 0-1,11 0 1,1-1-3747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6.670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58 5841,'0'0'19092,"19"0"-18275,19 0-657,14-6-160,12 0-209,6 0-1903,33-9-1761,-13 2-2096,-13 1-6434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7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34 1312,'0'0'20159,"9"0"-17921,14-2-1695,0 0-1,38-10 0,29-3-822,-33 13-2076,-19 1-3890,-18 1-1214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7.732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0 0 6689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7.8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6689,'77'174'10979,"-58"-174"-8547,1 0-1247,5 0-497,1 0 272,0 0-944,6 0-16,-7 0-336,14 0-2177,-1 0-2752,-5 0-9570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28.55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341 2 6177,'0'0'11467,"-19"0"-10171,0 0-955,10-1-186,0 1 0,1 0 1,-1 1-1,0-1 0,0 2 0,1-1 0,-1 1 0,1 1 1,0 0-1,-1 0 0,-13 8 0,6-3 239,0 1-1,1 1 1,0 1 0,1 0-1,0 1 1,1 1-1,-22 26 1,28-30-208,2-1 0,0 1 0,0 1 0,0-1 1,1 1-1,0 0 0,1 0 0,1 0 0,-1 0 0,1 0 0,1 1 0,0-1 0,0 1 1,1-1-1,2 14 0,0-18-73,-1 0 0,2 0 0,-1 0 0,1 0 0,0 0 0,0-1 0,0 1 0,1-1 0,0 0 0,0 0 0,0 0 0,1-1 0,-1 1 0,1-1 0,0 0 0,1-1 0,-1 1 0,0-1 0,12 5 0,5 3 58,1-1 0,0-1 0,44 11 0,-50-16-301,-1 0 0,1-2-1,0 0 1,-1-1-1,1 0 1,0-1-1,20-3 1,-29 1 66,1 0 0,-1 0 0,1-1 0,-1 0 0,0-1 0,0 1 0,0-1 0,-1-1 0,1 0 0,-1 0 0,0 0 0,0-1 0,-1 0 0,0 0 0,7-8 0,-4 1-67,0-1 0,0 1-1,-2-1 1,1-1 0,-2 1 0,0-1-1,-1 0 1,0 0 0,2-17-1,-1-6-588,-1 0-1,-2-61 0,-3 98 687,0 0 0,-1 0 0,1-1 0,-1 1 0,1 0 0,-1 0 0,1 0-1,-1 0 1,0 0 0,1 0 0,-1 0 0,0 0 0,0 0 0,0 0 0,0 0 0,0 0 0,0 0 0,0 1 0,0-1 0,0 0 0,0 1 0,0-1 0,0 1 0,-1-1 0,1 1-1,0 0 1,0 0 0,-1-1 0,-1 1 0,-45-4-216,40 4 228,-186-1-302,151 1-2781,0 0-3374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5-06T12:20:37.468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1 387 672,'0'0'8077,"0"26"7086,0-392-13712,0 365-1459,0 1 16,0-3-3,0 0 16,0-6-616,0 7 717,-1 1-1,1-1 1,0 1-1,0-1 0,0 0 1,0 1-1,1-1 1,-1 1-1,0-1 1,1 1-1,-1-1 1,1 1-1,1-4 0,-1 5 101,1-1-1,-1 0 0,1 0 0,0 1 0,-1-1 0,1 1 0,0-1 1,0 1-1,-1 0 0,1 0 0,0 0 0,0 0 0,0 0 1,3 0-1,463 0 2703,-467 0-3065,-1 1 92,0 0 0,-1 0 0,1 0 0,0 0 0,-1-1 0,1 1 0,-1 0 0,1 0 0,-1 0 0,1-1 0,-1 1 0,1 0 0,-1 0 0,0-1 0,1 1 0,-1-1 0,0 1 0,0-1 0,0 1 0,1-1 0,-1 1 0,0-1 0,0 1 0,0-1 0,0 0 0,-1 1 0,-30 5-1775,24-5 894,-25 4-4180,0-2-2871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2:59.64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52 29 416,'0'0'2199,"-9"-13"826,8 13-2982,0 0 1,-1 0 0,1 0-1,0 0 1,0 1-1,0-1 1,0 0 0,0 1-1,0-1 1,0 1 0,1-1-1,-1 1 1,0-1-1,0 1 1,0 0 0,-1 1-1,1-1-53,0-1 0,0 1-1,0 0 1,0 0 0,0 0 0,0-1-1,0 1 1,0 0 0,-1-1-1,1 0 1,0 1 0,0-1 0,-1 1-1,1-1 1,0 0 0,-3 0 0,4-1 27,1 0-1,-1-1 1,0 1 0,0-1 0,0 1 0,1 0 0,-1-1 0,-1 1 0,1-1-1,0 1 1,0 0 0,0-1 0,-1 1 0,0-3 0,-1-6-118,6 17-970,3 2-480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0.72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149 1 2577,'0'0'4609,"-4"0"-4249,-73 0 965,76 0-801,1 6 3252,-1-2-3753,0 1 1,0 0-1,0-1 1,-1 1-1,0 0 1,1-1-1,-2 0 1,1 1-1,0-1 0,-1 0 1,0 0-1,0 0 1,0-1-1,0 1 1,-1-1-1,1 0 1,-6 4-1,-9 11 8,17-17 40,17 7-1489,83 42-3164,-50-19 784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1.491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117 23 1536,'0'0'5259,"-3"4"-4548,-4 4-429,-1 0 0,0-1 1,-18 13-1,22-17-259,-1 1 0,0-1 0,0 0 0,0 0 0,0-1 0,0 0 0,-1 0 0,1 0 0,-12 2 0,16-4-51,1-7-147,-1-8 241,1-33 239,0 47-285,0 0-1,0-1 0,0 1 0,0 0 1,0 0-1,1 0 0,-1 0 0,0 0 1,1 0-1,-1 0 0,1 0 1,-1 0-1,1 0 0,0 0 0,-1 0 1,1 0-1,0 0 0,0 0 1,-1 0-1,1 1 0,0-1 0,0 0 1,0 1-1,0-1 0,0 1 1,0-1-1,0 1 0,0-1 0,0 1 1,0 0-1,0-1 0,0 1 0,2 0 1,-2 0 316,-1 22-412,0-12 212,0-7-293,-1 0 0,1 0 0,0 0 0,0 1 0,0-1 0,0 0 0,1 0 0,-1 0 0,1 0 0,0 0 0,0 0 0,0 0 0,0 0 0,0 0 0,1 0 0,-1 0-1,1-1 1,0 1 0,0-1 0,0 1 0,0-1 0,4 4 0,10 7-2315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2.1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0 2785,'0'0'5940,"0"5"-5787,-1-1-133,0-1 0,0 1-1,0-1 1,0 0 0,-1 1 0,0-1 0,1 0 0,-1 0 0,0 0 0,0 0-1,-1-1 1,1 1 0,0-1 0,-1 1 0,0-1 0,0 0 0,-5 4-1,3-3-10,0 1 0,0-1-1,0 0 1,-1-1-1,1 1 1,-1-1-1,0 0 1,0 0-1,0-1 1,0 0-1,-8 1 2307,15-2-2470,0 1 0,0-1 1,0 1-1,0-1 0,0 1 0,0-1 1,1 0-1,-1 0 0,0 0 0,0 1 1,0-1-1,1 0 0,-1 0 1,0-1-1,0 1 0,0 0 0,1 0 1,-1-1-1,0 1 0,1-1 0,7-1-672,31-6-2843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2.97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190 44 40,'0'0'3499,"-5"-4"-3220,4 3-270,-3-1 97,1-1 0,-1 0 0,1 0 0,0 0 0,0 0 0,0 0 0,0-1 0,1 1 0,-1-1 0,-1-3 0,-37 7 4066,36 3-3950,0 0 1,0 1 0,0 0 0,1 0-1,0 0 1,0 0 0,0 1 0,0-1-1,0 1 1,-4 10 0,1-5 85,-33 36 354,33-43-615,6-3-95,1-35 297,0 31-94,0 3 188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3.56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74 1 72,'0'0'9330,"0"0"-9320,0 0 0,0 0-1,0 0 1,0 0 0,0 0 0,0 0 0,0 1-1,0-1 1,0 0 0,0 0 0,-1 0 0,1 0-1,0 0 1,0 1 0,0-1 0,0 0 0,0 0 0,0 0-1,0 0 1,0 0 0,0 1 0,0-1 0,0 0-1,0 0 1,0 0 0,0 0 0,1 0 0,-1 0-1,0 1 1,0-1 0,0 0 0,0 0 0,0 0-1,0 0 1,0 0 0,0 0 0,0 1 0,0-1-1,1 0 1,-1 0 0,0 0 0,0 0 0,0 0-1,0 0 1,0 0 0,0 0 0,1 0 0,-1 0 0,0 0-1,0 0 1,0 0 0,0 0 0,0 0 0,1 0-1,-1 0 1,0 0 0,0 0 0,0 0 0,0 0-1,0 0 1,1 0 0,-1 0 0,0 0 0,0 0-1,0 0 1,0 0 0,0 0 0,-8 3-19,-1-1 1,0 1 0,-1-2-1,1 1 1,0-1 0,-13-1-1,20 0 102,2-1-256,0-11 647,6 8-3048,21 4-1143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4.69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0 134 1016,'0'0'2355,"23"-16"-2264,72-50-52,-65 41 18,-30 8 8508,0 48-7394,1-28-1157,-1 0 1,0 0 0,0 0 0,0 0-1,0 0 1,0 0 0,-1 1 0,1-1 0,-1-1-1,0 1 1,0 0 0,0 0 0,0 0 0,0 0-1,-1-1 1,1 1 0,-4 3 0,1-4-36,0 0 0,0 0 1,0-1-1,-1 0 0,1 0 1,0 0-1,-1 0 0,1-1 1,-1 1-1,1-1 0,-1 0 1,-4-1-1,7 1 19,1-1 0,-1 1 0,0 0 0,1 0 0,-1-1 0,1 1-1,-1-1 1,1 1 0,-1-1 0,1 0 0,0 0 0,-1 1 0,1-1 0,0 0 0,-1 0 0,1 0 0,0-1 0,0 1 0,0 0 0,0 0 0,0 0 0,0-1 0,0 1 0,1-1 0,-1 1 0,0-1 0,1 1-1,-1-1 1,1 1 0,0-1 0,-1-1 0,-3-56 244,4 49-154,0 9-88,1 1 0,-1-1 0,1 1 0,-1 0 0,0-1 0,1 1 0,-1 0 0,1-1 0,-1 1 0,1 0 0,0-1 0,-1 1 0,1 0 0,-1 0 0,1 0 0,-1 0 0,1-1 0,0 1 0,-1 0 0,1 0 0,-1 0 0,1 0 0,0 0 0,-1 1 1,1-1-1,-1 0 0,1 0 0,-1 0 0,1 0 0,0 1 0,-1-1 0,1 0 0,-1 0 0,1 1 0,-1-1 0,1 0 0,-1 1 0,1-1 0,-1 1 0,0-1 0,1 1 0,-1-1 0,0 1 0,1-1 0,-1 1 0,0-1 0,1 1 0,-1-1 0,0 1 0,0-1 0,0 1 0,0 0 0,1 0 0,0 23-146,0-14 95,-1-1-1,0 1 1,0-1 0,-1 1 0,-2 11 0,3-20 13,-1 0-1,0 0 1,0 0 0,1 0 0,-1 0 0,0 0 0,0 0-1,0 0 1,0 0 0,0-1 0,0 1 0,0 0-1,0-1 1,-1 1 0,1-1 0,0 1 0,0-1 0,0 0-1,-1 1 1,1-1 0,0 0 0,0 0 0,-1 0-1,1 0 1,0 0 0,-2 0 0,2 0-340,6 0-1770,65-5-242,-22-3 363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5.34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200 57 728,'0'0'5608,"-18"0"-5421,-78 0 138,95-44 1227,2 31-1302,2 21-61,1 22-113,-5-25-72,0-1-1,0 1 1,0-1-1,-1 0 1,1 1-1,-1-1 1,0 0 0,-1 0-1,1 0 1,-1-1-1,1 1 1,-1 0-1,0-1 1,0 0-1,-1 1 1,1-1-1,-1-1 1,0 1-1,1 0 1,-1-1 0,0 0-1,-1 0 1,1 0-1,0-1 1,-8 3-1,4-3-31,6-1-78,2-14-617,-1 12 523,1-1-1,0 0 1,0 1-1,0-1 1,0 0 0,0 0-1,1 1 1,-1-1-1,1 0 1,1-4-1,12-7-2015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6.47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215 45 2681,'0'0'4250,"-48"-5"-3963,47 3-228,0 1 1,1 0 0,-1-1 0,1 1-1,-1 0 1,1-1 0,-1 1 0,1-1-1,0 1 1,0-1 0,0 1 0,0-1-1,0 1 1,0-3 0,-1-7 2011,-21 7-1058,-42 35-887,47-23-273,13-6-288,0-1 0,0 1 1,0 0-1,1 1 0,-1-1 0,1 1 0,0-1 0,-1 1 0,1 0 1,0 0-1,1 1 0,-1-1 0,-2 4 0,-3 6-4294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7.13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125 1 1720,'0'0'8502,"0"15"-8083,1 1-320,0-11-77,-1 1-1,1-1 1,-1 0-1,0 1 1,-1-1 0,1 1-1,-1-1 1,0 0-1,-1 0 1,1 1-1,-1-1 1,0 0-1,0 0 1,0-1-1,-4 6 1,3-4-3,-4 5 10,0 0 0,0-1 0,-13 14-1,17-22-46,0 1 0,1-1 0,-1 1 0,0-1 0,0 0 0,-1 0 0,1-1 0,0 1-1,-1-1 1,1 1 0,-1-1 0,1 0 0,-1 0 0,1-1 0,-1 1 0,-5 0 0,7-1-160,2-4 136,0-14 92,-1 6-15,1-1 0,1 1 0,-1 0 0,6-23 0,-5 33-2,-1-1 1,1 1-1,0 0 0,0-1 1,0 1-1,0 0 0,1 0 1,-1 0-1,0 0 1,1 0-1,-1 0 0,1 0 1,0 0-1,0 1 1,0-1-1,0 1 0,0-1 1,0 1-1,0 0 1,0 0-1,0 0 0,1 0 1,-1 0-1,0 0 1,1 1-1,-1-1 0,0 1 1,1-1-1,-1 1 1,5 0-1,-6 0 482,-1 4-163,0 14-252,1-8-108,0 1 1,-1-1-1,-1 0 0,0 0 1,0 1-1,-1-1 1,0 0-1,0 0 1,-1 0-1,-1-1 1,-7 15-1,7-18-137,-9 15-1140,15-7-3846,5-13-32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8.15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1 132 4225,'0'0'4989,"14"-2"-4757,40-7-79,-53 9-147,-1 0-1,0 0 0,1-1 0,-1 1 0,0 0 0,1 0 1,-1 0-1,0-1 0,1 1 0,-1 0 0,1 0 0,-1 0 1,0 0-1,1 0 0,-1 0 0,0 0 0,1 0 0,-1 0 1,1 0-1,-1 0 0,0 0 0,1 0 0,-1 0 0,1 0 1,-1 0-1,0 1 0,1-1 0,-1 0 0,0 0 0,1 0 1,-1 1-1,0-1 0,1 0 0,-1 0 0,0 1 0,0-1 1,1 0-1,-1 1 0,0-1 0,0 0 0,1 1 1,-1-1-1,0 0 0,0 1 0,0-1 0,-4 7 1,1-5-1,0 0 0,-1 0 0,1 0-1,-1-1 1,0 0 0,0 1 0,1-2-1,-1 1 1,0 0 0,0-1 0,0 1-1,0-1 1,0 0 0,-6-1 0,2 1-65,7-24-161,1 18 249,0 0 0,0 0 0,0 0 1,1 0-1,0 0 0,3-9 0,-3 12-9,1 0-1,0 0 1,-1 1-1,1-1 1,0 1 0,0 0-1,1-1 1,-1 1-1,0 0 1,1 0 0,-1 0-1,1 1 1,0-1 0,4-1-1,6-3 200,0 0-1,0 1 1,1 1-1,0 0 1,0 1-1,0 0 1,0 1-1,0 1 1,1 0-1,-1 1 0,0 0 1,22 5-1,-33-5-194,-1 1-1,0 0 0,0 0 0,0 0 0,0 0 0,0 0 0,0 0 1,0 0-1,0 1 0,0-1 0,-1 1 0,1 0 0,0-1 0,-1 1 1,1 0-1,-1 0 0,0 0 0,0 0 0,0 0 0,0 0 0,0 0 1,0 0-1,0 0 0,-1 1 0,1 3 0,1 6-696,-1 0 0,0 1 0,-1 20 0,-1-14-3422,1-13 1224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8.966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469 65 72,'0'0'5743,"-26"0"-5437,-79-1-103,101 1-173,1 0-1,0 0 1,0 0-1,-1-1 1,1 1-1,0-1 1,0 0-1,0 0 1,0 0-1,-4-1 1,-1-13 333,5 7-113,2 5-102,-15-22 1621,16 25-1719,0-1-1,0 1 1,-1 0 0,1-1 0,0 1-1,0 0 1,0-1 0,-1 1 0,1 0-1,0 0 1,-1-1 0,1 1 0,0 0-1,-1 0 1,1-1 0,0 1 0,-1 0-1,1 0 1,0 0 0,-1 0 0,1 0-1,0 0 1,-1-1 0,1 1 0,-1 0-1,1 0 1,0 0 0,-1 0 0,1 0-1,-1 0 1,1 1 0,0-1 0,-1 0-1,1 0 1,0 0 0,-1 0 0,1 0-1,-1 1 1,1-1 0,0 0-1,-1 0 1,1 0 0,0 1 0,0-1-1,-1 0 1,1 0 0,0 1 0,0-1-1,-1 0 1,1 1 0,0-1 0,0 0-1,0 1 1,-1-1 0,1 1 0,0-1-1,0 0 1,0 1 0,0-1 0,0 0-1,0 1 1,0-1 0,0 1 0,-3 7-24,-1-1 1,1 0-1,-1 0 1,-1 0-1,1-1 1,-1 1-1,-11 10 1,-46 38 15,55-49-72,-1-1 0,0-1-1,0 0 1,-1 0-1,1 0 1,-1-1 0,0 0-1,0-1 1,0 0-1,0 0 1,0-1-1,0 0 1,0-1 0,-17-1-1,24-28-4810,2 18 1818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09.52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1 440,'0'0'8573,"12"19"-8304,37 60-88,-48-78-178,1 0 0,-1 0-1,0 1 1,-1-1 0,1 0-1,0 1 1,0-1 0,0 1-1,-1-1 1,1 1-1,-1-1 1,1 1 0,-1-1-1,0 1 1,0-1 0,1 1-1,-1 0 1,0-1 0,0 1-1,-1-1 1,1 1 0,0 0-1,-1 1 1,0-2-7,0 0 0,0-1 0,0 0 0,0 1 0,-1-1 0,1 0-1,0 1 1,0-1 0,0 0 0,0 0 0,0 0 0,-1 0 0,1 0 0,0 0 0,0-1 0,-2 1 0,-5-1-77,7 1 857,13-4-1039,48 3-3071,-33 1 259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0.11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18 2577,'0'0'8329,"-1"0"-8199,-5 0-48,5 0-196,1-1 108,0 1 0,-1-1 1,1 0-1,0 0 1,0 0-1,0 1 0,0-1 1,0 0-1,0 0 1,1 0-1,-1 0 0,0 1 1,0-1-1,1 0 0,-1 0 1,0 1-1,1-1 1,0-1-1,19 1 343,-18 1-405,10 0-524,-3 2-100,0 0 0,0 1-1,0 0 1,-1 0-1,11 6 1,21 8-4360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0.92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 1 2985,'0'0'7177,"-8"0"-7169,8 4-3024,0 9-953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1.40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2937,'0'0'2096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1.99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1 304,'0'0'12091,"0"4"-15700,0 9-360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2.43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 0 1632,'0'0'3601,"-42"5"-6417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2.70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560 301 16,'-560'-287'560,"560"282"192,0 1-752,0-1-600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3.430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1 984,'0'0'8210,"16"22"-8210,17-18-1128,9 5-1433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6.25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116 85 2721,'0'0'7601,"-7"-1"-4364,6 0-3203,0 1-1,0 0 1,1 0 0,-1 0-1,0 0 1,0 0-1,0 0 1,0 0 0,0 0-1,1 0 1,-1 1-1,0-1 1,0 0-1,0 0 1,0 1 0,1-1-1,-1 1 1,0-1-1,-1 1 1,-18 29 198,12-19-222,0 0-1,0 0 1,-1 0-1,-20 17 1,29-28-35,0 0-1,0 0 1,-1 1-1,1-1 1,0 0 0,0 0-1,-1 0 1,1 0-1,0 0 1,0 0 0,-1 0-1,1 0 1,0 0-1,0 0 1,0 0-1,-1 0 1,1 0 0,0 0-1,0 0 1,-1 0-1,1 0 1,0 0-1,0 0 1,-1-1 0,1 1-1,0 0 1,0 0-1,0 0 1,-1 0 0,1 0-1,0-1 1,0 1-1,0 0 1,0 0-1,-1 0 1,1 0 0,0-1-1,0 1 1,0 0-1,0 0 1,0-1 0,0 1-1,0 0 1,-1 0-1,1-1 1,0 1-1,0 0 1,0 0 0,0 0-1,0-1 1,0 1-1,0 0 1,0 0 0,0-1-1,0 1 1,1 0-1,-1 0 1,0-1-1,0 1 1,0-23-51,0 18 22,0-2 73,0 0-1,0 1 1,1-1-1,0 0 1,0 0-1,1 0 1,0 1 0,0-1-1,1 1 1,-1-1-1,1 1 1,1 0-1,-1 0 1,1 0 0,0 1-1,0-1 1,1 1-1,0 0 1,0 0-1,0 0 1,0 1 0,1 0-1,0 0 1,-1 0-1,9-3 1,-2 6 82,-9 27-144,-3-24 36,0 111-56,0-112 61,0 1 1,0-1-1,0 0 1,0 1-1,-1-1 1,1 1-1,0-1 1,-1 0-1,1 1 1,-1-1-1,0 0 1,1 1-1,-1-1 1,0 0-1,1 0 1,-1 0-1,0 0 1,0 0-1,0 0 1,0 0-1,0 0 1,-1 0 0,1 0-1,0 0 1,0-1-1,0 1 1,-1 0-1,1-1 1,0 1-1,-1-1 1,-1 1-1,-10 5-117,12-6-114,1-2-659,0 0 629,0 0 0,0 0 1,0-1-1,0 1 0,1 0 1,-1 0-1,1 0 0,-1 0 1,1-1-1,0 1 1,0 0-1,0 0 0,0 1 1,1-1-1,-1 0 0,2-2 1,33-23-2051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6.79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191 1 1768,'0'0'8057,"-11"23"-7557,-37 71-144,46-89-353,0-1 0,-1 0 1,1 0-1,-1 0 0,0 0 0,0-1 1,0 1-1,-1-1 0,1 1 0,-1-1 0,0 0 1,0-1-1,0 1 0,0-1 0,0 0 1,-1 0-1,1 0 0,-1 0 0,1-1 0,-1 0 1,0 1-1,1-2 0,-1 1 0,0-1 1,0 0-1,0 0 0,-7-1 0,6 1-45,6 0 43,-1 0 1,0-1-1,1 1 0,-1 0 1,1-1-1,-1 1 0,1 0 1,-1-1-1,1 1 1,-1-1-1,1 1 0,0-1 1,-1 1-1,1-1 0,-1 0 1,1 1-1,0-1 0,0 1 1,-1-1-1,1 0 0,0 1 1,0-1-1,0 0 1,0 1-1,0-1 0,0 0 1,0 1-1,0-1 0,0-1 1,1-22 259,-1 21-242,0-5 66,3-29 222,-2 36-296,-1 0-1,1 0 1,-1 0 0,1 0 0,0 0-1,-1 0 1,1 0 0,0 0 0,0 0 0,0 1-1,-1-1 1,1 0 0,0 0 0,0 1 0,0-1-1,0 1 1,0-1 0,0 1 0,0-1-1,1 1 1,-1 0 0,0-1 0,0 1 0,0 0-1,0 0 1,0 0 0,1 0 0,0 0 0,0 0 163,-2 4-166,0 57 50,0-33-4489,3-28 2727,10 0-131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7.80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94 6 304,'0'0'8638,"12"-1"-8014,39-3-356,-50 3-260,0 2 0,0-1 0,-1 0-1,1 0 1,0 0 0,0 0 0,0 0 0,0 1 0,-1-1-1,1 0 1,0 1 0,0-1 0,-1 1 0,1-1 0,0 0-1,-1 1 1,1 0 0,0-1 0,-1 1 0,1-1 0,-1 1-1,1 0 1,-1-1 0,1 1 0,-1 0 0,1 0 0,-1 0-1,0-1 1,1 1 0,-1 0 0,0 0 0,0 0 0,0 1-1,0 30 83,-1-23-6,2 11-41,0-15-38,0-1 0,-1 1 0,1 0 1,-1 0-1,-1-1 0,1 1 0,0 0 0,-1-1 0,0 1 1,0 0-1,-1-1 0,1 1 0,-1-1 0,-4 8 0,-6 0-5,0-1 0,-2 0 0,1 0 0,-1-2-1,-1 0 1,1 0 0,-28 10 0,42-18-14,-1-1 1,0 0-1,1 0 1,-1 1-1,0-1 0,1 0 1,-1 0-1,0 0 1,0 0-1,1 0 0,-1 0 1,0 0-1,0 0 1,1 0-1,-1 0 1,0 0-1,1-1 0,-1 1 1,0 0-1,1-1 1,-1 1-1,0 0 0,1-1 1,-1 1-1,0 0 1,1-1-1,-1 1 0,1-1 1,-1 1-1,0-2 1,-7-26 46,13-34 344,-5 60-370,1 0 1,0 1-1,0-1 0,-1 0 1,1 0-1,0 1 0,0-1 0,1 1 1,-1-1-1,0 1 0,0-1 1,1 1-1,-1 0 0,1-1 0,-1 1 1,1 0-1,0 0 0,-1 0 0,1 0 1,0 1-1,3-2 0,2 0 23,1 0 0,0 0-1,-1 1 1,1 0 0,0 0 0,9 1-1,-15 6-33,-1 0 0,-1 0 0,1 1 0,-1-1-1,-1 9 1,1-14 5,-2 15-59,-11-13-1149,28-3-6798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8.762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429 1 328,'0'0'3106,"-35"0"-2783,-185 0 1799,190 5 2119,27-3-4240,0 0 0,0 0 1,0 0-1,0 0 0,0 1 1,1-1-1,-1 1 0,-2 3 0,-19 18 200,20-21-236,0 0 0,0 0 1,0-1-1,0 1 1,-1-1-1,1 0 0,-1 0 1,1-1-1,-1 1 1,0-1-1,0 0 0,1 0 1,-1-1-1,0 1 1,0-1-1,-7-1 0,12 1 36,-1-1-1,0 0 0,0 0 1,1 0-1,-1 0 0,1 0 1,-1 0-1,1 0 0,-1 0 1,1-1-1,-1 1 0,1 0 1,0 0-1,0 0 0,0 0 0,-1 0 1,1-1-1,0 1 0,1 0 1,-1 0-1,0-1 0,0-41 300,1 31-88,-1 12 174,0 40-136,0 12-1002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19.76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1 129 24,'0'0'3497,"5"-2"-3453,2-2-40,-1 0 0,0 0 0,-1 0 0,1-1 0,-1 0 0,1 0 0,-1 0 0,-1 0 0,8-11 1,31-32 731,-39 46-356,-1-1-1,1 1 1,-1 0-1,1 0 1,0 0-1,0 0 1,0 1-1,0 0 1,0-1-1,0 2 1,0-1-1,0 0 1,8 0-1,-11 2-331,0-1-1,-1 1 1,1-1-1,0 1 1,-1 0-1,1-1 1,-1 1-1,1-1 1,-1 1-1,0 0 1,1-1-1,-1 1 0,0 0 1,1 0-1,-1-1 1,0 1-1,0 0 1,0 0-1,1 0 1,-1-1-1,0 1 1,0 0-1,0 0 1,-1 1-1,2 25 223,-1-24-148,0 17 145,1-14-215,-1 1 1,0-1-1,0 0 1,-1 1 0,0-1-1,0 0 1,0 1-1,-3 6 1,2-11-58,1 1-1,-1-1 1,1-1-1,-1 1 1,0 0 0,0 0-1,0-1 1,0 1-1,0-1 1,0 1-1,0-1 1,0 0 0,0 0-1,-1 0 1,1 0-1,-1-1 1,1 1 0,0 0-1,-1-1 1,1 0-1,-1 1 1,1-1-1,-1 0 1,1-1 0,-4 1-1,5-1-96,0 0-1,0 0 1,0 1-1,1-1 1,-1 0-1,0 0 1,1 0-1,-1 0 1,0 0-1,1 0 1,-1 0-1,1 0 1,0 0-1,-1 0 1,1 0-1,0-1 1,-1 1-1,1 0 1,0 0-1,0 0 1,0 0-1,0 0 1,0-1-1,0 1 1,1 0-1,-1 0 1,1-2-1,7-36-1999,-5 33 1591,1 1 0,1 0-1,-1 0 1,1 1-1,8-7 1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20.7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107 0 512,'0'0'3934,"-25"19"-700,-7 16-1881,27-29-1304,1-1 0,-1 0 1,0 0-1,0 0 0,0 0 1,-1-1-1,-7 5 0,11-27-6134,2 9 3911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20.99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66 0 1072,'0'0'2473,"-7"2"-2373,-30 8 426,15-9 4141,22-1-5122,0-9-78,17 5-7317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21.739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1176,'0'0'5305,"0"18"-6049,0-14-544,17 5-2785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03:22.13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1 1360,'0'0'2713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25T06:41:55.26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877 102 232,'0'0'3367,"-43"-9"-366,42 9-2938,-20-1 323,-1 1-1,1 1 1,0 1-1,-1 1 1,1 1-1,-29 9 1,9 1-5,-11 4 60,-77 39 0,82-34-401,13-6-10,1 2-1,-51 36 0,77-49-23,-1 1 0,1 1 0,1-1 0,-12 17-1,7-8-3,-13 11 3,18-21 6,1 0-1,0 0 0,0 0 0,0 1 0,-4 9 0,-30 45-20,4 25 28,26-65 23,6-16-22,1 0-1,0 0 0,0 0 1,1 0-1,-1 1 0,1-1 0,0 0 1,1 1-1,-1 5 0,2 8-9,-2 1-1,0 0 1,-1-1-1,-1 1 1,-6 19-1,7-28 10,0 1 0,1-1 0,1 1 0,0-1-1,0 1 1,1-1 0,0 1 0,1-1 0,6 19 0,16 20 75,-16-35-48,0 1-1,-1 0 0,5 19 0,-10-30-11,0 0-1,1 0 1,-1 0-1,1 0 1,0 0-1,0-1 0,4 5 1,17 29 193,-20-32-211,0 1 0,0-1 1,0 0-1,1 0 0,0-1 0,0 1 1,1-1-1,-1 0 0,1-1 1,0 1-1,0-1 0,1 0 0,11 5 1,-8-3 6,1 0 1,-1 0-1,-1 1 1,14 13 0,-20-18-23,1 1 1,-1-1-1,0 0 1,0 0 0,1-1-1,-1 1 1,1-1-1,0 1 1,-1-1-1,1 0 1,4 0 0,-5-1-1,1 1 1,-1 0-1,0-1 1,1 1-1,-1 0 1,0 1-1,0-1 1,0 1-1,0-1 1,0 1-1,0 0 1,0 0 0,-1 0-1,1 0 1,-1 1-1,3 2 1,-1-1 2,-1-1 0,1 1 0,0-1 1,0 0-1,1 0 0,-1 0 0,7 3 1,15 9-22,21 10 47,-41-23-30,0 0-1,0 1 0,0 0 0,0 1 1,0-1-1,9 9 0,-9-7 10,0 0 1,0 0-1,0-1 0,1 0 1,7 4-1,25 18-43,33 31 62,-48-39-39,0 1 0,29 29 1,-16-13 6,-26-25 2,-1 0-1,0 0 0,12 15 0,-19-21 1,0 1 1,-1 0-1,1 0 0,-1 0 0,0 0 0,0 0 0,0 0 1,-1 0-1,0 1 0,0-1 0,0 0 0,-1 10 1,0 5 6,1 0 1,1 1 0,1-1 0,7 27 0,-4-11-71,-6-31 71,0-1 1,1 1-1,-1-1 1,1 1-1,0-1 1,1 0-1,-1 1 1,1-1-1,0 0 1,0 0-1,0 0 1,0 0-1,1 0 1,-1-1-1,1 1 1,0-1-1,6 6 1,41 39 16,-41-38-17,0 0-1,0-1 0,1 0 0,0-1 0,1 0 1,0 0-1,19 9 0,51 24 43,-66-32 46,0 0-1,1-1 0,0-1 1,0 0-1,1-1 0,0-1 1,0-1-1,0 0 0,0-1 1,19 1-1,391 4 972,-417-9-1046,0-1-1,-1 0 1,1 0 0,0-2-1,-1 1 1,15-8 0,25-8 59,-13 8-77,44-21 0,-55 20 83,0 2 0,1 1-1,0 1 1,36-6 0,-14 3 154,-38 8-226,0 0 1,1 1 0,0 0-1,14 0 1,166-16 392,531 9 2,-546 25-384,2-1 13,-52-9-12,149 26 0,-191-20-9,72-2-21,-40-4 2,117-3-34,-119-5-25,-62 0 69,0-2 0,0-2 1,86-22-1,50-30-9,-154 51 19,26-5-91,-1-2 0,0-3 1,60-26-1,-85 29 69,-24 11-5,-1 0 0,0-1 1,1 0-1,-1 0 1,-1-1-1,1 0 0,-1 0 1,1-1-1,-2 0 1,1-1-1,10-11 0,13-20 33,-25 33-25,-1 0 0,-1-1 0,1 1 0,-1-1 0,0 0 0,0 0 0,0 0 1,4-13-1,-5 9 2,4-10-3,-1 0 0,-1 0 0,-1 0 0,3-35 0,1-65-108,-6 78 42,-1 28 67,0 1 0,-1-1 1,-1 1-1,0-1 0,-3-12 0,0 18 1,-1 1 0,1 0 0,-2 0 0,1 0 0,-1 1-1,0 0 1,-1 0 0,1 0 0,-1 1 0,-10-6-1,-6-7 33,1-1-47,-2 1-1,0 1 1,-1 1 0,-45-21 0,30 16 7,-66-48 0,29 17 2,17 8 70,45 32-70,1 1 0,-2 0-1,0 2 1,-27-14 0,-32-15-50,60 30 45,1 0 1,-1 0-1,-1 2 0,1 0 0,-33-8 1,0 6-149,11 2 197,0-1 0,-64-21 1,-106-31 72,111 35-114,-75-30 26,145 44-7,0-2 0,-46-27 0,-11-5 6,61 31-24,2 0-1,-1-1 1,2-1 0,0-1 0,1-1 0,-30-35 0,-6-4 15,4-3 12,39 44-13,-1 1 1,0 0 0,-20-16-1,22 21-9,1 0-1,0 0 1,0-1-1,1 0 0,0 0 1,1-1-1,0 0 1,-9-21-1,14 29-6,0 1 1,1-1-1,-1 0 1,0 1-1,-1-1 1,1 1-1,0 0 0,-1 0 1,1 0-1,-1 0 1,0 0-1,1 1 0,-1-1 1,0 1-1,-6-3 1,-55-11-176,15 4 106,19 4 82,-1 1 0,0 1 0,0 2-1,0 1 1,0 1 0,-43 5 0,-11-2 1,-624-2-15,663-2 10,-52-9 0,50 5 0,-56-1 0,-134-11 6,169 18 16,-131-17-1,170 14-29,-1 2 1,-51 3-1,26-1 6,-387-1 26,442 0-2,0 0-22,-6 0-5,0 0 4,7 0-4,0 0-1,-1 0 1,1 0 0,0 0-1,-1 0 1,1-1 0,0 1-1,-1 0 1,1 0 0,-1 0-1,1 0 1,0 0 0,-1 0-1,1 0 1,0 0 0,-1 0-1,1 0 1,-1 0 0,1 1-1,0-1 1,-1 0 0,1 0-1,0 0 1,-1 0 0,1 1-1,0-1 1,0 0-1,-1 0 1,1 1 0,0-1-1,-1 0 1,1 0 0,0 1-1,0-1 1,0 0 0,-1 1-1,1-1 1,0 1 0,-15 21 101,13-20-95,1 0-1,1-1 1,-1 1 0,0 0-1,0 0 1,1 0-1,-1 0 1,1 0-1,0 0 1,-1 0 0,1 0-1,0 1 1,1 2-1,-1-3 7,-3 4 17,-18 7-95,20-12 67,1-18-8784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AEFBA4-28FC-47E1-9E56-06F4CBE1E155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a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a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4BF6749-25F0-42B6-84DD-4215F0513619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124689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Mentimeter</a:t>
            </a:r>
            <a:r>
              <a:rPr lang="da-DK" dirty="0"/>
              <a:t> quiz. </a:t>
            </a:r>
            <a:r>
              <a:rPr lang="da-DK" dirty="0" err="1"/>
              <a:t>Use</a:t>
            </a:r>
            <a:r>
              <a:rPr lang="da-DK" dirty="0"/>
              <a:t> </a:t>
            </a:r>
            <a:r>
              <a:rPr lang="da-DK" dirty="0" err="1"/>
              <a:t>actual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 </a:t>
            </a:r>
            <a:r>
              <a:rPr lang="da-DK" dirty="0" err="1"/>
              <a:t>that</a:t>
            </a:r>
            <a:r>
              <a:rPr lang="da-DK" dirty="0"/>
              <a:t> </a:t>
            </a:r>
            <a:r>
              <a:rPr lang="da-DK" dirty="0" err="1"/>
              <a:t>represent</a:t>
            </a:r>
            <a:r>
              <a:rPr lang="da-DK" dirty="0"/>
              <a:t> real systems? Look </a:t>
            </a:r>
            <a:r>
              <a:rPr lang="da-DK" dirty="0" err="1"/>
              <a:t>into</a:t>
            </a:r>
            <a:r>
              <a:rPr lang="da-DK" dirty="0"/>
              <a:t> definition in </a:t>
            </a:r>
            <a:r>
              <a:rPr lang="da-DK" dirty="0" err="1"/>
              <a:t>Dutta</a:t>
            </a:r>
            <a:r>
              <a:rPr lang="da-DK" dirty="0"/>
              <a:t> 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BF6749-25F0-42B6-84DD-4215F0513619}" type="slidenum">
              <a:rPr lang="da-DK" smtClean="0"/>
              <a:t>5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9057916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a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BF6749-25F0-42B6-84DD-4215F0513619}" type="slidenum">
              <a:rPr lang="da-DK" smtClean="0"/>
              <a:t>6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188242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a-DK" dirty="0" err="1"/>
              <a:t>Come</a:t>
            </a:r>
            <a:r>
              <a:rPr lang="da-DK" dirty="0"/>
              <a:t> up with </a:t>
            </a:r>
            <a:r>
              <a:rPr lang="da-DK" dirty="0" err="1"/>
              <a:t>examples</a:t>
            </a:r>
            <a:r>
              <a:rPr lang="da-DK" dirty="0"/>
              <a:t>. </a:t>
            </a:r>
            <a:r>
              <a:rPr lang="da-DK" dirty="0" err="1"/>
              <a:t>Actually</a:t>
            </a:r>
            <a:r>
              <a:rPr lang="da-DK" dirty="0"/>
              <a:t> parameter </a:t>
            </a:r>
            <a:r>
              <a:rPr lang="da-DK" dirty="0" err="1"/>
              <a:t>means</a:t>
            </a:r>
            <a:r>
              <a:rPr lang="da-DK" dirty="0"/>
              <a:t> </a:t>
            </a:r>
            <a:r>
              <a:rPr lang="da-DK" dirty="0" err="1"/>
              <a:t>state</a:t>
            </a:r>
            <a:r>
              <a:rPr lang="da-DK" dirty="0"/>
              <a:t> variable </a:t>
            </a:r>
            <a:r>
              <a:rPr lang="da-DK" dirty="0" err="1"/>
              <a:t>also</a:t>
            </a:r>
            <a:r>
              <a:rPr lang="da-DK" dirty="0"/>
              <a:t>? Check </a:t>
            </a:r>
            <a:r>
              <a:rPr lang="da-DK" dirty="0" err="1"/>
              <a:t>some</a:t>
            </a:r>
            <a:r>
              <a:rPr lang="da-DK" dirty="0"/>
              <a:t> </a:t>
            </a:r>
            <a:r>
              <a:rPr lang="da-DK" dirty="0" err="1"/>
              <a:t>other</a:t>
            </a:r>
            <a:r>
              <a:rPr lang="da-DK" dirty="0"/>
              <a:t> source for a definition.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BF6749-25F0-42B6-84DD-4215F0513619}" type="slidenum">
              <a:rPr lang="da-DK" smtClean="0"/>
              <a:t>7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7314494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BFE3CD-89F7-C181-2C5F-BF505BF83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479CB6-0926-9C10-8D77-0E1988D308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C10ACF-B39D-45B4-578A-01DA3F0339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166B5-7B8F-5D90-6B83-88CA1C37DF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8CDFA-BF64-99DD-6382-1F08B3E6E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9635132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633B0F-58C1-2B4F-4793-2387FB70D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B20992-A950-0A96-38C9-CEC3F88DF3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16C8C-1F78-CC9D-9C4D-4761C48001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F38C21-94A2-7B6B-7CFD-D6F58A310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2C9ADE-6134-BD3D-32FC-2CBAF2BA22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002765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D6C7C-AA76-F010-79B3-6FC5BBD0C2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6282F9-5F8D-136D-FEA9-0DCB69C02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68AF9B-6BB0-BEF2-C73E-5A8FAFABD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43194-7D21-F216-12C2-42C089136E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EC3F6E-66B3-111D-C5E4-7A7A64722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010287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AB41CD-1A98-F645-9A7D-E82BB7E5C3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0CC812-7807-7020-932D-E8A386EA05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299EA8-48A1-7EE6-33DF-FFD96ABFCE7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91086AF-CC51-048C-1251-D048088BA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602A84-FCB1-4F21-3AF2-E7AED0BA9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406CD8-1E10-869F-9FA5-D4EDD7483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566738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6B92B-DCA6-F21D-A32C-7E480D95F1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1F6CA2-17D7-629C-7AE8-FEB9D96110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391F935-D1AB-666D-A4AC-4ED35ABD3D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8464EB-5EF1-0C75-77ED-253D2A367D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817D9C8-7FE6-B7EF-DF7D-45641004370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9169B5-5690-B5CF-30AB-05425DFD67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DDA587F-4095-D790-060F-21CDD16052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8BC2E0-44B2-0356-222A-4BC9A766EF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665843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925F04-CAE7-C7DF-60F1-1551669A03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1EBB1F-A1C2-E19F-1D3E-312008A9C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C57799F-5415-9224-1533-86E0421E3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F2C631-4F0F-E689-3820-678B1117E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36554959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C3ED84-107F-C8D4-6734-0D7C03212F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BF1CC2-32B3-FA52-9135-2FD268C4F6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6589-3D64-56E2-192F-F8EA04A18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7962046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F736C-9324-FE3D-5FBD-6460D82F3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063ADA-860D-63B8-F652-196CFB02C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F7DBA3-9CC3-2724-47BF-3BA5F4998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C061F7-FA67-2890-849A-622B05B04F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F087A-08AA-4811-AB17-94A146E66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81B43-42BA-3AC1-D437-628ED7B5A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965378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3825CF-1E1F-6726-8EAC-E7B2652154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CD39B94-358A-7D20-0F6D-ED00E99FC4D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a-DK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5AFDC6-8A54-EDEA-C264-7ADE35DF53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E0E717-72AF-6453-E2AA-D6707858AA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BA1A40-2C45-9C42-24BC-89653500B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C8A9C9-B6DD-2807-B222-A6CC665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735074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A4282-6FA0-40B1-1F32-58A79A78B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AD3F1A-4E56-6443-096B-E4CD542B6C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10441-9B05-8C59-F1E4-E2937B6CFD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22342D-E1C3-857C-1F57-BDE123E532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59848-B566-EB12-A7E2-EFA70801B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849116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99CA659-BD6D-7964-FAE7-7C14A75A95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F7CBB1-E443-7B7E-02CD-53E211BCF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2C0174-03B7-436A-DF69-2A38F59B0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2E2DC2D-3BC6-224F-7A6B-5932110EE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C903F-0441-BADC-1005-8325BB87D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6456431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6E50FD6-5882-A308-D3C3-B92A9FE4C2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a-DK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5266B4-8C7A-2F60-EABD-D642D9D72D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a-DK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DE54D-BA75-E160-FAE7-DB015AA726B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63F780-A93D-4912-9E1A-1B58F2D23D1B}" type="datetimeFigureOut">
              <a:rPr lang="da-DK" smtClean="0"/>
              <a:t>19-08-2026</a:t>
            </a:fld>
            <a:endParaRPr lang="da-DK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3B6F5B-DFEC-2D3D-09B0-6E3506A60F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20364F-3060-EFFA-BFDB-7E5B084DB54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B0FDA0-6D67-4ABA-85BE-EDD00A363740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10654060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1.xml"/><Relationship Id="rId13" Type="http://schemas.openxmlformats.org/officeDocument/2006/relationships/image" Target="../media/image19.png"/><Relationship Id="rId18" Type="http://schemas.openxmlformats.org/officeDocument/2006/relationships/customXml" Target="../ink/ink6.xml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customXml" Target="../ink/ink3.xml"/><Relationship Id="rId17" Type="http://schemas.openxmlformats.org/officeDocument/2006/relationships/image" Target="../media/image21.png"/><Relationship Id="rId2" Type="http://schemas.openxmlformats.org/officeDocument/2006/relationships/image" Target="../media/image1.png"/><Relationship Id="rId16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8.png"/><Relationship Id="rId5" Type="http://schemas.openxmlformats.org/officeDocument/2006/relationships/image" Target="../media/image4.png"/><Relationship Id="rId15" Type="http://schemas.openxmlformats.org/officeDocument/2006/relationships/image" Target="../media/image20.png"/><Relationship Id="rId10" Type="http://schemas.openxmlformats.org/officeDocument/2006/relationships/customXml" Target="../ink/ink2.xml"/><Relationship Id="rId19" Type="http://schemas.openxmlformats.org/officeDocument/2006/relationships/image" Target="../media/image22.png"/><Relationship Id="rId4" Type="http://schemas.openxmlformats.org/officeDocument/2006/relationships/image" Target="../media/image3.png"/><Relationship Id="rId9" Type="http://schemas.openxmlformats.org/officeDocument/2006/relationships/image" Target="../media/image17.png"/><Relationship Id="rId14" Type="http://schemas.openxmlformats.org/officeDocument/2006/relationships/customXml" Target="../ink/ink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7.xml"/><Relationship Id="rId21" Type="http://schemas.openxmlformats.org/officeDocument/2006/relationships/image" Target="../media/image35.png"/><Relationship Id="rId42" Type="http://schemas.openxmlformats.org/officeDocument/2006/relationships/customXml" Target="../ink/ink25.xml"/><Relationship Id="rId47" Type="http://schemas.openxmlformats.org/officeDocument/2006/relationships/image" Target="../media/image48.png"/><Relationship Id="rId63" Type="http://schemas.openxmlformats.org/officeDocument/2006/relationships/image" Target="../media/image56.png"/><Relationship Id="rId68" Type="http://schemas.openxmlformats.org/officeDocument/2006/relationships/customXml" Target="../ink/ink38.xml"/><Relationship Id="rId84" Type="http://schemas.openxmlformats.org/officeDocument/2006/relationships/image" Target="../media/image66.png"/><Relationship Id="rId16" Type="http://schemas.openxmlformats.org/officeDocument/2006/relationships/customXml" Target="../ink/ink12.xml"/><Relationship Id="rId11" Type="http://schemas.openxmlformats.org/officeDocument/2006/relationships/image" Target="../media/image30.png"/><Relationship Id="rId32" Type="http://schemas.openxmlformats.org/officeDocument/2006/relationships/customXml" Target="../ink/ink20.xml"/><Relationship Id="rId37" Type="http://schemas.openxmlformats.org/officeDocument/2006/relationships/image" Target="../media/image43.png"/><Relationship Id="rId53" Type="http://schemas.openxmlformats.org/officeDocument/2006/relationships/image" Target="../media/image51.png"/><Relationship Id="rId58" Type="http://schemas.openxmlformats.org/officeDocument/2006/relationships/customXml" Target="../ink/ink33.xml"/><Relationship Id="rId74" Type="http://schemas.openxmlformats.org/officeDocument/2006/relationships/customXml" Target="../ink/ink41.xml"/><Relationship Id="rId79" Type="http://schemas.openxmlformats.org/officeDocument/2006/relationships/image" Target="../media/image64.png"/><Relationship Id="rId5" Type="http://schemas.openxmlformats.org/officeDocument/2006/relationships/image" Target="../media/image13.png"/><Relationship Id="rId19" Type="http://schemas.openxmlformats.org/officeDocument/2006/relationships/image" Target="../media/image34.png"/><Relationship Id="rId14" Type="http://schemas.openxmlformats.org/officeDocument/2006/relationships/customXml" Target="../ink/ink11.xml"/><Relationship Id="rId22" Type="http://schemas.openxmlformats.org/officeDocument/2006/relationships/customXml" Target="../ink/ink15.xml"/><Relationship Id="rId27" Type="http://schemas.openxmlformats.org/officeDocument/2006/relationships/image" Target="../media/image38.png"/><Relationship Id="rId30" Type="http://schemas.openxmlformats.org/officeDocument/2006/relationships/customXml" Target="../ink/ink19.xml"/><Relationship Id="rId35" Type="http://schemas.openxmlformats.org/officeDocument/2006/relationships/image" Target="../media/image42.png"/><Relationship Id="rId43" Type="http://schemas.openxmlformats.org/officeDocument/2006/relationships/image" Target="../media/image46.png"/><Relationship Id="rId48" Type="http://schemas.openxmlformats.org/officeDocument/2006/relationships/customXml" Target="../ink/ink28.xml"/><Relationship Id="rId56" Type="http://schemas.openxmlformats.org/officeDocument/2006/relationships/customXml" Target="../ink/ink32.xml"/><Relationship Id="rId64" Type="http://schemas.openxmlformats.org/officeDocument/2006/relationships/customXml" Target="../ink/ink36.xml"/><Relationship Id="rId69" Type="http://schemas.openxmlformats.org/officeDocument/2006/relationships/image" Target="../media/image59.png"/><Relationship Id="rId77" Type="http://schemas.openxmlformats.org/officeDocument/2006/relationships/image" Target="../media/image63.png"/><Relationship Id="rId8" Type="http://schemas.openxmlformats.org/officeDocument/2006/relationships/customXml" Target="../ink/ink8.xml"/><Relationship Id="rId51" Type="http://schemas.openxmlformats.org/officeDocument/2006/relationships/image" Target="../media/image50.png"/><Relationship Id="rId72" Type="http://schemas.openxmlformats.org/officeDocument/2006/relationships/customXml" Target="../ink/ink40.xml"/><Relationship Id="rId80" Type="http://schemas.openxmlformats.org/officeDocument/2006/relationships/customXml" Target="../ink/ink44.xml"/><Relationship Id="rId85" Type="http://schemas.openxmlformats.org/officeDocument/2006/relationships/customXml" Target="../ink/ink47.xml"/><Relationship Id="rId3" Type="http://schemas.openxmlformats.org/officeDocument/2006/relationships/image" Target="../media/image24.png"/><Relationship Id="rId12" Type="http://schemas.openxmlformats.org/officeDocument/2006/relationships/customXml" Target="../ink/ink10.xml"/><Relationship Id="rId17" Type="http://schemas.openxmlformats.org/officeDocument/2006/relationships/image" Target="../media/image33.png"/><Relationship Id="rId25" Type="http://schemas.openxmlformats.org/officeDocument/2006/relationships/image" Target="../media/image37.png"/><Relationship Id="rId33" Type="http://schemas.openxmlformats.org/officeDocument/2006/relationships/image" Target="../media/image41.png"/><Relationship Id="rId38" Type="http://schemas.openxmlformats.org/officeDocument/2006/relationships/customXml" Target="../ink/ink23.xml"/><Relationship Id="rId46" Type="http://schemas.openxmlformats.org/officeDocument/2006/relationships/customXml" Target="../ink/ink27.xml"/><Relationship Id="rId59" Type="http://schemas.openxmlformats.org/officeDocument/2006/relationships/image" Target="../media/image54.png"/><Relationship Id="rId67" Type="http://schemas.openxmlformats.org/officeDocument/2006/relationships/image" Target="../media/image58.png"/><Relationship Id="rId20" Type="http://schemas.openxmlformats.org/officeDocument/2006/relationships/customXml" Target="../ink/ink14.xml"/><Relationship Id="rId41" Type="http://schemas.openxmlformats.org/officeDocument/2006/relationships/image" Target="../media/image45.png"/><Relationship Id="rId54" Type="http://schemas.openxmlformats.org/officeDocument/2006/relationships/customXml" Target="../ink/ink31.xml"/><Relationship Id="rId62" Type="http://schemas.openxmlformats.org/officeDocument/2006/relationships/customXml" Target="../ink/ink35.xml"/><Relationship Id="rId70" Type="http://schemas.openxmlformats.org/officeDocument/2006/relationships/customXml" Target="../ink/ink39.xml"/><Relationship Id="rId75" Type="http://schemas.openxmlformats.org/officeDocument/2006/relationships/image" Target="../media/image62.png"/><Relationship Id="rId83" Type="http://schemas.openxmlformats.org/officeDocument/2006/relationships/customXml" Target="../ink/ink46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7.xml"/><Relationship Id="rId15" Type="http://schemas.openxmlformats.org/officeDocument/2006/relationships/image" Target="../media/image32.png"/><Relationship Id="rId23" Type="http://schemas.openxmlformats.org/officeDocument/2006/relationships/image" Target="../media/image36.png"/><Relationship Id="rId28" Type="http://schemas.openxmlformats.org/officeDocument/2006/relationships/customXml" Target="../ink/ink18.xml"/><Relationship Id="rId36" Type="http://schemas.openxmlformats.org/officeDocument/2006/relationships/customXml" Target="../ink/ink22.xml"/><Relationship Id="rId49" Type="http://schemas.openxmlformats.org/officeDocument/2006/relationships/image" Target="../media/image49.png"/><Relationship Id="rId57" Type="http://schemas.openxmlformats.org/officeDocument/2006/relationships/image" Target="../media/image53.png"/><Relationship Id="rId10" Type="http://schemas.openxmlformats.org/officeDocument/2006/relationships/customXml" Target="../ink/ink9.xml"/><Relationship Id="rId31" Type="http://schemas.openxmlformats.org/officeDocument/2006/relationships/image" Target="../media/image40.png"/><Relationship Id="rId44" Type="http://schemas.openxmlformats.org/officeDocument/2006/relationships/customXml" Target="../ink/ink26.xml"/><Relationship Id="rId52" Type="http://schemas.openxmlformats.org/officeDocument/2006/relationships/customXml" Target="../ink/ink30.xml"/><Relationship Id="rId60" Type="http://schemas.openxmlformats.org/officeDocument/2006/relationships/customXml" Target="../ink/ink34.xml"/><Relationship Id="rId65" Type="http://schemas.openxmlformats.org/officeDocument/2006/relationships/image" Target="../media/image57.png"/><Relationship Id="rId73" Type="http://schemas.openxmlformats.org/officeDocument/2006/relationships/image" Target="../media/image61.png"/><Relationship Id="rId78" Type="http://schemas.openxmlformats.org/officeDocument/2006/relationships/customXml" Target="../ink/ink43.xml"/><Relationship Id="rId81" Type="http://schemas.openxmlformats.org/officeDocument/2006/relationships/customXml" Target="../ink/ink45.xml"/><Relationship Id="rId86" Type="http://schemas.openxmlformats.org/officeDocument/2006/relationships/image" Target="../media/image67.png"/><Relationship Id="rId4" Type="http://schemas.openxmlformats.org/officeDocument/2006/relationships/image" Target="../media/image12.png"/><Relationship Id="rId9" Type="http://schemas.openxmlformats.org/officeDocument/2006/relationships/image" Target="../media/image29.png"/><Relationship Id="rId13" Type="http://schemas.openxmlformats.org/officeDocument/2006/relationships/image" Target="../media/image31.png"/><Relationship Id="rId18" Type="http://schemas.openxmlformats.org/officeDocument/2006/relationships/customXml" Target="../ink/ink13.xml"/><Relationship Id="rId39" Type="http://schemas.openxmlformats.org/officeDocument/2006/relationships/image" Target="../media/image44.png"/><Relationship Id="rId34" Type="http://schemas.openxmlformats.org/officeDocument/2006/relationships/customXml" Target="../ink/ink21.xml"/><Relationship Id="rId50" Type="http://schemas.openxmlformats.org/officeDocument/2006/relationships/customXml" Target="../ink/ink29.xml"/><Relationship Id="rId55" Type="http://schemas.openxmlformats.org/officeDocument/2006/relationships/image" Target="../media/image52.png"/><Relationship Id="rId76" Type="http://schemas.openxmlformats.org/officeDocument/2006/relationships/customXml" Target="../ink/ink42.xml"/><Relationship Id="rId7" Type="http://schemas.openxmlformats.org/officeDocument/2006/relationships/image" Target="../media/image28.png"/><Relationship Id="rId71" Type="http://schemas.openxmlformats.org/officeDocument/2006/relationships/image" Target="../media/image60.png"/><Relationship Id="rId2" Type="http://schemas.openxmlformats.org/officeDocument/2006/relationships/notesSlide" Target="../notesSlides/notesSlide2.xml"/><Relationship Id="rId29" Type="http://schemas.openxmlformats.org/officeDocument/2006/relationships/image" Target="../media/image39.png"/><Relationship Id="rId24" Type="http://schemas.openxmlformats.org/officeDocument/2006/relationships/customXml" Target="../ink/ink16.xml"/><Relationship Id="rId40" Type="http://schemas.openxmlformats.org/officeDocument/2006/relationships/customXml" Target="../ink/ink24.xml"/><Relationship Id="rId45" Type="http://schemas.openxmlformats.org/officeDocument/2006/relationships/image" Target="../media/image47.png"/><Relationship Id="rId66" Type="http://schemas.openxmlformats.org/officeDocument/2006/relationships/customXml" Target="../ink/ink37.xml"/><Relationship Id="rId61" Type="http://schemas.openxmlformats.org/officeDocument/2006/relationships/image" Target="../media/image55.png"/><Relationship Id="rId82" Type="http://schemas.openxmlformats.org/officeDocument/2006/relationships/image" Target="../media/image65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customXml" Target="../ink/ink52.xml"/><Relationship Id="rId18" Type="http://schemas.openxmlformats.org/officeDocument/2006/relationships/image" Target="../media/image74.png"/><Relationship Id="rId26" Type="http://schemas.openxmlformats.org/officeDocument/2006/relationships/image" Target="../media/image78.png"/><Relationship Id="rId39" Type="http://schemas.openxmlformats.org/officeDocument/2006/relationships/image" Target="../media/image84.png"/><Relationship Id="rId21" Type="http://schemas.openxmlformats.org/officeDocument/2006/relationships/customXml" Target="../ink/ink56.xml"/><Relationship Id="rId34" Type="http://schemas.openxmlformats.org/officeDocument/2006/relationships/image" Target="../media/image82.png"/><Relationship Id="rId42" Type="http://schemas.openxmlformats.org/officeDocument/2006/relationships/customXml" Target="../ink/ink67.xml"/><Relationship Id="rId47" Type="http://schemas.openxmlformats.org/officeDocument/2006/relationships/image" Target="../media/image88.png"/><Relationship Id="rId50" Type="http://schemas.openxmlformats.org/officeDocument/2006/relationships/customXml" Target="../ink/ink71.xml"/><Relationship Id="rId55" Type="http://schemas.openxmlformats.org/officeDocument/2006/relationships/image" Target="../media/image92.png"/><Relationship Id="rId7" Type="http://schemas.openxmlformats.org/officeDocument/2006/relationships/customXml" Target="../ink/ink49.xml"/><Relationship Id="rId2" Type="http://schemas.openxmlformats.org/officeDocument/2006/relationships/notesSlide" Target="../notesSlides/notesSlide3.xml"/><Relationship Id="rId16" Type="http://schemas.openxmlformats.org/officeDocument/2006/relationships/image" Target="../media/image73.png"/><Relationship Id="rId29" Type="http://schemas.openxmlformats.org/officeDocument/2006/relationships/customXml" Target="../ink/ink60.xml"/><Relationship Id="rId11" Type="http://schemas.openxmlformats.org/officeDocument/2006/relationships/customXml" Target="../ink/ink51.xml"/><Relationship Id="rId24" Type="http://schemas.openxmlformats.org/officeDocument/2006/relationships/image" Target="../media/image77.png"/><Relationship Id="rId32" Type="http://schemas.openxmlformats.org/officeDocument/2006/relationships/image" Target="../media/image81.png"/><Relationship Id="rId37" Type="http://schemas.openxmlformats.org/officeDocument/2006/relationships/customXml" Target="../ink/ink64.xml"/><Relationship Id="rId40" Type="http://schemas.openxmlformats.org/officeDocument/2006/relationships/customXml" Target="../ink/ink66.xml"/><Relationship Id="rId45" Type="http://schemas.openxmlformats.org/officeDocument/2006/relationships/image" Target="../media/image87.png"/><Relationship Id="rId53" Type="http://schemas.openxmlformats.org/officeDocument/2006/relationships/image" Target="../media/image91.png"/><Relationship Id="rId58" Type="http://schemas.openxmlformats.org/officeDocument/2006/relationships/customXml" Target="../ink/ink75.xml"/><Relationship Id="rId5" Type="http://schemas.openxmlformats.org/officeDocument/2006/relationships/customXml" Target="../ink/ink48.xml"/><Relationship Id="rId19" Type="http://schemas.openxmlformats.org/officeDocument/2006/relationships/customXml" Target="../ink/ink55.xml"/><Relationship Id="rId4" Type="http://schemas.openxmlformats.org/officeDocument/2006/relationships/hyperlink" Target="https://www.saxo.com/dk/forfatter/binay-kanti-dutta_7161701" TargetMode="External"/><Relationship Id="rId9" Type="http://schemas.openxmlformats.org/officeDocument/2006/relationships/customXml" Target="../ink/ink50.xml"/><Relationship Id="rId14" Type="http://schemas.openxmlformats.org/officeDocument/2006/relationships/image" Target="../media/image72.png"/><Relationship Id="rId22" Type="http://schemas.openxmlformats.org/officeDocument/2006/relationships/image" Target="../media/image76.png"/><Relationship Id="rId27" Type="http://schemas.openxmlformats.org/officeDocument/2006/relationships/customXml" Target="../ink/ink59.xml"/><Relationship Id="rId30" Type="http://schemas.openxmlformats.org/officeDocument/2006/relationships/image" Target="../media/image80.png"/><Relationship Id="rId35" Type="http://schemas.openxmlformats.org/officeDocument/2006/relationships/customXml" Target="../ink/ink63.xml"/><Relationship Id="rId43" Type="http://schemas.openxmlformats.org/officeDocument/2006/relationships/image" Target="../media/image86.png"/><Relationship Id="rId48" Type="http://schemas.openxmlformats.org/officeDocument/2006/relationships/customXml" Target="../ink/ink70.xml"/><Relationship Id="rId56" Type="http://schemas.openxmlformats.org/officeDocument/2006/relationships/customXml" Target="../ink/ink74.xml"/><Relationship Id="rId8" Type="http://schemas.openxmlformats.org/officeDocument/2006/relationships/image" Target="../media/image69.png"/><Relationship Id="rId51" Type="http://schemas.openxmlformats.org/officeDocument/2006/relationships/image" Target="../media/image90.png"/><Relationship Id="rId3" Type="http://schemas.openxmlformats.org/officeDocument/2006/relationships/image" Target="../media/image14.png"/><Relationship Id="rId12" Type="http://schemas.openxmlformats.org/officeDocument/2006/relationships/image" Target="../media/image71.png"/><Relationship Id="rId17" Type="http://schemas.openxmlformats.org/officeDocument/2006/relationships/customXml" Target="../ink/ink54.xml"/><Relationship Id="rId25" Type="http://schemas.openxmlformats.org/officeDocument/2006/relationships/customXml" Target="../ink/ink58.xml"/><Relationship Id="rId33" Type="http://schemas.openxmlformats.org/officeDocument/2006/relationships/customXml" Target="../ink/ink62.xml"/><Relationship Id="rId38" Type="http://schemas.openxmlformats.org/officeDocument/2006/relationships/customXml" Target="../ink/ink65.xml"/><Relationship Id="rId46" Type="http://schemas.openxmlformats.org/officeDocument/2006/relationships/customXml" Target="../ink/ink69.xml"/><Relationship Id="rId59" Type="http://schemas.openxmlformats.org/officeDocument/2006/relationships/image" Target="../media/image94.png"/><Relationship Id="rId20" Type="http://schemas.openxmlformats.org/officeDocument/2006/relationships/image" Target="../media/image75.png"/><Relationship Id="rId41" Type="http://schemas.openxmlformats.org/officeDocument/2006/relationships/image" Target="../media/image85.png"/><Relationship Id="rId54" Type="http://schemas.openxmlformats.org/officeDocument/2006/relationships/customXml" Target="../ink/ink7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8.png"/><Relationship Id="rId15" Type="http://schemas.openxmlformats.org/officeDocument/2006/relationships/customXml" Target="../ink/ink53.xml"/><Relationship Id="rId23" Type="http://schemas.openxmlformats.org/officeDocument/2006/relationships/customXml" Target="../ink/ink57.xml"/><Relationship Id="rId28" Type="http://schemas.openxmlformats.org/officeDocument/2006/relationships/image" Target="../media/image79.png"/><Relationship Id="rId36" Type="http://schemas.openxmlformats.org/officeDocument/2006/relationships/image" Target="../media/image83.png"/><Relationship Id="rId49" Type="http://schemas.openxmlformats.org/officeDocument/2006/relationships/image" Target="../media/image89.png"/><Relationship Id="rId57" Type="http://schemas.openxmlformats.org/officeDocument/2006/relationships/image" Target="../media/image93.png"/><Relationship Id="rId10" Type="http://schemas.openxmlformats.org/officeDocument/2006/relationships/image" Target="../media/image70.png"/><Relationship Id="rId31" Type="http://schemas.openxmlformats.org/officeDocument/2006/relationships/customXml" Target="../ink/ink61.xml"/><Relationship Id="rId44" Type="http://schemas.openxmlformats.org/officeDocument/2006/relationships/customXml" Target="../ink/ink68.xml"/><Relationship Id="rId52" Type="http://schemas.openxmlformats.org/officeDocument/2006/relationships/customXml" Target="../ink/ink72.xml"/><Relationship Id="rId60" Type="http://schemas.openxmlformats.org/officeDocument/2006/relationships/customXml" Target="../ink/ink7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7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9.png"/><Relationship Id="rId4" Type="http://schemas.openxmlformats.org/officeDocument/2006/relationships/customXml" Target="../ink/ink7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7.png"/><Relationship Id="rId4" Type="http://schemas.openxmlformats.org/officeDocument/2006/relationships/image" Target="../media/image10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E30D8-1396-3951-C225-AEC9CF3089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a-DK" dirty="0"/>
              <a:t>Model </a:t>
            </a:r>
            <a:r>
              <a:rPr lang="da-DK" dirty="0" err="1"/>
              <a:t>classification</a:t>
            </a:r>
            <a:endParaRPr lang="da-DK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CCFAA3-834B-CF16-21A2-392E9961C01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a-DK" dirty="0" err="1"/>
              <a:t>Modelling</a:t>
            </a:r>
            <a:r>
              <a:rPr lang="da-DK" dirty="0"/>
              <a:t> Fall 2026</a:t>
            </a:r>
          </a:p>
          <a:p>
            <a:r>
              <a:rPr lang="da-DK" dirty="0"/>
              <a:t>Frederik Dalby</a:t>
            </a:r>
          </a:p>
          <a:p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71101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26E1E465-28AF-D8E4-07C5-26E76DBB721D}"/>
              </a:ext>
            </a:extLst>
          </p:cNvPr>
          <p:cNvSpPr txBox="1"/>
          <p:nvPr/>
        </p:nvSpPr>
        <p:spPr>
          <a:xfrm>
            <a:off x="838199" y="1933563"/>
            <a:ext cx="971256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How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solve</a:t>
            </a:r>
            <a:r>
              <a:rPr lang="da-DK" dirty="0"/>
              <a:t> it?</a:t>
            </a:r>
          </a:p>
          <a:p>
            <a:endParaRPr lang="da-DK" dirty="0"/>
          </a:p>
          <a:p>
            <a:r>
              <a:rPr lang="da-DK" dirty="0"/>
              <a:t>How </a:t>
            </a:r>
            <a:r>
              <a:rPr lang="da-DK" dirty="0" err="1"/>
              <a:t>does</a:t>
            </a:r>
            <a:r>
              <a:rPr lang="da-DK" dirty="0"/>
              <a:t> the output look?</a:t>
            </a:r>
          </a:p>
          <a:p>
            <a:endParaRPr lang="da-DK" dirty="0"/>
          </a:p>
          <a:p>
            <a:r>
              <a:rPr lang="da-DK" dirty="0" err="1"/>
              <a:t>What</a:t>
            </a:r>
            <a:r>
              <a:rPr lang="da-DK" dirty="0"/>
              <a:t> </a:t>
            </a:r>
            <a:r>
              <a:rPr lang="da-DK" dirty="0" err="1"/>
              <a:t>assumptions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be</a:t>
            </a:r>
            <a:r>
              <a:rPr lang="da-DK" dirty="0"/>
              <a:t> made?</a:t>
            </a:r>
          </a:p>
          <a:p>
            <a:endParaRPr lang="da-DK" dirty="0"/>
          </a:p>
          <a:p>
            <a:r>
              <a:rPr lang="da-DK" dirty="0"/>
              <a:t>How </a:t>
            </a:r>
            <a:r>
              <a:rPr lang="da-DK" dirty="0" err="1"/>
              <a:t>much</a:t>
            </a:r>
            <a:r>
              <a:rPr lang="da-DK" dirty="0"/>
              <a:t> </a:t>
            </a:r>
            <a:r>
              <a:rPr lang="da-DK" dirty="0" err="1"/>
              <a:t>can</a:t>
            </a:r>
            <a:r>
              <a:rPr lang="da-DK" dirty="0"/>
              <a:t> </a:t>
            </a:r>
            <a:r>
              <a:rPr lang="da-DK" dirty="0" err="1"/>
              <a:t>we</a:t>
            </a:r>
            <a:r>
              <a:rPr lang="da-DK" dirty="0"/>
              <a:t> trust it?</a:t>
            </a:r>
          </a:p>
          <a:p>
            <a:endParaRPr lang="da-DK" dirty="0"/>
          </a:p>
          <a:p>
            <a:r>
              <a:rPr lang="da-DK" dirty="0"/>
              <a:t>Can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use</a:t>
            </a:r>
            <a:r>
              <a:rPr lang="da-DK" dirty="0"/>
              <a:t> it to understand </a:t>
            </a:r>
            <a:r>
              <a:rPr lang="da-DK" dirty="0" err="1"/>
              <a:t>underlying</a:t>
            </a:r>
            <a:r>
              <a:rPr lang="da-DK" dirty="0"/>
              <a:t> </a:t>
            </a:r>
            <a:r>
              <a:rPr lang="da-DK" dirty="0" err="1"/>
              <a:t>mechanisms</a:t>
            </a:r>
            <a:r>
              <a:rPr lang="da-DK" dirty="0"/>
              <a:t>?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FE3FF20-9890-4FEB-683B-3B578D13F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Why</a:t>
            </a:r>
            <a:r>
              <a:rPr lang="da-DK" dirty="0"/>
              <a:t> do </a:t>
            </a:r>
            <a:r>
              <a:rPr lang="da-DK" dirty="0" err="1"/>
              <a:t>we</a:t>
            </a:r>
            <a:r>
              <a:rPr lang="da-DK" dirty="0"/>
              <a:t> </a:t>
            </a:r>
            <a:r>
              <a:rPr lang="da-DK" dirty="0" err="1"/>
              <a:t>need</a:t>
            </a:r>
            <a:r>
              <a:rPr lang="da-DK" dirty="0"/>
              <a:t> to </a:t>
            </a:r>
            <a:r>
              <a:rPr lang="da-DK" dirty="0" err="1"/>
              <a:t>classify</a:t>
            </a:r>
            <a:r>
              <a:rPr lang="da-DK" dirty="0"/>
              <a:t> models?</a:t>
            </a:r>
          </a:p>
        </p:txBody>
      </p:sp>
    </p:spTree>
    <p:extLst>
      <p:ext uri="{BB962C8B-B14F-4D97-AF65-F5344CB8AC3E}">
        <p14:creationId xmlns:p14="http://schemas.microsoft.com/office/powerpoint/2010/main" val="212617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0EBC35-C1BE-2868-2D66-5EEBCE1930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Examples</a:t>
            </a:r>
            <a:r>
              <a:rPr lang="da-DK" dirty="0"/>
              <a:t> of model </a:t>
            </a:r>
            <a:r>
              <a:rPr lang="da-DK" dirty="0" err="1"/>
              <a:t>descriptions</a:t>
            </a:r>
            <a:r>
              <a:rPr lang="da-DK" dirty="0"/>
              <a:t> in </a:t>
            </a:r>
            <a:r>
              <a:rPr lang="da-DK" dirty="0" err="1"/>
              <a:t>litterature</a:t>
            </a:r>
            <a:endParaRPr lang="da-DK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146CEA8-FF08-A6B0-712A-44EC3C2C5D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0832433">
            <a:off x="526660" y="2094570"/>
            <a:ext cx="5344271" cy="5048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645AA60-4582-7FAF-AFFC-6A357530B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376849">
            <a:off x="5671261" y="2475399"/>
            <a:ext cx="5677692" cy="400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57C253-5946-50AB-9E29-9FF788B1FC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1476" y="3219421"/>
            <a:ext cx="6296904" cy="2095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C0B40D0-4B95-88BB-965E-E0044D3273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460740">
            <a:off x="4917400" y="3973910"/>
            <a:ext cx="6058746" cy="2191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A3688AB-95C4-6AE8-D588-5BEF42FD1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209663">
            <a:off x="539956" y="4005563"/>
            <a:ext cx="6287377" cy="28579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4ED897E-2211-7044-B460-A17D85F39EA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1651" y="4911799"/>
            <a:ext cx="9297698" cy="314369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AF43FD09-E65F-69F6-29E0-39FABD8A7134}"/>
                  </a:ext>
                </a:extLst>
              </p14:cNvPr>
              <p14:cNvContentPartPr/>
              <p14:nvPr/>
            </p14:nvContentPartPr>
            <p14:xfrm>
              <a:off x="2185825" y="2297956"/>
              <a:ext cx="1206360" cy="27756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AF43FD09-E65F-69F6-29E0-39FABD8A71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2177185" y="2289316"/>
                <a:ext cx="1224000" cy="295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B7B8861-7C02-A34C-E072-6416A8FC6B31}"/>
                  </a:ext>
                </a:extLst>
              </p14:cNvPr>
              <p14:cNvContentPartPr/>
              <p14:nvPr/>
            </p14:nvContentPartPr>
            <p14:xfrm>
              <a:off x="10209865" y="2845516"/>
              <a:ext cx="1080000" cy="15804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B7B8861-7C02-A34C-E072-6416A8FC6B31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200865" y="2836516"/>
                <a:ext cx="109764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CE27DE7E-0B84-6611-F788-6647DC294BC1}"/>
                  </a:ext>
                </a:extLst>
              </p14:cNvPr>
              <p14:cNvContentPartPr/>
              <p14:nvPr/>
            </p14:nvContentPartPr>
            <p14:xfrm>
              <a:off x="1869745" y="3458956"/>
              <a:ext cx="1079640" cy="1044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CE27DE7E-0B84-6611-F788-6647DC294BC1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1861105" y="3450316"/>
                <a:ext cx="1097280" cy="2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5175FABA-1579-2509-FAC1-BE8E0F05A7F7}"/>
                  </a:ext>
                </a:extLst>
              </p14:cNvPr>
              <p14:cNvContentPartPr/>
              <p14:nvPr/>
            </p14:nvContentPartPr>
            <p14:xfrm>
              <a:off x="6385225" y="3961516"/>
              <a:ext cx="1828800" cy="3099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5175FABA-1579-2509-FAC1-BE8E0F05A7F7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376225" y="3952516"/>
                <a:ext cx="1846440" cy="327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5DAFF4DB-CB1F-8C38-6B0E-6CDAA0EDADD7}"/>
                  </a:ext>
                </a:extLst>
              </p14:cNvPr>
              <p14:cNvContentPartPr/>
              <p14:nvPr/>
            </p14:nvContentPartPr>
            <p14:xfrm>
              <a:off x="809905" y="4123876"/>
              <a:ext cx="1921320" cy="1591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5DAFF4DB-CB1F-8C38-6B0E-6CDAA0EDADD7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00905" y="4114876"/>
                <a:ext cx="193896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C195DF7-8A21-721E-2CA0-A5CCB250A467}"/>
                  </a:ext>
                </a:extLst>
              </p14:cNvPr>
              <p14:cNvContentPartPr/>
              <p14:nvPr/>
            </p14:nvContentPartPr>
            <p14:xfrm>
              <a:off x="2681905" y="5216836"/>
              <a:ext cx="1614960" cy="1872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C195DF7-8A21-721E-2CA0-A5CCB250A46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673265" y="5207836"/>
                <a:ext cx="1632600" cy="3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5936740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1FDE31-59A2-B136-75F4-2AF566BFB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/>
              <a:t>Stages in model </a:t>
            </a:r>
            <a:r>
              <a:rPr lang="da-DK" dirty="0" err="1"/>
              <a:t>development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A941CF-6E25-1DE8-C509-A2F48F699C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2046668" cy="50489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a-DK" sz="2000" dirty="0" err="1"/>
              <a:t>Conceptual</a:t>
            </a:r>
            <a:r>
              <a:rPr lang="da-DK" sz="2000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639B96-8F58-F6D8-5FC0-4E4E3C1F3F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875" y="2663502"/>
            <a:ext cx="3839111" cy="28674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78819B4-D559-3B07-7EBF-87C4C9993A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5314" y="3176552"/>
            <a:ext cx="1581371" cy="50489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14D5BD2-D572-E00A-14CC-EAD49F0130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5891" y="3744083"/>
            <a:ext cx="2457793" cy="51442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B286B5C-A255-AB4A-7997-7B9E790902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39051" y="2153487"/>
            <a:ext cx="3314749" cy="337744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09DF5A5-D767-E554-F945-D232AC68711A}"/>
              </a:ext>
            </a:extLst>
          </p:cNvPr>
          <p:cNvSpPr txBox="1">
            <a:spLocks/>
          </p:cNvSpPr>
          <p:nvPr/>
        </p:nvSpPr>
        <p:spPr>
          <a:xfrm>
            <a:off x="4383207" y="1825625"/>
            <a:ext cx="2616022" cy="504895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a-DK" dirty="0"/>
              <a:t>Mathematical model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682FDA-C5D9-03EA-5CFC-E0DC9354BC68}"/>
              </a:ext>
            </a:extLst>
          </p:cNvPr>
          <p:cNvSpPr txBox="1">
            <a:spLocks/>
          </p:cNvSpPr>
          <p:nvPr/>
        </p:nvSpPr>
        <p:spPr>
          <a:xfrm>
            <a:off x="8627011" y="1690688"/>
            <a:ext cx="2616022" cy="5048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a-DK" sz="2000" dirty="0"/>
              <a:t>Computer model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BB19F4-BB5F-24EA-854A-56AB76B0F583}"/>
              </a:ext>
            </a:extLst>
          </p:cNvPr>
          <p:cNvCxnSpPr/>
          <p:nvPr/>
        </p:nvCxnSpPr>
        <p:spPr>
          <a:xfrm>
            <a:off x="1172308" y="6119446"/>
            <a:ext cx="9648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F2393C4-4EF8-CC60-1537-F95BDC2331CC}"/>
              </a:ext>
            </a:extLst>
          </p:cNvPr>
          <p:cNvSpPr txBox="1"/>
          <p:nvPr/>
        </p:nvSpPr>
        <p:spPr>
          <a:xfrm>
            <a:off x="4995891" y="6308209"/>
            <a:ext cx="2163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Model </a:t>
            </a:r>
            <a:r>
              <a:rPr lang="da-DK" dirty="0" err="1"/>
              <a:t>development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38478384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DA6F35E-E0E6-D26E-EF14-79C8F9642F7B}"/>
              </a:ext>
            </a:extLst>
          </p:cNvPr>
          <p:cNvSpPr txBox="1"/>
          <p:nvPr/>
        </p:nvSpPr>
        <p:spPr>
          <a:xfrm>
            <a:off x="1805548" y="329174"/>
            <a:ext cx="838360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a-DK" sz="4400" dirty="0" err="1"/>
              <a:t>Linear</a:t>
            </a:r>
            <a:r>
              <a:rPr lang="da-DK" sz="4400" dirty="0"/>
              <a:t> </a:t>
            </a:r>
            <a:r>
              <a:rPr lang="da-DK" sz="4400" dirty="0" err="1"/>
              <a:t>vs</a:t>
            </a:r>
            <a:r>
              <a:rPr lang="da-DK" sz="4400" dirty="0"/>
              <a:t> nonlinear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CB5282-12BB-BA18-5CF2-1BACA9A03FD2}"/>
                  </a:ext>
                </a:extLst>
              </p:cNvPr>
              <p:cNvSpPr txBox="1"/>
              <p:nvPr/>
            </p:nvSpPr>
            <p:spPr>
              <a:xfrm>
                <a:off x="7910703" y="2592605"/>
                <a:ext cx="2612586" cy="30214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da-DK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𝑦</m:t>
                      </m:r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sup>
                      </m:sSup>
                      <m:r>
                        <a:rPr lang="da-DK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p>
                        <m:sSupPr>
                          <m:ctrlP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da-DK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m:oMathPara>
                </a14:m>
                <a:endParaRPr lang="da-DK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da-DK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da-DK" i="1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da-DK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a-DK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= sin(</a:t>
                </a:r>
                <a:r>
                  <a:rPr lang="da-DK" i="1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xy</a:t>
                </a:r>
                <a:r>
                  <a:rPr lang="da-DK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)</a:t>
                </a:r>
                <a:r>
                  <a:rPr lang="da-DK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  <a:endParaRPr lang="da-DK" dirty="0"/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𝑑𝑥</m:t>
                        </m:r>
                      </m:den>
                    </m:f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𝑦</m:t>
                    </m:r>
                    <m:sSup>
                      <m:sSup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a-DK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a-DK" b="0" dirty="0"/>
                  <a:t>	</a:t>
                </a:r>
              </a:p>
              <a:p>
                <a14:m>
                  <m:oMath xmlns:m="http://schemas.openxmlformats.org/officeDocument/2006/math">
                    <m:f>
                      <m:fPr>
                        <m:ctrlPr>
                          <a:rPr lang="da-DK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da-DK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da-DK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a-DK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da-DK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𝑑𝑦</m:t>
                                </m:r>
                              </m:num>
                              <m:den>
                                <m:r>
                                  <a:rPr lang="da-DK" b="0" i="1" smtClean="0">
                                    <a:latin typeface="Cambria Math" panose="02040503050406030204" pitchFamily="18" charset="0"/>
                                  </a:rPr>
                                  <m:t>𝑑𝑥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a-DK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a-DK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da-DK" dirty="0"/>
                  <a:t>	</a:t>
                </a:r>
              </a:p>
              <a:p>
                <a:r>
                  <a:rPr lang="da-DK" dirty="0"/>
                  <a:t>	</a:t>
                </a:r>
              </a:p>
              <a:p>
                <a:endParaRPr lang="da-DK" dirty="0"/>
              </a:p>
              <a:p>
                <a:endParaRPr lang="da-DK" dirty="0"/>
              </a:p>
              <a:p>
                <a:endParaRPr lang="da-DK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64CB5282-12BB-BA18-5CF2-1BACA9A03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10703" y="2592605"/>
                <a:ext cx="2612586" cy="302146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F03CBBAE-DD5A-72CB-128A-5D7C237BBD80}"/>
              </a:ext>
            </a:extLst>
          </p:cNvPr>
          <p:cNvSpPr txBox="1"/>
          <p:nvPr/>
        </p:nvSpPr>
        <p:spPr>
          <a:xfrm>
            <a:off x="1582986" y="2459504"/>
            <a:ext cx="49182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sz="2400" dirty="0"/>
              <a:t>The </a:t>
            </a:r>
            <a:r>
              <a:rPr lang="da-DK" sz="2400" b="1" u="sng" dirty="0"/>
              <a:t>dependent variable </a:t>
            </a:r>
            <a:r>
              <a:rPr lang="da-DK" sz="2400" dirty="0"/>
              <a:t>must:</a:t>
            </a:r>
          </a:p>
          <a:p>
            <a:pPr marL="457200" indent="-457200">
              <a:buAutoNum type="arabicPeriod"/>
            </a:pPr>
            <a:r>
              <a:rPr lang="da-DK" sz="2400" dirty="0" err="1"/>
              <a:t>appear</a:t>
            </a:r>
            <a:r>
              <a:rPr lang="da-DK" sz="2400" dirty="0"/>
              <a:t> in the </a:t>
            </a:r>
            <a:r>
              <a:rPr lang="da-DK" sz="2400" dirty="0" err="1"/>
              <a:t>first</a:t>
            </a:r>
            <a:r>
              <a:rPr lang="da-DK" sz="2400" dirty="0"/>
              <a:t> power (or </a:t>
            </a:r>
            <a:r>
              <a:rPr lang="da-DK" sz="2400" dirty="0" err="1"/>
              <a:t>zero</a:t>
            </a:r>
            <a:r>
              <a:rPr lang="da-DK" sz="2400" dirty="0"/>
              <a:t>)</a:t>
            </a:r>
          </a:p>
          <a:p>
            <a:pPr marL="457200" indent="-457200">
              <a:buAutoNum type="arabicPeriod"/>
            </a:pPr>
            <a:r>
              <a:rPr lang="da-DK" sz="2400" dirty="0"/>
              <a:t>Not </a:t>
            </a:r>
            <a:r>
              <a:rPr lang="da-DK" sz="2400" dirty="0" err="1"/>
              <a:t>be</a:t>
            </a:r>
            <a:r>
              <a:rPr lang="da-DK" sz="2400" dirty="0"/>
              <a:t> in a nonlinear </a:t>
            </a:r>
            <a:r>
              <a:rPr lang="da-DK" sz="2400" dirty="0" err="1"/>
              <a:t>function</a:t>
            </a:r>
            <a:r>
              <a:rPr lang="da-DK" sz="2400" dirty="0"/>
              <a:t> </a:t>
            </a:r>
          </a:p>
          <a:p>
            <a:pPr marL="457200" indent="-457200">
              <a:buAutoNum type="arabicPeriod"/>
            </a:pPr>
            <a:r>
              <a:rPr lang="da-DK" sz="2400" dirty="0"/>
              <a:t>Not </a:t>
            </a:r>
            <a:r>
              <a:rPr lang="da-DK" sz="2400" dirty="0" err="1"/>
              <a:t>be</a:t>
            </a:r>
            <a:r>
              <a:rPr lang="da-DK" sz="2400" dirty="0"/>
              <a:t> </a:t>
            </a:r>
            <a:r>
              <a:rPr lang="da-DK" sz="2400" dirty="0" err="1"/>
              <a:t>multiplied</a:t>
            </a:r>
            <a:r>
              <a:rPr lang="da-DK" sz="2400" dirty="0"/>
              <a:t>/</a:t>
            </a:r>
            <a:r>
              <a:rPr lang="da-DK" sz="2400" dirty="0" err="1"/>
              <a:t>divided</a:t>
            </a:r>
            <a:r>
              <a:rPr lang="da-DK" sz="2400" dirty="0"/>
              <a:t> with </a:t>
            </a:r>
            <a:r>
              <a:rPr lang="da-DK" sz="2400" dirty="0" err="1"/>
              <a:t>other</a:t>
            </a:r>
            <a:r>
              <a:rPr lang="da-DK" sz="2400" dirty="0"/>
              <a:t> dependent variables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7B24C17-8449-0809-59DC-62E46EB1AC1E}"/>
              </a:ext>
            </a:extLst>
          </p:cNvPr>
          <p:cNvGrpSpPr/>
          <p:nvPr/>
        </p:nvGrpSpPr>
        <p:grpSpPr>
          <a:xfrm>
            <a:off x="7677149" y="3167586"/>
            <a:ext cx="3878726" cy="1463226"/>
            <a:chOff x="7677149" y="3167586"/>
            <a:chExt cx="3878726" cy="1463226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420A93-6D5D-FD3A-ABB7-E9F6FB9F5048}"/>
                </a:ext>
              </a:extLst>
            </p:cNvPr>
            <p:cNvSpPr/>
            <p:nvPr/>
          </p:nvSpPr>
          <p:spPr>
            <a:xfrm>
              <a:off x="7677149" y="4002162"/>
              <a:ext cx="2162175" cy="628650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C6DE258-F911-D978-3690-1124535306E3}"/>
                </a:ext>
              </a:extLst>
            </p:cNvPr>
            <p:cNvSpPr txBox="1"/>
            <p:nvPr/>
          </p:nvSpPr>
          <p:spPr>
            <a:xfrm>
              <a:off x="10391774" y="4211712"/>
              <a:ext cx="116410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a-DK" dirty="0"/>
                <a:t>Nonlinear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70FC931-A37A-4126-C07D-352E5AC872B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39324" y="4316487"/>
              <a:ext cx="43815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AF501BE-7BF2-6C4C-F5BF-C8BF4847EE87}"/>
                </a:ext>
              </a:extLst>
            </p:cNvPr>
            <p:cNvSpPr/>
            <p:nvPr/>
          </p:nvSpPr>
          <p:spPr>
            <a:xfrm>
              <a:off x="7677149" y="3167586"/>
              <a:ext cx="1908977" cy="479966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A3CCE2C2-0DAB-8FC4-7D01-D7913280E44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586126" y="3647552"/>
              <a:ext cx="805648" cy="56416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0BB0F1-1C2B-79A0-52C0-ED61F06515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69053" y="5116477"/>
            <a:ext cx="3841320" cy="1012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0404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0CCC1C-3A5F-4557-6D4D-90891ED04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Steady-state</a:t>
            </a:r>
            <a:r>
              <a:rPr lang="da-DK" dirty="0"/>
              <a:t> versus transient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FC20B-1E6D-FCE8-510F-22CB4CCC892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a-DK" dirty="0"/>
                  <a:t>Transient/</a:t>
                </a:r>
                <a:r>
                  <a:rPr lang="da-DK" dirty="0" err="1"/>
                  <a:t>dynamic</a:t>
                </a:r>
                <a:r>
                  <a:rPr lang="da-DK" dirty="0"/>
                  <a:t>/non-</a:t>
                </a:r>
                <a:r>
                  <a:rPr lang="da-DK" dirty="0" err="1"/>
                  <a:t>steady</a:t>
                </a:r>
                <a:r>
                  <a:rPr lang="da-DK" dirty="0"/>
                  <a:t>-</a:t>
                </a:r>
                <a:r>
                  <a:rPr lang="da-DK" dirty="0" err="1"/>
                  <a:t>state</a:t>
                </a:r>
                <a:endParaRPr lang="da-DK" dirty="0"/>
              </a:p>
              <a:p>
                <a:pPr marL="0" indent="0">
                  <a:buNone/>
                </a:pPr>
                <a:r>
                  <a:rPr lang="da-DK" dirty="0"/>
                  <a:t>The dependent variable </a:t>
                </a:r>
                <a:r>
                  <a:rPr lang="da-DK" dirty="0" err="1"/>
                  <a:t>changes</a:t>
                </a:r>
                <a:r>
                  <a:rPr lang="da-DK" dirty="0"/>
                  <a:t> with </a:t>
                </a:r>
                <a:r>
                  <a:rPr lang="da-DK" u="sng" dirty="0"/>
                  <a:t>time</a:t>
                </a:r>
              </a:p>
              <a:p>
                <a:pPr marL="0" indent="0">
                  <a:buNone/>
                </a:pPr>
                <a:endParaRPr lang="da-DK" dirty="0"/>
              </a:p>
              <a:p>
                <a:pPr marL="0" indent="0">
                  <a:buNone/>
                </a:pPr>
                <a:r>
                  <a:rPr lang="da-DK" sz="1500" dirty="0"/>
                  <a:t>Batch </a:t>
                </a:r>
                <a:r>
                  <a:rPr lang="da-DK" sz="1500" dirty="0" err="1"/>
                  <a:t>reactor</a:t>
                </a:r>
                <a:r>
                  <a:rPr lang="da-DK" sz="1500" dirty="0"/>
                  <a:t> (</a:t>
                </a:r>
                <a:r>
                  <a:rPr lang="da-DK" sz="1500" dirty="0" err="1"/>
                  <a:t>first</a:t>
                </a:r>
                <a:r>
                  <a:rPr lang="da-DK" sz="1500" dirty="0"/>
                  <a:t> </a:t>
                </a:r>
                <a:r>
                  <a:rPr lang="da-DK" sz="1500" dirty="0" err="1"/>
                  <a:t>order</a:t>
                </a:r>
                <a:r>
                  <a:rPr lang="da-DK" sz="1500" dirty="0"/>
                  <a:t> </a:t>
                </a:r>
                <a:r>
                  <a:rPr lang="da-DK" sz="1500" dirty="0" err="1"/>
                  <a:t>reaction</a:t>
                </a:r>
                <a:r>
                  <a:rPr lang="da-DK" sz="1500" dirty="0"/>
                  <a:t>)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a-DK" sz="1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a-DK" sz="15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da-DK" sz="1500" b="0" i="1" smtClean="0">
                        <a:latin typeface="Cambria Math" panose="02040503050406030204" pitchFamily="18" charset="0"/>
                      </a:rPr>
                      <m:t>𝑘𝐶</m:t>
                    </m:r>
                  </m:oMath>
                </a14:m>
                <a:r>
                  <a:rPr lang="da-DK" sz="1500" dirty="0"/>
                  <a:t>		             CSTR (</a:t>
                </a:r>
                <a:r>
                  <a:rPr lang="da-DK" sz="1500" dirty="0" err="1"/>
                  <a:t>first</a:t>
                </a:r>
                <a:r>
                  <a:rPr lang="da-DK" sz="1500" dirty="0"/>
                  <a:t> </a:t>
                </a:r>
                <a:r>
                  <a:rPr lang="da-DK" sz="1500" dirty="0" err="1"/>
                  <a:t>order</a:t>
                </a:r>
                <a:r>
                  <a:rPr lang="da-DK" sz="1500" dirty="0"/>
                  <a:t> </a:t>
                </a:r>
                <a:r>
                  <a:rPr lang="da-DK" sz="1500" dirty="0" err="1"/>
                  <a:t>reaction</a:t>
                </a:r>
                <a:r>
                  <a:rPr lang="da-DK" sz="1500" dirty="0"/>
                  <a:t>)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a-DK" sz="15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1500" i="1">
                            <a:latin typeface="Cambria Math" panose="02040503050406030204" pitchFamily="18" charset="0"/>
                          </a:rPr>
                          <m:t>𝑑𝐶</m:t>
                        </m:r>
                      </m:num>
                      <m:den>
                        <m:r>
                          <a:rPr lang="da-DK" sz="15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a-DK" sz="15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a-DK" sz="15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num>
                      <m:den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den>
                    </m:f>
                    <m:d>
                      <m:dPr>
                        <m:ctrlPr>
                          <a:rPr lang="da-DK" sz="15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da-DK" sz="15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1500" b="0" i="1" smtClean="0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da-DK" sz="1500" b="0" i="1" smtClean="0">
                                <a:latin typeface="Cambria Math" panose="02040503050406030204" pitchFamily="18" charset="0"/>
                              </a:rPr>
                              <m:t>𝑖𝑛</m:t>
                            </m:r>
                          </m:sub>
                        </m:sSub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a-DK" sz="15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</m:d>
                    <m:r>
                      <a:rPr lang="da-DK" sz="15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a-DK" sz="1500" b="0" i="1" smtClean="0">
                        <a:latin typeface="Cambria Math" panose="02040503050406030204" pitchFamily="18" charset="0"/>
                      </a:rPr>
                      <m:t>𝑘𝐶</m:t>
                    </m:r>
                  </m:oMath>
                </a14:m>
                <a:endParaRPr lang="da-DK" sz="15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1BFC20B-1E6D-FCE8-510F-22CB4CCC892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381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E40855D5-A8DC-8305-74DA-C2AA9200B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31547" y="3926933"/>
            <a:ext cx="3635139" cy="26345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80F92CA-A260-1252-1012-B83FC2D34A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5279" y="3864884"/>
            <a:ext cx="3605715" cy="2610214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07E7AB39-D5FF-923E-F889-453F516278F5}"/>
              </a:ext>
            </a:extLst>
          </p:cNvPr>
          <p:cNvGrpSpPr/>
          <p:nvPr/>
        </p:nvGrpSpPr>
        <p:grpSpPr>
          <a:xfrm>
            <a:off x="2318394" y="4524916"/>
            <a:ext cx="1531800" cy="249840"/>
            <a:chOff x="9344425" y="1843276"/>
            <a:chExt cx="1531800" cy="24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D2E4DCA-1B77-4B51-7E00-1E9FB90E648C}"/>
                    </a:ext>
                  </a:extLst>
                </p14:cNvPr>
                <p14:cNvContentPartPr/>
                <p14:nvPr/>
              </p14:nvContentPartPr>
              <p14:xfrm>
                <a:off x="9451345" y="1843276"/>
                <a:ext cx="138960" cy="2289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D2E4DCA-1B77-4B51-7E00-1E9FB90E648C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9442345" y="1834276"/>
                  <a:ext cx="15660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AE6D484-7CC0-C2D4-9DE9-8F3896B92AB1}"/>
                    </a:ext>
                  </a:extLst>
                </p14:cNvPr>
                <p14:cNvContentPartPr/>
                <p14:nvPr/>
              </p14:nvContentPartPr>
              <p14:xfrm>
                <a:off x="9344425" y="1995196"/>
                <a:ext cx="17532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AE6D484-7CC0-C2D4-9DE9-8F3896B92AB1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9335425" y="1986556"/>
                  <a:ext cx="19296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D5850D5-4D06-8D3B-07B5-6B8E00C24B50}"/>
                    </a:ext>
                  </a:extLst>
                </p14:cNvPr>
                <p14:cNvContentPartPr/>
                <p14:nvPr/>
              </p14:nvContentPartPr>
              <p14:xfrm>
                <a:off x="9596425" y="1969996"/>
                <a:ext cx="122760" cy="10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D5850D5-4D06-8D3B-07B5-6B8E00C24B50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9587425" y="1960996"/>
                  <a:ext cx="1404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C66C3C8-775B-DA57-58B5-5385D77B9113}"/>
                    </a:ext>
                  </a:extLst>
                </p14:cNvPr>
                <p14:cNvContentPartPr/>
                <p14:nvPr/>
              </p14:nvContentPartPr>
              <p14:xfrm>
                <a:off x="9681745" y="1966036"/>
                <a:ext cx="419040" cy="1155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C66C3C8-775B-DA57-58B5-5385D77B9113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9673105" y="1957036"/>
                  <a:ext cx="43668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1BC2CD53-CF13-7D8C-BF54-83A09AFE2FC1}"/>
                    </a:ext>
                  </a:extLst>
                </p14:cNvPr>
                <p14:cNvContentPartPr/>
                <p14:nvPr/>
              </p14:nvContentPartPr>
              <p14:xfrm>
                <a:off x="10056505" y="1957036"/>
                <a:ext cx="132480" cy="136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1BC2CD53-CF13-7D8C-BF54-83A09AFE2FC1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0047865" y="1948036"/>
                  <a:ext cx="150120" cy="15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F6A69F-20DD-D8B6-1084-A23336F5AE3F}"/>
                    </a:ext>
                  </a:extLst>
                </p14:cNvPr>
                <p14:cNvContentPartPr/>
                <p14:nvPr/>
              </p14:nvContentPartPr>
              <p14:xfrm>
                <a:off x="10290145" y="1946596"/>
                <a:ext cx="19800" cy="921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F6A69F-20DD-D8B6-1084-A23336F5AE3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0281145" y="1937596"/>
                  <a:ext cx="3744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91EFF4C8-B22E-5391-55A8-D406F86BC711}"/>
                    </a:ext>
                  </a:extLst>
                </p14:cNvPr>
                <p14:cNvContentPartPr/>
                <p14:nvPr/>
              </p14:nvContentPartPr>
              <p14:xfrm>
                <a:off x="10244065" y="1854796"/>
                <a:ext cx="24840" cy="190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91EFF4C8-B22E-5391-55A8-D406F86BC711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0235065" y="1846156"/>
                  <a:ext cx="4248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021B263A-F8C5-9FAC-E42F-06693EA31185}"/>
                    </a:ext>
                  </a:extLst>
                </p14:cNvPr>
                <p14:cNvContentPartPr/>
                <p14:nvPr/>
              </p14:nvContentPartPr>
              <p14:xfrm>
                <a:off x="10326505" y="1864156"/>
                <a:ext cx="506160" cy="21240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021B263A-F8C5-9FAC-E42F-06693EA31185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317865" y="1855516"/>
                  <a:ext cx="523800" cy="23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0E517C0-127C-79F8-EC0F-60255CEF2B92}"/>
                    </a:ext>
                  </a:extLst>
                </p14:cNvPr>
                <p14:cNvContentPartPr/>
                <p14:nvPr/>
              </p14:nvContentPartPr>
              <p14:xfrm>
                <a:off x="10730065" y="1969636"/>
                <a:ext cx="146160" cy="306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0E517C0-127C-79F8-EC0F-60255CEF2B92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721425" y="1960996"/>
                  <a:ext cx="163800" cy="48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3239574-3159-5114-C775-96589EDDB875}"/>
              </a:ext>
            </a:extLst>
          </p:cNvPr>
          <p:cNvGrpSpPr/>
          <p:nvPr/>
        </p:nvGrpSpPr>
        <p:grpSpPr>
          <a:xfrm>
            <a:off x="7691870" y="4499396"/>
            <a:ext cx="860387" cy="291804"/>
            <a:chOff x="4692865" y="4726876"/>
            <a:chExt cx="846720" cy="29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9B77FC8-7BA1-BD8C-D5B9-02497AF4B0BB}"/>
                    </a:ext>
                  </a:extLst>
                </p14:cNvPr>
                <p14:cNvContentPartPr/>
                <p14:nvPr/>
              </p14:nvContentPartPr>
              <p14:xfrm>
                <a:off x="4692865" y="4774756"/>
                <a:ext cx="152640" cy="1764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9B77FC8-7BA1-BD8C-D5B9-02497AF4B0B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4683865" y="4766116"/>
                  <a:ext cx="170280" cy="19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13FD180-2120-C619-1B83-59C499F5693B}"/>
                    </a:ext>
                  </a:extLst>
                </p14:cNvPr>
                <p14:cNvContentPartPr/>
                <p14:nvPr/>
              </p14:nvContentPartPr>
              <p14:xfrm>
                <a:off x="4858105" y="4779076"/>
                <a:ext cx="22320" cy="14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13FD180-2120-C619-1B83-59C499F5693B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4849105" y="4770436"/>
                  <a:ext cx="3996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F703AC5-0EF0-8021-D31F-3B387CFC334A}"/>
                    </a:ext>
                  </a:extLst>
                </p14:cNvPr>
                <p14:cNvContentPartPr/>
                <p14:nvPr/>
              </p14:nvContentPartPr>
              <p14:xfrm>
                <a:off x="4837585" y="4792396"/>
                <a:ext cx="169200" cy="112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F703AC5-0EF0-8021-D31F-3B387CFC334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828585" y="4783396"/>
                  <a:ext cx="186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2945829-BC6C-5BAA-7355-DA00921369B2}"/>
                    </a:ext>
                  </a:extLst>
                </p14:cNvPr>
                <p14:cNvContentPartPr/>
                <p14:nvPr/>
              </p14:nvContentPartPr>
              <p14:xfrm>
                <a:off x="4991665" y="4807156"/>
                <a:ext cx="173160" cy="86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2945829-BC6C-5BAA-7355-DA00921369B2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983025" y="4798156"/>
                  <a:ext cx="19080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9AB51C8-451F-D310-BEC0-4F266C366794}"/>
                    </a:ext>
                  </a:extLst>
                </p14:cNvPr>
                <p14:cNvContentPartPr/>
                <p14:nvPr/>
              </p14:nvContentPartPr>
              <p14:xfrm>
                <a:off x="5169145" y="4732636"/>
                <a:ext cx="78480" cy="15768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9AB51C8-451F-D310-BEC0-4F266C366794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5160505" y="4723996"/>
                  <a:ext cx="96120" cy="17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2835CF7-B2CE-BE89-17CD-63D56CE2E892}"/>
                    </a:ext>
                  </a:extLst>
                </p14:cNvPr>
                <p14:cNvContentPartPr/>
                <p14:nvPr/>
              </p14:nvContentPartPr>
              <p14:xfrm>
                <a:off x="5237185" y="4726876"/>
                <a:ext cx="302400" cy="29664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2835CF7-B2CE-BE89-17CD-63D56CE2E892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28185" y="4718236"/>
                  <a:ext cx="320040" cy="314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4ED3FA7A-DCF9-6B8F-75FE-AFB6777D45B1}"/>
              </a:ext>
            </a:extLst>
          </p:cNvPr>
          <p:cNvGrpSpPr/>
          <p:nvPr/>
        </p:nvGrpSpPr>
        <p:grpSpPr>
          <a:xfrm>
            <a:off x="7144658" y="4372881"/>
            <a:ext cx="45719" cy="45719"/>
            <a:chOff x="4177345" y="4645876"/>
            <a:chExt cx="360" cy="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187D990E-EE61-3F20-7D29-4A3376FA7177}"/>
                    </a:ext>
                  </a:extLst>
                </p14:cNvPr>
                <p14:cNvContentPartPr/>
                <p14:nvPr/>
              </p14:nvContentPartPr>
              <p14:xfrm>
                <a:off x="4177345" y="4645876"/>
                <a:ext cx="360" cy="50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187D990E-EE61-3F20-7D29-4A3376FA717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4168705" y="4636876"/>
                  <a:ext cx="18000" cy="2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8C76B26B-7B95-AC2B-8D28-4FB2E9B160B7}"/>
                    </a:ext>
                  </a:extLst>
                </p14:cNvPr>
                <p14:cNvContentPartPr/>
                <p14:nvPr/>
              </p14:nvContentPartPr>
              <p14:xfrm>
                <a:off x="4177345" y="4650556"/>
                <a:ext cx="360" cy="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8C76B26B-7B95-AC2B-8D28-4FB2E9B160B7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4168705" y="46415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DF53508-AB46-F3C7-C09B-3871A3A3FCBC}"/>
                  </a:ext>
                </a:extLst>
              </p14:cNvPr>
              <p14:cNvContentPartPr/>
              <p14:nvPr/>
            </p14:nvContentPartPr>
            <p14:xfrm>
              <a:off x="7153590" y="4395878"/>
              <a:ext cx="2293267" cy="62681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DF53508-AB46-F3C7-C09B-3871A3A3FCB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144588" y="4386872"/>
                <a:ext cx="2310910" cy="80333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718CF21C-81D0-1830-96FD-18ED6EEA9954}"/>
              </a:ext>
            </a:extLst>
          </p:cNvPr>
          <p:cNvGrpSpPr/>
          <p:nvPr/>
        </p:nvGrpSpPr>
        <p:grpSpPr>
          <a:xfrm>
            <a:off x="6696683" y="5021880"/>
            <a:ext cx="404221" cy="138819"/>
            <a:chOff x="4047048" y="5251896"/>
            <a:chExt cx="397800" cy="14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B6BBF24-6477-7203-7D47-FE1D71478F71}"/>
                    </a:ext>
                  </a:extLst>
                </p14:cNvPr>
                <p14:cNvContentPartPr/>
                <p14:nvPr/>
              </p14:nvContentPartPr>
              <p14:xfrm>
                <a:off x="4049568" y="5251896"/>
                <a:ext cx="395280" cy="133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B6BBF24-6477-7203-7D47-FE1D71478F71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4040568" y="5242896"/>
                  <a:ext cx="41292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522955E-FDEB-A447-0193-652A74F6A14A}"/>
                    </a:ext>
                  </a:extLst>
                </p14:cNvPr>
                <p14:cNvContentPartPr/>
                <p14:nvPr/>
              </p14:nvContentPartPr>
              <p14:xfrm>
                <a:off x="4047048" y="5336496"/>
                <a:ext cx="60480" cy="565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522955E-FDEB-A447-0193-652A74F6A14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4038408" y="5327856"/>
                  <a:ext cx="78120" cy="74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6A4E409E-D965-6187-C660-5BF48C08D1D2}"/>
              </a:ext>
            </a:extLst>
          </p:cNvPr>
          <p:cNvGrpSpPr/>
          <p:nvPr/>
        </p:nvGrpSpPr>
        <p:grpSpPr>
          <a:xfrm>
            <a:off x="6865103" y="5213733"/>
            <a:ext cx="1164375" cy="264890"/>
            <a:chOff x="4310568" y="5625216"/>
            <a:chExt cx="1145880" cy="26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1175EB71-B667-3CF2-D6F6-30C05ED1E23C}"/>
                    </a:ext>
                  </a:extLst>
                </p14:cNvPr>
                <p14:cNvContentPartPr/>
                <p14:nvPr/>
              </p14:nvContentPartPr>
              <p14:xfrm>
                <a:off x="4326768" y="5628456"/>
                <a:ext cx="85680" cy="26604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1175EB71-B667-3CF2-D6F6-30C05ED1E23C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4317768" y="5619816"/>
                  <a:ext cx="10332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AC9A5383-C40F-B29C-2D19-1F60C8D8D4D7}"/>
                    </a:ext>
                  </a:extLst>
                </p14:cNvPr>
                <p14:cNvContentPartPr/>
                <p14:nvPr/>
              </p14:nvContentPartPr>
              <p14:xfrm>
                <a:off x="4310568" y="5800536"/>
                <a:ext cx="85680" cy="1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AC9A5383-C40F-B29C-2D19-1F60C8D8D4D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4301568" y="5791536"/>
                  <a:ext cx="103320" cy="3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B8FB6AF-6110-0D68-BF37-36F1DB4AEE82}"/>
                    </a:ext>
                  </a:extLst>
                </p14:cNvPr>
                <p14:cNvContentPartPr/>
                <p14:nvPr/>
              </p14:nvContentPartPr>
              <p14:xfrm>
                <a:off x="4469688" y="5755176"/>
                <a:ext cx="85680" cy="1008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B8FB6AF-6110-0D68-BF37-36F1DB4AEE82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4461048" y="5746536"/>
                  <a:ext cx="10332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1E26903-1ABA-3621-C341-B2ADE0033E5F}"/>
                    </a:ext>
                  </a:extLst>
                </p14:cNvPr>
                <p14:cNvContentPartPr/>
                <p14:nvPr/>
              </p14:nvContentPartPr>
              <p14:xfrm>
                <a:off x="4566528" y="5772456"/>
                <a:ext cx="244800" cy="88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1E26903-1ABA-3621-C341-B2ADE0033E5F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557888" y="5763816"/>
                  <a:ext cx="26244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96DF890F-8741-23E3-6B7E-20F0767ED287}"/>
                    </a:ext>
                  </a:extLst>
                </p14:cNvPr>
                <p14:cNvContentPartPr/>
                <p14:nvPr/>
              </p14:nvContentPartPr>
              <p14:xfrm>
                <a:off x="4855248" y="5748696"/>
                <a:ext cx="94320" cy="1105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96DF890F-8741-23E3-6B7E-20F0767ED287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846608" y="5739696"/>
                  <a:ext cx="1119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6FA1516E-84C5-9348-7029-ABDC404A9E94}"/>
                    </a:ext>
                  </a:extLst>
                </p14:cNvPr>
                <p14:cNvContentPartPr/>
                <p14:nvPr/>
              </p14:nvContentPartPr>
              <p14:xfrm>
                <a:off x="4987368" y="5774976"/>
                <a:ext cx="16560" cy="79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6FA1516E-84C5-9348-7029-ABDC404A9E94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978368" y="5766336"/>
                  <a:ext cx="342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A2893668-7539-78B1-FC9C-BCBA187784B2}"/>
                    </a:ext>
                  </a:extLst>
                </p14:cNvPr>
                <p14:cNvContentPartPr/>
                <p14:nvPr/>
              </p14:nvContentPartPr>
              <p14:xfrm>
                <a:off x="4945608" y="5656176"/>
                <a:ext cx="5040" cy="180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A2893668-7539-78B1-FC9C-BCBA187784B2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936968" y="5647176"/>
                  <a:ext cx="22680" cy="3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4CAAF77-10FD-F51D-03C1-16F9089A4A5B}"/>
                    </a:ext>
                  </a:extLst>
                </p14:cNvPr>
                <p14:cNvContentPartPr/>
                <p14:nvPr/>
              </p14:nvContentPartPr>
              <p14:xfrm>
                <a:off x="5038128" y="5714496"/>
                <a:ext cx="243000" cy="152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4CAAF77-10FD-F51D-03C1-16F9089A4A5B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5029128" y="5705496"/>
                  <a:ext cx="26064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DA89D44-4373-53EE-8407-124384867EBA}"/>
                    </a:ext>
                  </a:extLst>
                </p14:cNvPr>
                <p14:cNvContentPartPr/>
                <p14:nvPr/>
              </p14:nvContentPartPr>
              <p14:xfrm>
                <a:off x="5338368" y="5625216"/>
                <a:ext cx="118080" cy="2422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DA89D44-4373-53EE-8407-124384867EBA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5329368" y="5616576"/>
                  <a:ext cx="135720" cy="25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6B1997D-B947-A5B7-D3B7-BABFB2076560}"/>
                    </a:ext>
                  </a:extLst>
                </p14:cNvPr>
                <p14:cNvContentPartPr/>
                <p14:nvPr/>
              </p14:nvContentPartPr>
              <p14:xfrm>
                <a:off x="5310648" y="5716656"/>
                <a:ext cx="133200" cy="360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6B1997D-B947-A5B7-D3B7-BABFB2076560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5301648" y="5707656"/>
                  <a:ext cx="150840" cy="53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49BE6299-6C59-885B-B8E6-AD584A648791}"/>
              </a:ext>
            </a:extLst>
          </p:cNvPr>
          <p:cNvGrpSpPr/>
          <p:nvPr/>
        </p:nvGrpSpPr>
        <p:grpSpPr>
          <a:xfrm>
            <a:off x="9188400" y="4446460"/>
            <a:ext cx="2540160" cy="821880"/>
            <a:chOff x="6175728" y="4678776"/>
            <a:chExt cx="2540160" cy="82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B2FF6A7C-0AC1-F7CA-5CE1-57567CE8E760}"/>
                    </a:ext>
                  </a:extLst>
                </p14:cNvPr>
                <p14:cNvContentPartPr/>
                <p14:nvPr/>
              </p14:nvContentPartPr>
              <p14:xfrm>
                <a:off x="6175728" y="4827456"/>
                <a:ext cx="982440" cy="3013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B2FF6A7C-0AC1-F7CA-5CE1-57567CE8E760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6166728" y="4818456"/>
                  <a:ext cx="100008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15D04D-7759-3934-C82B-8B898CF05646}"/>
                    </a:ext>
                  </a:extLst>
                </p14:cNvPr>
                <p14:cNvContentPartPr/>
                <p14:nvPr/>
              </p14:nvContentPartPr>
              <p14:xfrm>
                <a:off x="7319808" y="4678776"/>
                <a:ext cx="310320" cy="2876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15D04D-7759-3934-C82B-8B898CF0564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311168" y="4669776"/>
                  <a:ext cx="327960" cy="30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32D26F8F-E772-F887-2E50-818B5523D86D}"/>
                    </a:ext>
                  </a:extLst>
                </p14:cNvPr>
                <p14:cNvContentPartPr/>
                <p14:nvPr/>
              </p14:nvContentPartPr>
              <p14:xfrm>
                <a:off x="7644168" y="4685256"/>
                <a:ext cx="263160" cy="2372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32D26F8F-E772-F887-2E50-818B5523D86D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635528" y="4676616"/>
                  <a:ext cx="28080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4668971-2E6D-4C5A-7801-9CA50DDA938C}"/>
                    </a:ext>
                  </a:extLst>
                </p14:cNvPr>
                <p14:cNvContentPartPr/>
                <p14:nvPr/>
              </p14:nvContentPartPr>
              <p14:xfrm>
                <a:off x="7293528" y="5031216"/>
                <a:ext cx="795960" cy="720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4668971-2E6D-4C5A-7801-9CA50DDA938C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284528" y="5022576"/>
                  <a:ext cx="813600" cy="8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20F2D2B4-761A-316C-654A-65C0E1A843A2}"/>
                    </a:ext>
                  </a:extLst>
                </p14:cNvPr>
                <p14:cNvContentPartPr/>
                <p14:nvPr/>
              </p14:nvContentPartPr>
              <p14:xfrm>
                <a:off x="7381368" y="5210856"/>
                <a:ext cx="433440" cy="2898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20F2D2B4-761A-316C-654A-65C0E1A843A2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372368" y="5202216"/>
                  <a:ext cx="45108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42FE6C26-0629-B234-FA4E-C11A54FA852D}"/>
                    </a:ext>
                  </a:extLst>
                </p14:cNvPr>
                <p14:cNvContentPartPr/>
                <p14:nvPr/>
              </p14:nvContentPartPr>
              <p14:xfrm>
                <a:off x="7708248" y="5290416"/>
                <a:ext cx="185040" cy="212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42FE6C26-0629-B234-FA4E-C11A54FA852D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99608" y="5281416"/>
                  <a:ext cx="20268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4769C999-77CB-0026-1182-376BDF6EAE2E}"/>
                    </a:ext>
                  </a:extLst>
                </p14:cNvPr>
                <p14:cNvContentPartPr/>
                <p14:nvPr/>
              </p14:nvContentPartPr>
              <p14:xfrm>
                <a:off x="8260488" y="4952016"/>
                <a:ext cx="115920" cy="12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4769C999-77CB-0026-1182-376BDF6EAE2E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251488" y="4943016"/>
                  <a:ext cx="133560" cy="3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539C5848-4A9A-0F6C-1DB0-8DE6FCBAE466}"/>
                    </a:ext>
                  </a:extLst>
                </p14:cNvPr>
                <p14:cNvContentPartPr/>
                <p14:nvPr/>
              </p14:nvContentPartPr>
              <p14:xfrm>
                <a:off x="8260488" y="4964256"/>
                <a:ext cx="360" cy="3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539C5848-4A9A-0F6C-1DB0-8DE6FCBAE466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8251488" y="4955256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CE8E49FE-C78D-4893-998D-9CA207E039F1}"/>
                    </a:ext>
                  </a:extLst>
                </p14:cNvPr>
                <p14:cNvContentPartPr/>
                <p14:nvPr/>
              </p14:nvContentPartPr>
              <p14:xfrm>
                <a:off x="8260488" y="4964256"/>
                <a:ext cx="129600" cy="630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CE8E49FE-C78D-4893-998D-9CA207E039F1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8251488" y="4955256"/>
                  <a:ext cx="14724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E425CF7-91CF-0021-7052-732F7E03C01C}"/>
                    </a:ext>
                  </a:extLst>
                </p14:cNvPr>
                <p14:cNvContentPartPr/>
                <p14:nvPr/>
              </p14:nvContentPartPr>
              <p14:xfrm>
                <a:off x="8502768" y="4884336"/>
                <a:ext cx="213120" cy="1717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E425CF7-91CF-0021-7052-732F7E03C01C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8493768" y="4875696"/>
                  <a:ext cx="230760" cy="189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85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0F84DAF5-91E8-EA1D-D7B1-0F3C26D559AD}"/>
                  </a:ext>
                </a:extLst>
              </p14:cNvPr>
              <p14:cNvContentPartPr/>
              <p14:nvPr/>
            </p14:nvContentPartPr>
            <p14:xfrm>
              <a:off x="9149518" y="4591850"/>
              <a:ext cx="181442" cy="149089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0F84DAF5-91E8-EA1D-D7B1-0F3C26D559AD}"/>
                  </a:ext>
                </a:extLst>
              </p:cNvPr>
              <p:cNvPicPr/>
              <p:nvPr/>
            </p:nvPicPr>
            <p:blipFill>
              <a:blip r:embed="rId86"/>
              <a:stretch>
                <a:fillRect/>
              </a:stretch>
            </p:blipFill>
            <p:spPr>
              <a:xfrm>
                <a:off x="9140518" y="4582825"/>
                <a:ext cx="199082" cy="16677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120901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09D46E-539D-9FC7-946A-1DE16F255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Lumped</a:t>
            </a:r>
            <a:r>
              <a:rPr lang="da-DK" dirty="0"/>
              <a:t> parameter versus </a:t>
            </a:r>
            <a:r>
              <a:rPr lang="da-DK" dirty="0" err="1"/>
              <a:t>distributed</a:t>
            </a:r>
            <a:r>
              <a:rPr lang="da-DK" dirty="0"/>
              <a:t> parameter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EACA3D-76E8-004F-3E53-3C4FE0D052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a-DK" sz="2000" dirty="0" err="1"/>
              <a:t>Does</a:t>
            </a:r>
            <a:r>
              <a:rPr lang="da-DK" sz="2000" dirty="0"/>
              <a:t> </a:t>
            </a:r>
            <a:r>
              <a:rPr lang="da-DK" sz="2000" dirty="0" err="1"/>
              <a:t>state</a:t>
            </a:r>
            <a:r>
              <a:rPr lang="da-DK" sz="2000" dirty="0"/>
              <a:t> variable and parameters </a:t>
            </a:r>
            <a:r>
              <a:rPr lang="da-DK" sz="2000" dirty="0" err="1"/>
              <a:t>vary</a:t>
            </a:r>
            <a:r>
              <a:rPr lang="da-DK" sz="2000" dirty="0"/>
              <a:t> in </a:t>
            </a:r>
            <a:r>
              <a:rPr lang="da-DK" sz="2000" dirty="0" err="1"/>
              <a:t>space</a:t>
            </a:r>
            <a:r>
              <a:rPr lang="da-DK" sz="2000" dirty="0"/>
              <a:t>? </a:t>
            </a:r>
            <a:r>
              <a:rPr lang="da-DK" sz="2000" dirty="0" err="1"/>
              <a:t>Closely</a:t>
            </a:r>
            <a:r>
              <a:rPr lang="da-DK" sz="2000" dirty="0"/>
              <a:t> </a:t>
            </a:r>
            <a:r>
              <a:rPr lang="da-DK" sz="2000" dirty="0" err="1"/>
              <a:t>related</a:t>
            </a:r>
            <a:r>
              <a:rPr lang="da-DK" sz="2000" dirty="0"/>
              <a:t> to </a:t>
            </a:r>
            <a:r>
              <a:rPr lang="da-DK" sz="2000" dirty="0" err="1"/>
              <a:t>PDEs</a:t>
            </a:r>
            <a:r>
              <a:rPr lang="da-DK" sz="2000" dirty="0"/>
              <a:t>!</a:t>
            </a:r>
          </a:p>
          <a:p>
            <a:pPr marL="0" indent="0">
              <a:buNone/>
            </a:pPr>
            <a:r>
              <a:rPr lang="da-DK" sz="2000" dirty="0">
                <a:sym typeface="Wingdings" panose="05000000000000000000" pitchFamily="2" charset="2"/>
              </a:rPr>
              <a:t>Models </a:t>
            </a:r>
            <a:r>
              <a:rPr lang="da-DK" sz="2000" dirty="0" err="1">
                <a:sym typeface="Wingdings" panose="05000000000000000000" pitchFamily="2" charset="2"/>
              </a:rPr>
              <a:t>are</a:t>
            </a:r>
            <a:r>
              <a:rPr lang="da-DK" sz="2000" dirty="0">
                <a:sym typeface="Wingdings" panose="05000000000000000000" pitchFamily="2" charset="2"/>
              </a:rPr>
              <a:t> </a:t>
            </a:r>
            <a:r>
              <a:rPr lang="da-DK" sz="2000" dirty="0" err="1">
                <a:sym typeface="Wingdings" panose="05000000000000000000" pitchFamily="2" charset="2"/>
              </a:rPr>
              <a:t>often</a:t>
            </a:r>
            <a:r>
              <a:rPr lang="da-DK" sz="2000" dirty="0">
                <a:sym typeface="Wingdings" panose="05000000000000000000" pitchFamily="2" charset="2"/>
              </a:rPr>
              <a:t> hybrids with </a:t>
            </a:r>
            <a:r>
              <a:rPr lang="da-DK" sz="2000" dirty="0" err="1">
                <a:sym typeface="Wingdings" panose="05000000000000000000" pitchFamily="2" charset="2"/>
              </a:rPr>
              <a:t>some</a:t>
            </a:r>
            <a:r>
              <a:rPr lang="da-DK" sz="2000" dirty="0">
                <a:sym typeface="Wingdings" panose="05000000000000000000" pitchFamily="2" charset="2"/>
              </a:rPr>
              <a:t> parameters </a:t>
            </a:r>
            <a:r>
              <a:rPr lang="da-DK" sz="2000" dirty="0" err="1">
                <a:sym typeface="Wingdings" panose="05000000000000000000" pitchFamily="2" charset="2"/>
              </a:rPr>
              <a:t>being</a:t>
            </a:r>
            <a:r>
              <a:rPr lang="da-DK" sz="2000" dirty="0">
                <a:sym typeface="Wingdings" panose="05000000000000000000" pitchFamily="2" charset="2"/>
              </a:rPr>
              <a:t> </a:t>
            </a:r>
            <a:r>
              <a:rPr lang="da-DK" sz="2000" dirty="0" err="1">
                <a:sym typeface="Wingdings" panose="05000000000000000000" pitchFamily="2" charset="2"/>
              </a:rPr>
              <a:t>lumped</a:t>
            </a:r>
            <a:r>
              <a:rPr lang="da-DK" sz="2000" dirty="0">
                <a:sym typeface="Wingdings" panose="05000000000000000000" pitchFamily="2" charset="2"/>
              </a:rPr>
              <a:t> and </a:t>
            </a:r>
            <a:r>
              <a:rPr lang="da-DK" sz="2000" dirty="0" err="1">
                <a:sym typeface="Wingdings" panose="05000000000000000000" pitchFamily="2" charset="2"/>
              </a:rPr>
              <a:t>some</a:t>
            </a:r>
            <a:r>
              <a:rPr lang="da-DK" sz="2000" dirty="0">
                <a:sym typeface="Wingdings" panose="05000000000000000000" pitchFamily="2" charset="2"/>
              </a:rPr>
              <a:t> </a:t>
            </a:r>
            <a:r>
              <a:rPr lang="da-DK" sz="2000" dirty="0" err="1">
                <a:sym typeface="Wingdings" panose="05000000000000000000" pitchFamily="2" charset="2"/>
              </a:rPr>
              <a:t>being</a:t>
            </a:r>
            <a:r>
              <a:rPr lang="da-DK" sz="2000" dirty="0">
                <a:sym typeface="Wingdings" panose="05000000000000000000" pitchFamily="2" charset="2"/>
              </a:rPr>
              <a:t> </a:t>
            </a:r>
            <a:r>
              <a:rPr lang="da-DK" sz="2000" dirty="0" err="1">
                <a:sym typeface="Wingdings" panose="05000000000000000000" pitchFamily="2" charset="2"/>
              </a:rPr>
              <a:t>distributed</a:t>
            </a:r>
            <a:endParaRPr lang="da-DK" sz="2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da-DK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da-DK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A69BAFB2-0420-3C3D-AC3E-9A94D36F3C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60" y="3016251"/>
            <a:ext cx="6144482" cy="2562583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86145262-6F83-68FC-D49D-EB8081C06E18}"/>
              </a:ext>
            </a:extLst>
          </p:cNvPr>
          <p:cNvSpPr txBox="1"/>
          <p:nvPr/>
        </p:nvSpPr>
        <p:spPr>
          <a:xfrm>
            <a:off x="838200" y="5882053"/>
            <a:ext cx="5472973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1100" dirty="0" err="1">
                <a:hlinkClick r:id="rId4" tooltip="Binay Kanti Dut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Binay</a:t>
            </a:r>
            <a:r>
              <a:rPr lang="da-DK" sz="1100" dirty="0">
                <a:hlinkClick r:id="rId4" tooltip="Binay Kanti Dut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da-DK" sz="1100" dirty="0" err="1">
                <a:hlinkClick r:id="rId4" tooltip="Binay Kanti Dut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Kanti</a:t>
            </a:r>
            <a:r>
              <a:rPr lang="da-DK" sz="1100" dirty="0">
                <a:hlinkClick r:id="rId4" tooltip="Binay Kanti Dut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da-DK" sz="1100" dirty="0" err="1">
                <a:hlinkClick r:id="rId4" tooltip="Binay Kanti Dutta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Dutta</a:t>
            </a:r>
            <a:r>
              <a:rPr lang="da-DK" sz="1100" dirty="0"/>
              <a:t>. 2020. </a:t>
            </a:r>
            <a:r>
              <a:rPr lang="en-US" sz="1100" dirty="0"/>
              <a:t>Mathematical Methods in Chemical and Biological Engineering</a:t>
            </a:r>
          </a:p>
          <a:p>
            <a:endParaRPr lang="da-DK" sz="140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59920535-3FAC-52F0-7032-D0217D067CBB}"/>
              </a:ext>
            </a:extLst>
          </p:cNvPr>
          <p:cNvGrpSpPr/>
          <p:nvPr/>
        </p:nvGrpSpPr>
        <p:grpSpPr>
          <a:xfrm>
            <a:off x="6842760" y="2589394"/>
            <a:ext cx="5254752" cy="3941323"/>
            <a:chOff x="6842760" y="2589394"/>
            <a:chExt cx="5254752" cy="3941323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6DBC8C43-61A3-96A7-702F-31BA61C5EEA1}"/>
                </a:ext>
              </a:extLst>
            </p:cNvPr>
            <p:cNvSpPr/>
            <p:nvPr/>
          </p:nvSpPr>
          <p:spPr>
            <a:xfrm>
              <a:off x="8308848" y="3202863"/>
              <a:ext cx="2322576" cy="2331720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5D1B005D-3782-2FE7-1CAA-B7E8FD904DE3}"/>
                </a:ext>
              </a:extLst>
            </p:cNvPr>
            <p:cNvSpPr/>
            <p:nvPr/>
          </p:nvSpPr>
          <p:spPr>
            <a:xfrm>
              <a:off x="8308848" y="5040807"/>
              <a:ext cx="2322576" cy="493774"/>
            </a:xfrm>
            <a:prstGeom prst="rect">
              <a:avLst/>
            </a:prstGeom>
            <a:solidFill>
              <a:srgbClr val="B89843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AC7737D9-F11D-0461-560C-6DB43A736D48}"/>
                </a:ext>
              </a:extLst>
            </p:cNvPr>
            <p:cNvSpPr txBox="1"/>
            <p:nvPr/>
          </p:nvSpPr>
          <p:spPr>
            <a:xfrm>
              <a:off x="8270746" y="2589394"/>
              <a:ext cx="242315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/>
                <a:t>Clarifier/</a:t>
              </a:r>
              <a:r>
                <a:rPr lang="da-DK" dirty="0" err="1"/>
                <a:t>settling</a:t>
              </a:r>
              <a:r>
                <a:rPr lang="da-DK" dirty="0"/>
                <a:t> tank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4721327-8479-11AE-8496-0B17A366BAAE}"/>
                </a:ext>
              </a:extLst>
            </p:cNvPr>
            <p:cNvCxnSpPr/>
            <p:nvPr/>
          </p:nvCxnSpPr>
          <p:spPr>
            <a:xfrm>
              <a:off x="10631424" y="3340023"/>
              <a:ext cx="14660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Arrow Connector 52">
              <a:extLst>
                <a:ext uri="{FF2B5EF4-FFF2-40B4-BE49-F238E27FC236}">
                  <a16:creationId xmlns:a16="http://schemas.microsoft.com/office/drawing/2014/main" id="{0B46CE38-E125-CD14-EC01-2D7B51366BB5}"/>
                </a:ext>
              </a:extLst>
            </p:cNvPr>
            <p:cNvCxnSpPr/>
            <p:nvPr/>
          </p:nvCxnSpPr>
          <p:spPr>
            <a:xfrm>
              <a:off x="9482326" y="5534581"/>
              <a:ext cx="0" cy="694944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D5E6BEBC-01B6-9305-FF1A-E2F8189EE65C}"/>
                </a:ext>
              </a:extLst>
            </p:cNvPr>
            <p:cNvSpPr txBox="1"/>
            <p:nvPr/>
          </p:nvSpPr>
          <p:spPr>
            <a:xfrm>
              <a:off x="8807961" y="6222940"/>
              <a:ext cx="13121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a-DK" sz="1400" dirty="0" err="1"/>
                <a:t>Excess</a:t>
              </a:r>
              <a:r>
                <a:rPr lang="da-DK" sz="1400" dirty="0"/>
                <a:t> </a:t>
              </a:r>
              <a:r>
                <a:rPr lang="da-DK" sz="1400" dirty="0" err="1"/>
                <a:t>sludge</a:t>
              </a:r>
              <a:r>
                <a:rPr lang="da-DK" sz="1400" dirty="0"/>
                <a:t> 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65D7B98A-518E-9F36-5810-21A2E9DA51E0}"/>
                </a:ext>
              </a:extLst>
            </p:cNvPr>
            <p:cNvSpPr txBox="1"/>
            <p:nvPr/>
          </p:nvSpPr>
          <p:spPr>
            <a:xfrm>
              <a:off x="8944351" y="3829227"/>
              <a:ext cx="10576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a-DK" dirty="0" err="1"/>
                <a:t>stagnant</a:t>
              </a:r>
              <a:endParaRPr lang="da-DK" dirty="0"/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AA736C7-2AEF-5618-3368-C3C32E1EA521}"/>
                </a:ext>
              </a:extLst>
            </p:cNvPr>
            <p:cNvCxnSpPr/>
            <p:nvPr/>
          </p:nvCxnSpPr>
          <p:spPr>
            <a:xfrm>
              <a:off x="6842760" y="3321806"/>
              <a:ext cx="146608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0D651C9-B53A-C47C-3C63-64AB9F8907BE}"/>
                    </a:ext>
                  </a:extLst>
                </p14:cNvPr>
                <p14:cNvContentPartPr/>
                <p14:nvPr/>
              </p14:nvContentPartPr>
              <p14:xfrm>
                <a:off x="8642666" y="3791662"/>
                <a:ext cx="19080" cy="122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0D651C9-B53A-C47C-3C63-64AB9F8907B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633666" y="3782662"/>
                  <a:ext cx="36720" cy="2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2FAEBDF-8938-8135-EF89-684E040CAC17}"/>
                    </a:ext>
                  </a:extLst>
                </p14:cNvPr>
                <p14:cNvContentPartPr/>
                <p14:nvPr/>
              </p14:nvContentPartPr>
              <p14:xfrm>
                <a:off x="8551586" y="4073902"/>
                <a:ext cx="59760" cy="6912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2FAEBDF-8938-8135-EF89-684E040CAC17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542946" y="4065262"/>
                  <a:ext cx="77400" cy="8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D7C68F72-E1CC-59FD-9461-F8764CD50FA2}"/>
                    </a:ext>
                  </a:extLst>
                </p14:cNvPr>
                <p14:cNvContentPartPr/>
                <p14:nvPr/>
              </p14:nvContentPartPr>
              <p14:xfrm>
                <a:off x="8808986" y="4338502"/>
                <a:ext cx="42120" cy="417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D7C68F72-E1CC-59FD-9461-F8764CD50FA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00346" y="4329862"/>
                  <a:ext cx="5976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2256231-8B9F-86CB-2742-12C57E687623}"/>
                    </a:ext>
                  </a:extLst>
                </p14:cNvPr>
                <p14:cNvContentPartPr/>
                <p14:nvPr/>
              </p14:nvContentPartPr>
              <p14:xfrm>
                <a:off x="8560586" y="4674742"/>
                <a:ext cx="41760" cy="3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2256231-8B9F-86CB-2742-12C57E68762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551946" y="4665742"/>
                  <a:ext cx="5940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81CCE328-D216-BA9C-E9B9-3B10A056CE50}"/>
                    </a:ext>
                  </a:extLst>
                </p14:cNvPr>
                <p14:cNvContentPartPr/>
                <p14:nvPr/>
              </p14:nvContentPartPr>
              <p14:xfrm>
                <a:off x="9454826" y="4789582"/>
                <a:ext cx="68400" cy="414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81CCE328-D216-BA9C-E9B9-3B10A056CE5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446186" y="4780942"/>
                  <a:ext cx="8604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90ED572-FC42-3185-4733-0E41507448F0}"/>
                    </a:ext>
                  </a:extLst>
                </p14:cNvPr>
                <p14:cNvContentPartPr/>
                <p14:nvPr/>
              </p14:nvContentPartPr>
              <p14:xfrm>
                <a:off x="9330626" y="4551982"/>
                <a:ext cx="28440" cy="6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90ED572-FC42-3185-4733-0E41507448F0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21626" y="4543342"/>
                  <a:ext cx="460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47DB2B2B-A8D2-3734-002A-24555E7E45AE}"/>
                    </a:ext>
                  </a:extLst>
                </p14:cNvPr>
                <p14:cNvContentPartPr/>
                <p14:nvPr/>
              </p14:nvContentPartPr>
              <p14:xfrm>
                <a:off x="10020746" y="4809742"/>
                <a:ext cx="54000" cy="486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47DB2B2B-A8D2-3734-002A-24555E7E45AE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0011746" y="4800742"/>
                  <a:ext cx="716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8F414F7-BCA0-2D99-A13E-C94835B0453B}"/>
                    </a:ext>
                  </a:extLst>
                </p14:cNvPr>
                <p14:cNvContentPartPr/>
                <p14:nvPr/>
              </p14:nvContentPartPr>
              <p14:xfrm>
                <a:off x="10404866" y="4828102"/>
                <a:ext cx="72000" cy="4608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8F414F7-BCA0-2D99-A13E-C94835B0453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0396226" y="4819102"/>
                  <a:ext cx="896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396036B-644F-1445-BF77-459F77A650B6}"/>
                    </a:ext>
                  </a:extLst>
                </p14:cNvPr>
                <p14:cNvContentPartPr/>
                <p14:nvPr/>
              </p14:nvContentPartPr>
              <p14:xfrm>
                <a:off x="9217946" y="4911982"/>
                <a:ext cx="77400" cy="3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396036B-644F-1445-BF77-459F77A650B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209306" y="4903342"/>
                  <a:ext cx="9504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33EE00F-F2FD-ECFF-9CA6-2BF2494EAD3C}"/>
                    </a:ext>
                  </a:extLst>
                </p14:cNvPr>
                <p14:cNvContentPartPr/>
                <p14:nvPr/>
              </p14:nvContentPartPr>
              <p14:xfrm>
                <a:off x="8726186" y="4848262"/>
                <a:ext cx="46440" cy="928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33EE00F-F2FD-ECFF-9CA6-2BF2494EAD3C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17186" y="4839622"/>
                  <a:ext cx="6408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624389B9-C8A2-B203-60C1-84DE7F7A57F9}"/>
                    </a:ext>
                  </a:extLst>
                </p14:cNvPr>
                <p14:cNvContentPartPr/>
                <p14:nvPr/>
              </p14:nvContentPartPr>
              <p14:xfrm>
                <a:off x="9703586" y="4890022"/>
                <a:ext cx="107280" cy="529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624389B9-C8A2-B203-60C1-84DE7F7A57F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9694946" y="4881382"/>
                  <a:ext cx="1249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4EAC469-00E4-B9F3-2611-A35231F4CE01}"/>
                    </a:ext>
                  </a:extLst>
                </p14:cNvPr>
                <p14:cNvContentPartPr/>
                <p14:nvPr/>
              </p14:nvContentPartPr>
              <p14:xfrm>
                <a:off x="10245746" y="4586182"/>
                <a:ext cx="169200" cy="622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4EAC469-00E4-B9F3-2611-A35231F4CE0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0236746" y="4577182"/>
                  <a:ext cx="18684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DAE55C-8F34-D404-879E-D180F6DAAC96}"/>
                    </a:ext>
                  </a:extLst>
                </p14:cNvPr>
                <p14:cNvContentPartPr/>
                <p14:nvPr/>
              </p14:nvContentPartPr>
              <p14:xfrm>
                <a:off x="9727346" y="4582222"/>
                <a:ext cx="50760" cy="504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DAE55C-8F34-D404-879E-D180F6DAAC9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9718706" y="4573582"/>
                  <a:ext cx="6840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297E35E-603C-D2EC-646A-179C2B748E71}"/>
                    </a:ext>
                  </a:extLst>
                </p14:cNvPr>
                <p14:cNvContentPartPr/>
                <p14:nvPr/>
              </p14:nvContentPartPr>
              <p14:xfrm>
                <a:off x="8841746" y="4660342"/>
                <a:ext cx="51120" cy="147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297E35E-603C-D2EC-646A-179C2B748E7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832746" y="4651702"/>
                  <a:ext cx="68760" cy="3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4025100-7EC5-FF66-7F55-D20E20212EF8}"/>
                    </a:ext>
                  </a:extLst>
                </p14:cNvPr>
                <p14:cNvContentPartPr/>
                <p14:nvPr/>
              </p14:nvContentPartPr>
              <p14:xfrm>
                <a:off x="10041266" y="4416622"/>
                <a:ext cx="3240" cy="68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4025100-7EC5-FF66-7F55-D20E20212EF8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032626" y="4407982"/>
                  <a:ext cx="20880" cy="2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2BD2978-FA41-3EAC-2128-44B13C4163F0}"/>
                    </a:ext>
                  </a:extLst>
                </p14:cNvPr>
                <p14:cNvContentPartPr/>
                <p14:nvPr/>
              </p14:nvContentPartPr>
              <p14:xfrm>
                <a:off x="9463826" y="4321222"/>
                <a:ext cx="360" cy="3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2BD2978-FA41-3EAC-2128-44B13C4163F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455186" y="431222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AF64BCAB-B011-8AF7-55EC-CD98D47ABEFD}"/>
                    </a:ext>
                  </a:extLst>
                </p14:cNvPr>
                <p14:cNvContentPartPr/>
                <p14:nvPr/>
              </p14:nvContentPartPr>
              <p14:xfrm>
                <a:off x="10296146" y="4225462"/>
                <a:ext cx="360" cy="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AF64BCAB-B011-8AF7-55EC-CD98D47ABEFD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0287146" y="4216822"/>
                  <a:ext cx="18000" cy="2448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AFBCAC67-5439-804D-C935-44A861C0CB34}"/>
                </a:ext>
              </a:extLst>
            </p:cNvPr>
            <p:cNvGrpSpPr/>
            <p:nvPr/>
          </p:nvGrpSpPr>
          <p:grpSpPr>
            <a:xfrm>
              <a:off x="10100666" y="3822622"/>
              <a:ext cx="201600" cy="110160"/>
              <a:chOff x="10100666" y="3822622"/>
              <a:chExt cx="201600" cy="11016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38">
                <p14:nvContentPartPr>
                  <p14:cNvPr id="22" name="Ink 21">
                    <a:extLst>
                      <a:ext uri="{FF2B5EF4-FFF2-40B4-BE49-F238E27FC236}">
                        <a16:creationId xmlns:a16="http://schemas.microsoft.com/office/drawing/2014/main" id="{B93771EC-3D77-E17E-4CCF-A30EEA217D13}"/>
                      </a:ext>
                    </a:extLst>
                  </p14:cNvPr>
                  <p14:cNvContentPartPr/>
                  <p14:nvPr/>
                </p14:nvContentPartPr>
                <p14:xfrm>
                  <a:off x="10287146" y="3930982"/>
                  <a:ext cx="15120" cy="1800"/>
                </p14:xfrm>
              </p:contentPart>
            </mc:Choice>
            <mc:Fallback xmlns="">
              <p:pic>
                <p:nvPicPr>
                  <p:cNvPr id="22" name="Ink 21">
                    <a:extLst>
                      <a:ext uri="{FF2B5EF4-FFF2-40B4-BE49-F238E27FC236}">
                        <a16:creationId xmlns:a16="http://schemas.microsoft.com/office/drawing/2014/main" id="{B93771EC-3D77-E17E-4CCF-A30EEA217D13}"/>
                      </a:ext>
                    </a:extLst>
                  </p:cNvPr>
                  <p:cNvPicPr/>
                  <p:nvPr/>
                </p:nvPicPr>
                <p:blipFill>
                  <a:blip r:embed="rId39"/>
                  <a:stretch>
                    <a:fillRect/>
                  </a:stretch>
                </p:blipFill>
                <p:spPr>
                  <a:xfrm>
                    <a:off x="10278146" y="3921982"/>
                    <a:ext cx="32760" cy="1944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40">
                <p14:nvContentPartPr>
                  <p14:cNvPr id="23" name="Ink 22">
                    <a:extLst>
                      <a:ext uri="{FF2B5EF4-FFF2-40B4-BE49-F238E27FC236}">
                        <a16:creationId xmlns:a16="http://schemas.microsoft.com/office/drawing/2014/main" id="{99272578-4C8B-53B8-9FCC-7280F80FA4BB}"/>
                      </a:ext>
                    </a:extLst>
                  </p14:cNvPr>
                  <p14:cNvContentPartPr/>
                  <p14:nvPr/>
                </p14:nvContentPartPr>
                <p14:xfrm>
                  <a:off x="10100666" y="3822622"/>
                  <a:ext cx="201600" cy="108720"/>
                </p14:xfrm>
              </p:contentPart>
            </mc:Choice>
            <mc:Fallback xmlns="">
              <p:pic>
                <p:nvPicPr>
                  <p:cNvPr id="23" name="Ink 22">
                    <a:extLst>
                      <a:ext uri="{FF2B5EF4-FFF2-40B4-BE49-F238E27FC236}">
                        <a16:creationId xmlns:a16="http://schemas.microsoft.com/office/drawing/2014/main" id="{99272578-4C8B-53B8-9FCC-7280F80FA4BB}"/>
                      </a:ext>
                    </a:extLst>
                  </p:cNvPr>
                  <p:cNvPicPr/>
                  <p:nvPr/>
                </p:nvPicPr>
                <p:blipFill>
                  <a:blip r:embed="rId41"/>
                  <a:stretch>
                    <a:fillRect/>
                  </a:stretch>
                </p:blipFill>
                <p:spPr>
                  <a:xfrm>
                    <a:off x="10091666" y="3813622"/>
                    <a:ext cx="219240" cy="12636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700ED38-E8ED-0AB0-14AA-0BD9EE0FFA7C}"/>
                    </a:ext>
                  </a:extLst>
                </p14:cNvPr>
                <p14:cNvContentPartPr/>
                <p14:nvPr/>
              </p14:nvContentPartPr>
              <p14:xfrm>
                <a:off x="9247826" y="3715702"/>
                <a:ext cx="32760" cy="12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700ED38-E8ED-0AB0-14AA-0BD9EE0FFA7C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9238826" y="3707062"/>
                  <a:ext cx="50400" cy="3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C06F83E-7896-1BFA-5A88-F51D5C7F19CA}"/>
                    </a:ext>
                  </a:extLst>
                </p14:cNvPr>
                <p14:cNvContentPartPr/>
                <p14:nvPr/>
              </p14:nvContentPartPr>
              <p14:xfrm>
                <a:off x="8972066" y="4808302"/>
                <a:ext cx="42120" cy="68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C06F83E-7896-1BFA-5A88-F51D5C7F19CA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963066" y="4799662"/>
                  <a:ext cx="59760" cy="8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7141D018-3BA8-0EA3-6B83-34E15CA69557}"/>
                    </a:ext>
                  </a:extLst>
                </p14:cNvPr>
                <p14:cNvContentPartPr/>
                <p14:nvPr/>
              </p14:nvContentPartPr>
              <p14:xfrm>
                <a:off x="9258986" y="4650622"/>
                <a:ext cx="68760" cy="662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7141D018-3BA8-0EA3-6B83-34E15CA69557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9250346" y="4641982"/>
                  <a:ext cx="8640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92163BE-EFED-4A29-D676-2B100DEFBA09}"/>
                    </a:ext>
                  </a:extLst>
                </p14:cNvPr>
                <p14:cNvContentPartPr/>
                <p14:nvPr/>
              </p14:nvContentPartPr>
              <p14:xfrm>
                <a:off x="9723386" y="4691662"/>
                <a:ext cx="64800" cy="90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92163BE-EFED-4A29-D676-2B100DEFBA0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9714386" y="4682662"/>
                  <a:ext cx="82440" cy="10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47C6FD0-5DE4-3B86-18AB-7DA78D923DED}"/>
                    </a:ext>
                  </a:extLst>
                </p14:cNvPr>
                <p14:cNvContentPartPr/>
                <p14:nvPr/>
              </p14:nvContentPartPr>
              <p14:xfrm>
                <a:off x="10289666" y="4833862"/>
                <a:ext cx="154800" cy="334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47C6FD0-5DE4-3B86-18AB-7DA78D923DE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280666" y="4825222"/>
                  <a:ext cx="172440" cy="5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04317A6-C937-B237-A95E-6BD2740FB892}"/>
                    </a:ext>
                  </a:extLst>
                </p14:cNvPr>
                <p14:cNvContentPartPr/>
                <p14:nvPr/>
              </p14:nvContentPartPr>
              <p14:xfrm>
                <a:off x="8445026" y="4840342"/>
                <a:ext cx="65880" cy="57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04317A6-C937-B237-A95E-6BD2740FB892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8436386" y="4831342"/>
                  <a:ext cx="83520" cy="75600"/>
                </a:xfrm>
                <a:prstGeom prst="rect">
                  <a:avLst/>
                </a:prstGeom>
              </p:spPr>
            </p:pic>
          </mc:Fallback>
        </mc:AlternateContent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33B7221-742B-1CF7-86BA-B43A72FF7615}"/>
                </a:ext>
              </a:extLst>
            </p:cNvPr>
            <p:cNvGrpSpPr/>
            <p:nvPr/>
          </p:nvGrpSpPr>
          <p:grpSpPr>
            <a:xfrm>
              <a:off x="9081866" y="4486822"/>
              <a:ext cx="62640" cy="49680"/>
              <a:chOff x="9081866" y="4486822"/>
              <a:chExt cx="62640" cy="49680"/>
            </a:xfrm>
          </p:grpSpPr>
          <mc:AlternateContent xmlns:mc="http://schemas.openxmlformats.org/markup-compatibility/2006" xmlns:p14="http://schemas.microsoft.com/office/powerpoint/2010/main">
            <mc:Choice Requires="p14">
              <p:contentPart p14:bwMode="auto" r:id="rId54">
                <p14:nvContentPartPr>
                  <p14:cNvPr id="31" name="Ink 30">
                    <a:extLst>
                      <a:ext uri="{FF2B5EF4-FFF2-40B4-BE49-F238E27FC236}">
                        <a16:creationId xmlns:a16="http://schemas.microsoft.com/office/drawing/2014/main" id="{FDAB0153-F176-411A-B900-34F74DDA77DD}"/>
                      </a:ext>
                    </a:extLst>
                  </p14:cNvPr>
                  <p14:cNvContentPartPr/>
                  <p14:nvPr/>
                </p14:nvContentPartPr>
                <p14:xfrm>
                  <a:off x="9105626" y="4486822"/>
                  <a:ext cx="38880" cy="35640"/>
                </p14:xfrm>
              </p:contentPart>
            </mc:Choice>
            <mc:Fallback xmlns="">
              <p:pic>
                <p:nvPicPr>
                  <p:cNvPr id="31" name="Ink 30">
                    <a:extLst>
                      <a:ext uri="{FF2B5EF4-FFF2-40B4-BE49-F238E27FC236}">
                        <a16:creationId xmlns:a16="http://schemas.microsoft.com/office/drawing/2014/main" id="{FDAB0153-F176-411A-B900-34F74DDA77DD}"/>
                      </a:ext>
                    </a:extLst>
                  </p:cNvPr>
                  <p:cNvPicPr/>
                  <p:nvPr/>
                </p:nvPicPr>
                <p:blipFill>
                  <a:blip r:embed="rId55"/>
                  <a:stretch>
                    <a:fillRect/>
                  </a:stretch>
                </p:blipFill>
                <p:spPr>
                  <a:xfrm>
                    <a:off x="9096626" y="4477822"/>
                    <a:ext cx="56520" cy="53280"/>
                  </a:xfrm>
                  <a:prstGeom prst="rect">
                    <a:avLst/>
                  </a:prstGeom>
                </p:spPr>
              </p:pic>
            </mc:Fallback>
          </mc:AlternateContent>
          <mc:AlternateContent xmlns:mc="http://schemas.openxmlformats.org/markup-compatibility/2006" xmlns:p14="http://schemas.microsoft.com/office/powerpoint/2010/main">
            <mc:Choice Requires="p14">
              <p:contentPart p14:bwMode="auto" r:id="rId56">
                <p14:nvContentPartPr>
                  <p14:cNvPr id="32" name="Ink 31">
                    <a:extLst>
                      <a:ext uri="{FF2B5EF4-FFF2-40B4-BE49-F238E27FC236}">
                        <a16:creationId xmlns:a16="http://schemas.microsoft.com/office/drawing/2014/main" id="{B0434B1C-15F4-7290-A59A-F5F693F47DFF}"/>
                      </a:ext>
                    </a:extLst>
                  </p14:cNvPr>
                  <p14:cNvContentPartPr/>
                  <p14:nvPr/>
                </p14:nvContentPartPr>
                <p14:xfrm>
                  <a:off x="9081866" y="4531462"/>
                  <a:ext cx="24120" cy="5040"/>
                </p14:xfrm>
              </p:contentPart>
            </mc:Choice>
            <mc:Fallback xmlns="">
              <p:pic>
                <p:nvPicPr>
                  <p:cNvPr id="32" name="Ink 31">
                    <a:extLst>
                      <a:ext uri="{FF2B5EF4-FFF2-40B4-BE49-F238E27FC236}">
                        <a16:creationId xmlns:a16="http://schemas.microsoft.com/office/drawing/2014/main" id="{B0434B1C-15F4-7290-A59A-F5F693F47DFF}"/>
                      </a:ext>
                    </a:extLst>
                  </p:cNvPr>
                  <p:cNvPicPr/>
                  <p:nvPr/>
                </p:nvPicPr>
                <p:blipFill>
                  <a:blip r:embed="rId57"/>
                  <a:stretch>
                    <a:fillRect/>
                  </a:stretch>
                </p:blipFill>
                <p:spPr>
                  <a:xfrm>
                    <a:off x="9072866" y="4522462"/>
                    <a:ext cx="41760" cy="22680"/>
                  </a:xfrm>
                  <a:prstGeom prst="rect">
                    <a:avLst/>
                  </a:prstGeom>
                </p:spPr>
              </p:pic>
            </mc:Fallback>
          </mc:AlternateContent>
        </p:grpSp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551F24ED-8F68-4E73-C333-DF14849142BA}"/>
                    </a:ext>
                  </a:extLst>
                </p14:cNvPr>
                <p14:cNvContentPartPr/>
                <p14:nvPr/>
              </p14:nvContentPartPr>
              <p14:xfrm>
                <a:off x="9395786" y="4324102"/>
                <a:ext cx="6120" cy="11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551F24ED-8F68-4E73-C333-DF14849142B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9386786" y="4315462"/>
                  <a:ext cx="23760" cy="2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4B1F0884-9E1C-79B0-9831-86E9F7C904EC}"/>
                    </a:ext>
                  </a:extLst>
                </p14:cNvPr>
                <p14:cNvContentPartPr/>
                <p14:nvPr/>
              </p14:nvContentPartPr>
              <p14:xfrm>
                <a:off x="9745346" y="4281262"/>
                <a:ext cx="360" cy="3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4B1F0884-9E1C-79B0-9831-86E9F7C904EC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736346" y="4272622"/>
                  <a:ext cx="18000" cy="18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051313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B42EC0-A66C-1F27-97C4-6988B9635B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1352" y="68705"/>
            <a:ext cx="10515600" cy="1325563"/>
          </a:xfrm>
        </p:spPr>
        <p:txBody>
          <a:bodyPr>
            <a:normAutofit/>
          </a:bodyPr>
          <a:lstStyle/>
          <a:p>
            <a:r>
              <a:rPr lang="da-DK" sz="2800" dirty="0" err="1"/>
              <a:t>Continuous</a:t>
            </a:r>
            <a:r>
              <a:rPr lang="da-DK" sz="2800" dirty="0"/>
              <a:t> and </a:t>
            </a:r>
            <a:r>
              <a:rPr lang="da-DK" sz="2800" dirty="0" err="1"/>
              <a:t>discrete</a:t>
            </a:r>
            <a:r>
              <a:rPr lang="da-DK" sz="2800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7A528A-DF39-F504-1022-CAEA0A978F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11352" y="95694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endParaRPr lang="da-DK" sz="2000" dirty="0"/>
              </a:p>
              <a:p>
                <a:pPr marL="0" indent="0">
                  <a:buNone/>
                </a:pPr>
                <a:r>
                  <a:rPr lang="da-DK" sz="2000" dirty="0"/>
                  <a:t>differential </a:t>
                </a:r>
                <a:r>
                  <a:rPr lang="da-DK" sz="2000" dirty="0" err="1"/>
                  <a:t>equation</a:t>
                </a:r>
                <a:r>
                  <a:rPr lang="da-DK" sz="2000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a-DK" sz="20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2000" i="1" smtClean="0">
                            <a:latin typeface="Cambria Math" panose="02040503050406030204" pitchFamily="18" charset="0"/>
                          </a:rPr>
                          <m:t>𝑑𝑦</m:t>
                        </m:r>
                      </m:num>
                      <m:den>
                        <m:r>
                          <a:rPr lang="da-DK" sz="20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𝑘𝐶</m:t>
                    </m:r>
                  </m:oMath>
                </a14:m>
                <a:r>
                  <a:rPr lang="da-DK" sz="2000" dirty="0"/>
                  <a:t>	</a:t>
                </a:r>
              </a:p>
              <a:p>
                <a:pPr marL="0" indent="0">
                  <a:buNone/>
                </a:pPr>
                <a:r>
                  <a:rPr lang="da-DK" sz="2000" dirty="0"/>
                  <a:t>difference </a:t>
                </a:r>
                <a:r>
                  <a:rPr lang="da-DK" sz="2000" dirty="0" err="1"/>
                  <a:t>equation</a:t>
                </a:r>
                <a:r>
                  <a:rPr lang="da-DK" sz="2000" dirty="0"/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sz="2000" b="0" i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∙ </m:t>
                    </m:r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da-DK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da-DK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a-DK" sz="20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E7A528A-DF39-F504-1022-CAEA0A978F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11352" y="956945"/>
                <a:ext cx="10515600" cy="4351338"/>
              </a:xfrm>
              <a:blipFill>
                <a:blip r:embed="rId2"/>
                <a:stretch>
                  <a:fillRect l="-63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1B6C6C1-11F5-CE00-D674-5921D88F3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3001" y="406286"/>
            <a:ext cx="2333951" cy="3448531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4989750-0E9C-2A45-F886-6A05CBC23895}"/>
              </a:ext>
            </a:extLst>
          </p:cNvPr>
          <p:cNvCxnSpPr>
            <a:cxnSpLocks/>
          </p:cNvCxnSpPr>
          <p:nvPr/>
        </p:nvCxnSpPr>
        <p:spPr>
          <a:xfrm flipH="1" flipV="1">
            <a:off x="4888992" y="2340864"/>
            <a:ext cx="67056" cy="5321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6E28E0A4-F1C8-BC79-DB9F-36A69148C7F8}"/>
              </a:ext>
            </a:extLst>
          </p:cNvPr>
          <p:cNvSpPr txBox="1"/>
          <p:nvPr/>
        </p:nvSpPr>
        <p:spPr>
          <a:xfrm>
            <a:off x="4369512" y="2873002"/>
            <a:ext cx="25067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Looks </a:t>
            </a:r>
            <a:r>
              <a:rPr lang="da-DK" dirty="0" err="1"/>
              <a:t>familiar</a:t>
            </a:r>
            <a:r>
              <a:rPr lang="da-DK" dirty="0"/>
              <a:t>?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80DD4AC6-3C8A-08D2-29EB-2A5F99470695}"/>
              </a:ext>
            </a:extLst>
          </p:cNvPr>
          <p:cNvSpPr txBox="1">
            <a:spLocks/>
          </p:cNvSpPr>
          <p:nvPr/>
        </p:nvSpPr>
        <p:spPr>
          <a:xfrm>
            <a:off x="838200" y="325598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a-DK" sz="2800" dirty="0" err="1"/>
              <a:t>Algebraic</a:t>
            </a:r>
            <a:r>
              <a:rPr lang="da-DK" sz="2800" dirty="0"/>
              <a:t> </a:t>
            </a:r>
            <a:r>
              <a:rPr lang="da-DK" sz="2800" dirty="0" err="1"/>
              <a:t>equation</a:t>
            </a:r>
            <a:endParaRPr lang="da-DK" sz="2800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9BCC08B2-A66E-1DA8-B01C-C93897B90C81}"/>
              </a:ext>
            </a:extLst>
          </p:cNvPr>
          <p:cNvSpPr txBox="1">
            <a:spLocks/>
          </p:cNvSpPr>
          <p:nvPr/>
        </p:nvSpPr>
        <p:spPr>
          <a:xfrm>
            <a:off x="838200" y="3854817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da-DK" sz="2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52F1D6-4036-EB32-D0CD-AEA88498273E}"/>
                  </a:ext>
                </a:extLst>
              </p:cNvPr>
              <p:cNvSpPr txBox="1"/>
              <p:nvPr/>
            </p:nvSpPr>
            <p:spPr>
              <a:xfrm>
                <a:off x="975360" y="4167070"/>
                <a:ext cx="8245719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 err="1"/>
                  <a:t>Algebraic</a:t>
                </a:r>
                <a:r>
                  <a:rPr lang="da-DK" dirty="0"/>
                  <a:t> </a:t>
                </a:r>
                <a:r>
                  <a:rPr lang="da-DK" dirty="0" err="1"/>
                  <a:t>equations</a:t>
                </a:r>
                <a:r>
                  <a:rPr lang="da-DK" dirty="0"/>
                  <a:t> </a:t>
                </a:r>
                <a:r>
                  <a:rPr lang="da-DK" dirty="0" err="1"/>
                  <a:t>contain</a:t>
                </a:r>
                <a:r>
                  <a:rPr lang="da-DK" dirty="0"/>
                  <a:t> no derivatives (</a:t>
                </a:r>
                <a:r>
                  <a:rPr lang="da-DK" dirty="0" err="1"/>
                  <a:t>involves</a:t>
                </a:r>
                <a:r>
                  <a:rPr lang="da-DK" dirty="0"/>
                  <a:t> variables and </a:t>
                </a:r>
                <a:r>
                  <a:rPr lang="da-DK" dirty="0" err="1"/>
                  <a:t>constants</a:t>
                </a:r>
                <a:r>
                  <a:rPr lang="da-DK" dirty="0"/>
                  <a:t> </a:t>
                </a:r>
                <a:r>
                  <a:rPr lang="da-DK" dirty="0" err="1"/>
                  <a:t>only</a:t>
                </a:r>
                <a:r>
                  <a:rPr lang="da-DK" dirty="0"/>
                  <a:t>)</a:t>
                </a:r>
              </a:p>
              <a:p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=2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+5</m:t>
                    </m:r>
                  </m:oMath>
                </a14:m>
                <a:r>
                  <a:rPr lang="da-DK" b="0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	</a:t>
                </a:r>
              </a:p>
              <a:p>
                <a14:m>
                  <m:oMath xmlns:m="http://schemas.openxmlformats.org/officeDocument/2006/math"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da-DK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a-DK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da-DK" dirty="0"/>
                  <a:t>	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52F1D6-4036-EB32-D0CD-AEA8849827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360" y="4167070"/>
                <a:ext cx="8245719" cy="923330"/>
              </a:xfrm>
              <a:prstGeom prst="rect">
                <a:avLst/>
              </a:prstGeom>
              <a:blipFill>
                <a:blip r:embed="rId4"/>
                <a:stretch>
                  <a:fillRect l="-591" t="-3311" b="-1987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F00C771E-38DB-B0B5-8B9D-35816075B0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7748" y="5001429"/>
            <a:ext cx="3762900" cy="1619476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C67F33B5-20A4-F709-FC44-1C118C99FAB8}"/>
              </a:ext>
            </a:extLst>
          </p:cNvPr>
          <p:cNvSpPr txBox="1"/>
          <p:nvPr/>
        </p:nvSpPr>
        <p:spPr>
          <a:xfrm>
            <a:off x="4194211" y="4575584"/>
            <a:ext cx="72717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The </a:t>
            </a:r>
            <a:r>
              <a:rPr lang="da-DK" dirty="0" err="1"/>
              <a:t>finite</a:t>
            </a:r>
            <a:r>
              <a:rPr lang="da-DK" dirty="0"/>
              <a:t> difference </a:t>
            </a:r>
            <a:r>
              <a:rPr lang="da-DK" dirty="0" err="1"/>
              <a:t>method</a:t>
            </a:r>
            <a:r>
              <a:rPr lang="da-DK" dirty="0"/>
              <a:t> </a:t>
            </a:r>
            <a:r>
              <a:rPr lang="da-DK" dirty="0" err="1"/>
              <a:t>converted</a:t>
            </a:r>
            <a:r>
              <a:rPr lang="da-DK" dirty="0"/>
              <a:t> to system of </a:t>
            </a:r>
            <a:r>
              <a:rPr lang="da-DK" dirty="0" err="1"/>
              <a:t>algebraic</a:t>
            </a:r>
            <a:r>
              <a:rPr lang="da-DK" dirty="0"/>
              <a:t> </a:t>
            </a:r>
            <a:r>
              <a:rPr lang="da-DK" dirty="0" err="1"/>
              <a:t>equations</a:t>
            </a:r>
            <a:endParaRPr lang="da-DK" dirty="0"/>
          </a:p>
        </p:txBody>
      </p:sp>
      <p:sp>
        <p:nvSpPr>
          <p:cNvPr id="6" name="Cloud 5">
            <a:extLst>
              <a:ext uri="{FF2B5EF4-FFF2-40B4-BE49-F238E27FC236}">
                <a16:creationId xmlns:a16="http://schemas.microsoft.com/office/drawing/2014/main" id="{16ED9F65-8E45-6035-D267-1BED134CE30A}"/>
              </a:ext>
            </a:extLst>
          </p:cNvPr>
          <p:cNvSpPr/>
          <p:nvPr/>
        </p:nvSpPr>
        <p:spPr>
          <a:xfrm>
            <a:off x="1916938" y="5091317"/>
            <a:ext cx="5177198" cy="1619476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a-DK" dirty="0"/>
              <a:t>An </a:t>
            </a:r>
            <a:r>
              <a:rPr lang="da-DK" dirty="0" err="1"/>
              <a:t>equation</a:t>
            </a:r>
            <a:r>
              <a:rPr lang="da-DK" dirty="0"/>
              <a:t> or system with </a:t>
            </a:r>
            <a:r>
              <a:rPr lang="da-DK" dirty="0" err="1"/>
              <a:t>both</a:t>
            </a:r>
            <a:r>
              <a:rPr lang="da-DK" dirty="0"/>
              <a:t> differential and </a:t>
            </a:r>
            <a:r>
              <a:rPr lang="da-DK" dirty="0" err="1"/>
              <a:t>algebraic</a:t>
            </a:r>
            <a:r>
              <a:rPr lang="da-DK" dirty="0"/>
              <a:t> </a:t>
            </a:r>
            <a:r>
              <a:rPr lang="da-DK" dirty="0" err="1"/>
              <a:t>equations</a:t>
            </a:r>
            <a:r>
              <a:rPr lang="da-DK" dirty="0"/>
              <a:t> is a ”Differential-</a:t>
            </a:r>
            <a:r>
              <a:rPr lang="da-DK" dirty="0" err="1"/>
              <a:t>algebraic</a:t>
            </a:r>
            <a:r>
              <a:rPr lang="da-DK" dirty="0"/>
              <a:t> </a:t>
            </a:r>
            <a:r>
              <a:rPr lang="da-DK" dirty="0" err="1"/>
              <a:t>equation</a:t>
            </a:r>
            <a:r>
              <a:rPr lang="da-DK" dirty="0"/>
              <a:t>/model” </a:t>
            </a:r>
          </a:p>
        </p:txBody>
      </p:sp>
    </p:spTree>
    <p:extLst>
      <p:ext uri="{BB962C8B-B14F-4D97-AF65-F5344CB8AC3E}">
        <p14:creationId xmlns:p14="http://schemas.microsoft.com/office/powerpoint/2010/main" val="513088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6" grpId="0"/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1B08A-E98E-FECD-FF87-18F3C2028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49275"/>
          </a:xfrm>
        </p:spPr>
        <p:txBody>
          <a:bodyPr>
            <a:normAutofit/>
          </a:bodyPr>
          <a:lstStyle/>
          <a:p>
            <a:pPr algn="ctr"/>
            <a:r>
              <a:rPr lang="da-DK" sz="2800" dirty="0" err="1"/>
              <a:t>Mechanistic</a:t>
            </a:r>
            <a:r>
              <a:rPr lang="da-DK" sz="2800" dirty="0"/>
              <a:t> or </a:t>
            </a:r>
            <a:r>
              <a:rPr lang="da-DK" sz="2800" dirty="0" err="1"/>
              <a:t>emperical</a:t>
            </a:r>
            <a:endParaRPr lang="da-DK" sz="2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07399-757B-ECF1-BACF-AA7C8A2C214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0836" y="878299"/>
                <a:ext cx="10515600" cy="550649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da-DK" sz="1800" dirty="0"/>
                  <a:t>Mechanistic: </a:t>
                </a:r>
                <a:r>
                  <a:rPr lang="da-DK" sz="1800" dirty="0" err="1"/>
                  <a:t>based</a:t>
                </a:r>
                <a:r>
                  <a:rPr lang="da-DK" sz="1800" dirty="0"/>
                  <a:t> on </a:t>
                </a:r>
                <a:r>
                  <a:rPr lang="da-DK" sz="1800" dirty="0" err="1"/>
                  <a:t>underlying</a:t>
                </a:r>
                <a:r>
                  <a:rPr lang="da-DK" sz="1800" dirty="0"/>
                  <a:t> </a:t>
                </a:r>
                <a:r>
                  <a:rPr lang="da-DK" sz="1800" dirty="0" err="1"/>
                  <a:t>laws</a:t>
                </a:r>
                <a:r>
                  <a:rPr lang="da-DK" sz="1800" dirty="0"/>
                  <a:t> of </a:t>
                </a:r>
                <a:r>
                  <a:rPr lang="da-DK" sz="1800" dirty="0" err="1"/>
                  <a:t>physics</a:t>
                </a:r>
                <a:r>
                  <a:rPr lang="da-DK" sz="1800" dirty="0"/>
                  <a:t> and </a:t>
                </a:r>
                <a:r>
                  <a:rPr lang="da-DK" sz="1800" dirty="0" err="1"/>
                  <a:t>chemistry</a:t>
                </a:r>
                <a:r>
                  <a:rPr lang="da-DK" sz="1800" dirty="0"/>
                  <a:t> (</a:t>
                </a:r>
                <a:r>
                  <a:rPr lang="da-DK" sz="1800" dirty="0" err="1"/>
                  <a:t>ideally</a:t>
                </a:r>
                <a:r>
                  <a:rPr lang="da-DK" sz="1800" dirty="0"/>
                  <a:t> </a:t>
                </a:r>
                <a:r>
                  <a:rPr lang="da-DK" sz="1800" dirty="0" err="1"/>
                  <a:t>we</a:t>
                </a:r>
                <a:r>
                  <a:rPr lang="da-DK" sz="1800" dirty="0"/>
                  <a:t> do not </a:t>
                </a:r>
                <a:r>
                  <a:rPr lang="da-DK" sz="1800" dirty="0" err="1"/>
                  <a:t>need</a:t>
                </a:r>
                <a:r>
                  <a:rPr lang="da-DK" sz="1800" dirty="0"/>
                  <a:t> data to </a:t>
                </a:r>
                <a:r>
                  <a:rPr lang="da-DK" sz="1800" dirty="0" err="1"/>
                  <a:t>formulate</a:t>
                </a:r>
                <a:r>
                  <a:rPr lang="da-DK" sz="1800" dirty="0"/>
                  <a:t> the model). 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ℎ</m:t>
                        </m:r>
                      </m:num>
                      <m:den>
                        <m:r>
                          <a:rPr lang="da-DK" sz="18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sSup>
                          <m:sSupPr>
                            <m:ctrlP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p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r>
                  <a:rPr lang="da-DK" sz="1800" dirty="0"/>
                  <a:t>	position of </a:t>
                </a:r>
                <a:r>
                  <a:rPr lang="da-DK" sz="1800" dirty="0" err="1"/>
                  <a:t>falling</a:t>
                </a:r>
                <a:r>
                  <a:rPr lang="da-DK" sz="1800" dirty="0"/>
                  <a:t> </a:t>
                </a:r>
                <a:r>
                  <a:rPr lang="da-DK" sz="1800" dirty="0" err="1"/>
                  <a:t>object</a:t>
                </a:r>
                <a:r>
                  <a:rPr lang="da-DK" sz="1800" dirty="0"/>
                  <a:t> in </a:t>
                </a:r>
                <a:r>
                  <a:rPr lang="da-DK" sz="1800" dirty="0" err="1"/>
                  <a:t>vacuum</a:t>
                </a:r>
                <a:r>
                  <a:rPr lang="da-DK" sz="1800" dirty="0"/>
                  <a:t> (</a:t>
                </a:r>
                <a:r>
                  <a:rPr lang="da-DK" sz="1800" dirty="0" err="1"/>
                  <a:t>mechanistic</a:t>
                </a:r>
                <a:r>
                  <a:rPr lang="da-DK" sz="1800" dirty="0"/>
                  <a:t>)</a:t>
                </a:r>
              </a:p>
              <a:p>
                <a:pPr marL="0" indent="0">
                  <a:buNone/>
                </a:pPr>
                <a:endParaRPr lang="da-DK" sz="1800" dirty="0"/>
              </a:p>
              <a:p>
                <a:pPr marL="0" indent="0">
                  <a:buNone/>
                </a:pPr>
                <a:endParaRPr lang="da-DK" sz="1800" dirty="0"/>
              </a:p>
              <a:p>
                <a:pPr marL="0" indent="0">
                  <a:buNone/>
                </a:pPr>
                <a:endParaRPr lang="da-DK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𝑑𝑋</m:t>
                        </m:r>
                      </m:num>
                      <m:den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a-DK" sz="1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𝑢</m:t>
                            </m:r>
                          </m:e>
                          <m:sub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𝑚𝑎𝑥</m:t>
                            </m:r>
                          </m:sub>
                        </m:sSub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∙</m:t>
                        </m:r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num>
                      <m:den>
                        <m:sSub>
                          <m:sSubPr>
                            <m:ctrlP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da-DK" sz="1800" b="0" i="1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sub>
                        </m:sSub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a-DK" sz="1800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den>
                    </m:f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da-DK" sz="1800" dirty="0"/>
                  <a:t>	</a:t>
                </a:r>
                <a:r>
                  <a:rPr lang="da-DK" sz="1800" dirty="0" err="1"/>
                  <a:t>growth</a:t>
                </a:r>
                <a:r>
                  <a:rPr lang="da-DK" sz="1800" dirty="0"/>
                  <a:t> of </a:t>
                </a:r>
                <a:r>
                  <a:rPr lang="da-DK" sz="1800" dirty="0" err="1"/>
                  <a:t>bacteria</a:t>
                </a:r>
                <a:r>
                  <a:rPr lang="da-DK" sz="1800" dirty="0"/>
                  <a:t> or </a:t>
                </a:r>
                <a:r>
                  <a:rPr lang="da-DK" sz="1800" dirty="0" err="1"/>
                  <a:t>enzyme</a:t>
                </a:r>
                <a:r>
                  <a:rPr lang="da-DK" sz="1800" dirty="0"/>
                  <a:t> kinetics in a </a:t>
                </a:r>
              </a:p>
              <a:p>
                <a:pPr marL="0" indent="0">
                  <a:buNone/>
                </a:pPr>
                <a:r>
                  <a:rPr lang="da-DK" sz="1800" dirty="0"/>
                  <a:t>		batch </a:t>
                </a:r>
                <a:r>
                  <a:rPr lang="da-DK" sz="1800" dirty="0" err="1"/>
                  <a:t>reactor</a:t>
                </a:r>
                <a:r>
                  <a:rPr lang="da-DK" sz="1800" dirty="0"/>
                  <a:t> (</a:t>
                </a:r>
                <a:r>
                  <a:rPr lang="da-DK" sz="1800" dirty="0" err="1"/>
                  <a:t>semi-mechanistic</a:t>
                </a:r>
                <a:r>
                  <a:rPr lang="da-DK" sz="1800" dirty="0"/>
                  <a:t>)</a:t>
                </a:r>
              </a:p>
              <a:p>
                <a:pPr marL="0" indent="0">
                  <a:buNone/>
                </a:pPr>
                <a:endParaRPr lang="da-DK" sz="1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da-DK" sz="18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a-DK" sz="18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∙</m:t>
                    </m:r>
                    <m:sSup>
                      <m:sSupPr>
                        <m:ctrlP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da-DK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da-DK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…</m:t>
                    </m:r>
                  </m:oMath>
                </a14:m>
                <a:r>
                  <a:rPr lang="da-DK" sz="1800" dirty="0"/>
                  <a:t>	 </a:t>
                </a:r>
              </a:p>
              <a:p>
                <a:pPr marL="0" indent="0">
                  <a:buNone/>
                </a:pPr>
                <a:r>
                  <a:rPr lang="da-DK" sz="1800" dirty="0" err="1"/>
                  <a:t>Enteric</a:t>
                </a:r>
                <a:r>
                  <a:rPr lang="da-DK" sz="1800" dirty="0"/>
                  <a:t> </a:t>
                </a:r>
                <a:r>
                  <a:rPr lang="da-DK" sz="1800" dirty="0" err="1"/>
                  <a:t>methane</a:t>
                </a:r>
                <a:r>
                  <a:rPr lang="da-DK" sz="1800" dirty="0"/>
                  <a:t> </a:t>
                </a:r>
                <a:r>
                  <a:rPr lang="da-DK" sz="1800" dirty="0" err="1"/>
                  <a:t>produced</a:t>
                </a:r>
                <a:r>
                  <a:rPr lang="da-DK" sz="1800" dirty="0"/>
                  <a:t> by a </a:t>
                </a:r>
                <a:r>
                  <a:rPr lang="da-DK" sz="1800" dirty="0" err="1"/>
                  <a:t>dairy</a:t>
                </a:r>
                <a:r>
                  <a:rPr lang="da-DK" sz="1800" dirty="0"/>
                  <a:t> </a:t>
                </a:r>
                <a:r>
                  <a:rPr lang="da-DK" sz="1800" dirty="0" err="1"/>
                  <a:t>cow</a:t>
                </a:r>
                <a:r>
                  <a:rPr lang="da-DK" sz="1800" dirty="0"/>
                  <a:t>, </a:t>
                </a:r>
                <a:r>
                  <a:rPr lang="da-DK" sz="1800" dirty="0" err="1"/>
                  <a:t>where</a:t>
                </a:r>
                <a:r>
                  <a:rPr lang="da-DK" sz="1800" dirty="0"/>
                  <a:t> x is feed </a:t>
                </a:r>
                <a:r>
                  <a:rPr lang="da-DK" sz="1800" dirty="0" err="1"/>
                  <a:t>intake</a:t>
                </a:r>
                <a:r>
                  <a:rPr lang="da-DK" sz="1800" dirty="0"/>
                  <a:t>, A 				 is age of </a:t>
                </a:r>
                <a:r>
                  <a:rPr lang="da-DK" sz="1800" dirty="0" err="1"/>
                  <a:t>cow</a:t>
                </a:r>
                <a:r>
                  <a:rPr lang="da-DK" sz="1800" dirty="0"/>
                  <a:t>, B is % of fat in diet, C is </a:t>
                </a:r>
                <a:r>
                  <a:rPr lang="da-DK" sz="1800" dirty="0" err="1"/>
                  <a:t>number</a:t>
                </a:r>
                <a:r>
                  <a:rPr lang="da-DK" sz="1800" dirty="0"/>
                  <a:t> of hours </a:t>
                </a:r>
                <a:r>
                  <a:rPr lang="da-DK" sz="1800" dirty="0" err="1"/>
                  <a:t>spend</a:t>
                </a:r>
                <a:r>
                  <a:rPr lang="da-DK" sz="1800" dirty="0"/>
                  <a:t> 					 </a:t>
                </a:r>
                <a:r>
                  <a:rPr lang="da-DK" sz="1800" dirty="0" err="1"/>
                  <a:t>grazing</a:t>
                </a:r>
                <a:r>
                  <a:rPr lang="da-DK" sz="1800" dirty="0"/>
                  <a:t> in the </a:t>
                </a:r>
                <a:r>
                  <a:rPr lang="da-DK" sz="1800" dirty="0" err="1"/>
                  <a:t>field</a:t>
                </a:r>
                <a:r>
                  <a:rPr lang="da-DK" sz="1800" dirty="0"/>
                  <a:t>. (</a:t>
                </a:r>
                <a:r>
                  <a:rPr lang="da-DK" sz="1800" dirty="0" err="1"/>
                  <a:t>finding</a:t>
                </a:r>
                <a:r>
                  <a:rPr lang="da-DK" sz="1800" dirty="0"/>
                  <a:t> </a:t>
                </a:r>
                <a:r>
                  <a:rPr lang="da-DK" sz="1800" dirty="0" err="1"/>
                  <a:t>correlations</a:t>
                </a:r>
                <a:r>
                  <a:rPr lang="da-DK" sz="1800" dirty="0"/>
                  <a:t>, but not </a:t>
                </a:r>
                <a:r>
                  <a:rPr lang="da-DK" sz="1800" dirty="0" err="1"/>
                  <a:t>neccesary</a:t>
                </a:r>
                <a:r>
                  <a:rPr lang="da-DK" sz="1800" dirty="0"/>
                  <a:t> </a:t>
                </a:r>
                <a:r>
                  <a:rPr lang="da-DK" sz="1800" dirty="0" err="1"/>
                  <a:t>causality</a:t>
                </a:r>
                <a:r>
                  <a:rPr lang="da-DK" sz="1800" dirty="0"/>
                  <a:t>)</a:t>
                </a:r>
              </a:p>
              <a:p>
                <a:pPr marL="0" indent="0">
                  <a:buNone/>
                </a:pPr>
                <a:endParaRPr lang="da-DK" sz="1800" dirty="0"/>
              </a:p>
              <a:p>
                <a:pPr marL="0" indent="0">
                  <a:buNone/>
                </a:pPr>
                <a:endParaRPr lang="da-DK" sz="18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4B07399-757B-ECF1-BACF-AA7C8A2C214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0836" y="878299"/>
                <a:ext cx="10515600" cy="5506497"/>
              </a:xfrm>
              <a:blipFill>
                <a:blip r:embed="rId2"/>
                <a:stretch>
                  <a:fillRect l="-464" t="-997" r="-348"/>
                </a:stretch>
              </a:blipFill>
            </p:spPr>
            <p:txBody>
              <a:bodyPr/>
              <a:lstStyle/>
              <a:p>
                <a:r>
                  <a:rPr lang="da-DK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Newton's laws of motion">
            <a:extLst>
              <a:ext uri="{FF2B5EF4-FFF2-40B4-BE49-F238E27FC236}">
                <a16:creationId xmlns:a16="http://schemas.microsoft.com/office/drawing/2014/main" id="{7972FBE2-74C7-5A3C-18EB-A7E7E64EB8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6193" y="1283430"/>
            <a:ext cx="2204213" cy="161045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B21EB95-7FE6-DD38-0925-B3269D938D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12061" y="2376340"/>
            <a:ext cx="2029108" cy="210531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B7ED5C7-1D73-0445-C10F-EA3C60B08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0098" y="4891735"/>
            <a:ext cx="2999596" cy="1365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415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A08E6-A248-408C-4A55-9136D54102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Deterministic</a:t>
            </a:r>
            <a:r>
              <a:rPr lang="da-DK" dirty="0"/>
              <a:t> or </a:t>
            </a:r>
            <a:r>
              <a:rPr lang="da-DK" dirty="0" err="1"/>
              <a:t>stoichastic</a:t>
            </a:r>
            <a:endParaRPr lang="da-DK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C7B5A-E2A6-C8EE-E9DE-542CFF2C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a-DK" dirty="0" err="1"/>
              <a:t>Deterministic</a:t>
            </a:r>
            <a:r>
              <a:rPr lang="da-DK" dirty="0"/>
              <a:t> models have </a:t>
            </a:r>
            <a:r>
              <a:rPr lang="da-DK" dirty="0" err="1"/>
              <a:t>fixed</a:t>
            </a:r>
            <a:r>
              <a:rPr lang="da-DK" dirty="0"/>
              <a:t> </a:t>
            </a:r>
            <a:r>
              <a:rPr lang="da-DK" dirty="0" err="1"/>
              <a:t>numbers</a:t>
            </a:r>
            <a:r>
              <a:rPr lang="da-DK" dirty="0"/>
              <a:t> for parameters (</a:t>
            </a:r>
            <a:r>
              <a:rPr lang="da-DK" dirty="0" err="1"/>
              <a:t>inherently</a:t>
            </a:r>
            <a:r>
              <a:rPr lang="da-DK" dirty="0"/>
              <a:t> </a:t>
            </a:r>
            <a:r>
              <a:rPr lang="da-DK" dirty="0" err="1"/>
              <a:t>there</a:t>
            </a:r>
            <a:r>
              <a:rPr lang="da-DK" dirty="0"/>
              <a:t> is no </a:t>
            </a:r>
            <a:r>
              <a:rPr lang="da-DK" dirty="0" err="1"/>
              <a:t>uncertainty</a:t>
            </a:r>
            <a:r>
              <a:rPr lang="da-DK" dirty="0"/>
              <a:t>)</a:t>
            </a:r>
          </a:p>
          <a:p>
            <a:pPr marL="0" indent="0">
              <a:buNone/>
            </a:pPr>
            <a:r>
              <a:rPr lang="da-DK" dirty="0" err="1"/>
              <a:t>Example</a:t>
            </a:r>
            <a:r>
              <a:rPr lang="da-DK" dirty="0"/>
              <a:t>: </a:t>
            </a:r>
            <a:r>
              <a:rPr lang="da-DK" dirty="0" err="1"/>
              <a:t>Income</a:t>
            </a:r>
            <a:r>
              <a:rPr lang="da-DK" dirty="0"/>
              <a:t> = </a:t>
            </a:r>
            <a:r>
              <a:rPr lang="da-DK" dirty="0" err="1"/>
              <a:t>hourly</a:t>
            </a:r>
            <a:r>
              <a:rPr lang="da-DK" dirty="0"/>
              <a:t> rate * hours </a:t>
            </a:r>
            <a:r>
              <a:rPr lang="da-DK" dirty="0" err="1"/>
              <a:t>worked</a:t>
            </a:r>
            <a:endParaRPr lang="da-DK" dirty="0"/>
          </a:p>
          <a:p>
            <a:pPr marL="0" indent="0">
              <a:buNone/>
            </a:pPr>
            <a:r>
              <a:rPr lang="da-DK" dirty="0" err="1"/>
              <a:t>Stoichastic</a:t>
            </a:r>
            <a:r>
              <a:rPr lang="da-DK" dirty="0"/>
              <a:t> model </a:t>
            </a:r>
            <a:r>
              <a:rPr lang="da-DK" dirty="0" err="1"/>
              <a:t>are</a:t>
            </a:r>
            <a:r>
              <a:rPr lang="da-DK" dirty="0"/>
              <a:t> </a:t>
            </a:r>
            <a:r>
              <a:rPr lang="da-DK" dirty="0" err="1"/>
              <a:t>somewhat</a:t>
            </a:r>
            <a:r>
              <a:rPr lang="da-DK" dirty="0"/>
              <a:t> </a:t>
            </a:r>
            <a:r>
              <a:rPr lang="da-DK" dirty="0" err="1"/>
              <a:t>random</a:t>
            </a:r>
            <a:endParaRPr lang="da-DK" dirty="0"/>
          </a:p>
          <a:p>
            <a:pPr marL="0" indent="0">
              <a:buNone/>
            </a:pPr>
            <a:r>
              <a:rPr lang="da-DK" dirty="0" err="1"/>
              <a:t>Example</a:t>
            </a:r>
            <a:r>
              <a:rPr lang="da-DK" dirty="0"/>
              <a:t>: Chance of rolling 6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Example2: Chance of </a:t>
            </a:r>
            <a:r>
              <a:rPr lang="da-DK" dirty="0" err="1"/>
              <a:t>heart</a:t>
            </a:r>
            <a:r>
              <a:rPr lang="da-DK" dirty="0"/>
              <a:t> </a:t>
            </a:r>
            <a:r>
              <a:rPr lang="da-DK" dirty="0" err="1"/>
              <a:t>attack</a:t>
            </a:r>
            <a:r>
              <a:rPr lang="da-DK" dirty="0"/>
              <a:t>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35789B-B824-43D2-AC11-76F0FAD77F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8003" y="5221916"/>
            <a:ext cx="4804338" cy="5490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B5E426C-D88E-F527-82F7-71E5B1ADED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1538" y="3548807"/>
            <a:ext cx="2172003" cy="12955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778E16E-8B58-F0CF-F948-3DE9660311A0}"/>
              </a:ext>
            </a:extLst>
          </p:cNvPr>
          <p:cNvSpPr txBox="1"/>
          <p:nvPr/>
        </p:nvSpPr>
        <p:spPr>
          <a:xfrm>
            <a:off x="838200" y="5992297"/>
            <a:ext cx="25298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Deterministic</a:t>
            </a:r>
            <a:r>
              <a:rPr lang="da-DK" dirty="0"/>
              <a:t> </a:t>
            </a:r>
            <a:r>
              <a:rPr lang="da-DK" dirty="0" err="1"/>
              <a:t>universe</a:t>
            </a:r>
            <a:r>
              <a:rPr lang="da-DK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3138895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91BCF-4DD2-B897-9D03-800129DFF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a-DK" dirty="0"/>
              <a:t>Interpolation/</a:t>
            </a:r>
            <a:r>
              <a:rPr lang="da-DK" dirty="0" err="1"/>
              <a:t>extrapolation</a:t>
            </a:r>
            <a:endParaRPr lang="da-DK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BCFA75-B382-A011-FE19-D68284483434}"/>
              </a:ext>
            </a:extLst>
          </p:cNvPr>
          <p:cNvSpPr txBox="1"/>
          <p:nvPr/>
        </p:nvSpPr>
        <p:spPr>
          <a:xfrm>
            <a:off x="838200" y="1690688"/>
            <a:ext cx="80622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Applying</a:t>
            </a:r>
            <a:r>
              <a:rPr lang="da-DK" dirty="0"/>
              <a:t> a model </a:t>
            </a:r>
            <a:r>
              <a:rPr lang="da-DK" dirty="0" err="1"/>
              <a:t>within</a:t>
            </a:r>
            <a:r>
              <a:rPr lang="da-DK" dirty="0"/>
              <a:t> </a:t>
            </a:r>
            <a:r>
              <a:rPr lang="da-DK" dirty="0" err="1"/>
              <a:t>observed</a:t>
            </a:r>
            <a:r>
              <a:rPr lang="da-DK" dirty="0"/>
              <a:t> data range is </a:t>
            </a:r>
            <a:r>
              <a:rPr lang="da-DK" u="sng" dirty="0"/>
              <a:t>interpolation</a:t>
            </a:r>
          </a:p>
          <a:p>
            <a:r>
              <a:rPr lang="da-DK" dirty="0" err="1"/>
              <a:t>Applying</a:t>
            </a:r>
            <a:r>
              <a:rPr lang="da-DK" dirty="0"/>
              <a:t> it </a:t>
            </a:r>
            <a:r>
              <a:rPr lang="da-DK" dirty="0" err="1"/>
              <a:t>outside</a:t>
            </a:r>
            <a:r>
              <a:rPr lang="da-DK" dirty="0"/>
              <a:t> of the </a:t>
            </a:r>
            <a:r>
              <a:rPr lang="da-DK" dirty="0" err="1"/>
              <a:t>observed</a:t>
            </a:r>
            <a:r>
              <a:rPr lang="da-DK" dirty="0"/>
              <a:t> data range is </a:t>
            </a:r>
            <a:r>
              <a:rPr lang="da-DK" dirty="0" err="1"/>
              <a:t>risky</a:t>
            </a:r>
            <a:r>
              <a:rPr lang="da-DK" dirty="0"/>
              <a:t> and is </a:t>
            </a:r>
            <a:r>
              <a:rPr lang="da-DK" dirty="0" err="1"/>
              <a:t>called</a:t>
            </a:r>
            <a:r>
              <a:rPr lang="da-DK" dirty="0"/>
              <a:t> </a:t>
            </a:r>
            <a:r>
              <a:rPr lang="da-DK" u="sng" dirty="0" err="1"/>
              <a:t>extrapolation</a:t>
            </a:r>
            <a:r>
              <a:rPr lang="da-DK" u="sng" dirty="0"/>
              <a:t> 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D4A891E-5F09-7FB3-3BEB-63CCD77C9DE9}"/>
              </a:ext>
            </a:extLst>
          </p:cNvPr>
          <p:cNvGrpSpPr/>
          <p:nvPr/>
        </p:nvGrpSpPr>
        <p:grpSpPr>
          <a:xfrm>
            <a:off x="6001512" y="2436743"/>
            <a:ext cx="6190488" cy="3997399"/>
            <a:chOff x="6001512" y="2436743"/>
            <a:chExt cx="6190488" cy="3997399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1692821-57E3-12F9-BD79-C0B5D6E3CCEF}"/>
                </a:ext>
              </a:extLst>
            </p:cNvPr>
            <p:cNvCxnSpPr>
              <a:cxnSpLocks/>
            </p:cNvCxnSpPr>
            <p:nvPr/>
          </p:nvCxnSpPr>
          <p:spPr>
            <a:xfrm>
              <a:off x="9449209" y="2883821"/>
              <a:ext cx="389735" cy="45342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47ED1DC-9BCC-6A0A-9CE7-89B08088EE6F}"/>
                </a:ext>
              </a:extLst>
            </p:cNvPr>
            <p:cNvSpPr txBox="1"/>
            <p:nvPr/>
          </p:nvSpPr>
          <p:spPr>
            <a:xfrm>
              <a:off x="6001512" y="2436743"/>
              <a:ext cx="619048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a-DK" dirty="0" err="1"/>
                <a:t>Depending</a:t>
              </a:r>
              <a:r>
                <a:rPr lang="da-DK" dirty="0"/>
                <a:t> on the model it is more or </a:t>
              </a:r>
              <a:r>
                <a:rPr lang="da-DK" dirty="0" err="1"/>
                <a:t>less</a:t>
              </a:r>
              <a:r>
                <a:rPr lang="da-DK" dirty="0"/>
                <a:t> </a:t>
              </a:r>
              <a:r>
                <a:rPr lang="da-DK" dirty="0" err="1"/>
                <a:t>risky</a:t>
              </a:r>
              <a:r>
                <a:rPr lang="da-DK" dirty="0"/>
                <a:t> to </a:t>
              </a:r>
              <a:r>
                <a:rPr lang="da-DK" dirty="0" err="1"/>
                <a:t>extrapolate</a:t>
              </a:r>
              <a:endParaRPr lang="da-DK" dirty="0"/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CF51B2E0-13CE-709F-E65D-9C61053A1377}"/>
                </a:ext>
              </a:extLst>
            </p:cNvPr>
            <p:cNvGrpSpPr/>
            <p:nvPr/>
          </p:nvGrpSpPr>
          <p:grpSpPr>
            <a:xfrm>
              <a:off x="8290614" y="3662582"/>
              <a:ext cx="3803796" cy="2771560"/>
              <a:chOff x="6973878" y="3290912"/>
              <a:chExt cx="3803796" cy="2771560"/>
            </a:xfrm>
          </p:grpSpPr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6F1F9645-281C-C009-B030-4D3B3BDBA18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6973878" y="3644463"/>
                <a:ext cx="3570838" cy="2418009"/>
              </a:xfrm>
              <a:prstGeom prst="rect">
                <a:avLst/>
              </a:prstGeom>
            </p:spPr>
          </p:pic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7BC1A68-3540-32DE-3475-D64ED4E3339F}"/>
                  </a:ext>
                </a:extLst>
              </p:cNvPr>
              <p:cNvSpPr txBox="1"/>
              <p:nvPr/>
            </p:nvSpPr>
            <p:spPr>
              <a:xfrm>
                <a:off x="8132473" y="3927243"/>
                <a:ext cx="153599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a-DK" dirty="0" err="1"/>
                  <a:t>CubicSpline</a:t>
                </a:r>
                <a:r>
                  <a:rPr lang="da-DK" dirty="0"/>
                  <a:t>()</a:t>
                </a:r>
              </a:p>
            </p:txBody>
          </p:sp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426376B7-CD9A-A308-4B48-526F87CEC0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7218581" y="3290912"/>
                <a:ext cx="3559093" cy="261218"/>
              </a:xfrm>
              <a:prstGeom prst="rect">
                <a:avLst/>
              </a:prstGeom>
            </p:spPr>
          </p:pic>
        </p:grpSp>
      </p:grp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9C821AB-1626-B1BA-BB32-F4839C6CFEFB}"/>
              </a:ext>
            </a:extLst>
          </p:cNvPr>
          <p:cNvCxnSpPr>
            <a:cxnSpLocks/>
          </p:cNvCxnSpPr>
          <p:nvPr/>
        </p:nvCxnSpPr>
        <p:spPr>
          <a:xfrm flipH="1">
            <a:off x="6600343" y="2944009"/>
            <a:ext cx="209531" cy="45698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24" name="Picture 23">
            <a:extLst>
              <a:ext uri="{FF2B5EF4-FFF2-40B4-BE49-F238E27FC236}">
                <a16:creationId xmlns:a16="http://schemas.microsoft.com/office/drawing/2014/main" id="{3819619D-6593-2C40-AA72-FA602D4C12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28862" y="3958307"/>
            <a:ext cx="3731304" cy="2418009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31E1A993-E67F-DFD9-E51F-499ACC4C8D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5394" y="3457010"/>
            <a:ext cx="2152950" cy="46679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AC5E5AD-DE1E-AE76-5674-E58EE0E5ED52}"/>
              </a:ext>
            </a:extLst>
          </p:cNvPr>
          <p:cNvGrpSpPr/>
          <p:nvPr/>
        </p:nvGrpSpPr>
        <p:grpSpPr>
          <a:xfrm>
            <a:off x="526646" y="2423729"/>
            <a:ext cx="3605190" cy="2514031"/>
            <a:chOff x="526646" y="2423729"/>
            <a:chExt cx="3605190" cy="251403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5AFF7748-11B3-8FDD-813C-80A176DE21F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6646" y="2423729"/>
              <a:ext cx="3605190" cy="2514031"/>
            </a:xfrm>
            <a:prstGeom prst="rect">
              <a:avLst/>
            </a:prstGeom>
          </p:spPr>
        </p:pic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44F5836-43BC-B6F8-1063-901C2EDE3120}"/>
                </a:ext>
              </a:extLst>
            </p:cNvPr>
            <p:cNvCxnSpPr/>
            <p:nvPr/>
          </p:nvCxnSpPr>
          <p:spPr>
            <a:xfrm>
              <a:off x="1280160" y="3662582"/>
              <a:ext cx="283464" cy="168754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23C8D04B-F7C1-5F93-3E36-ABD46DDAEC0D}"/>
                </a:ext>
              </a:extLst>
            </p:cNvPr>
            <p:cNvSpPr/>
            <p:nvPr/>
          </p:nvSpPr>
          <p:spPr>
            <a:xfrm>
              <a:off x="1606893" y="3853003"/>
              <a:ext cx="45720" cy="4571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0ECBF0-B42B-5CA6-86CA-30B8458B4191}"/>
                </a:ext>
              </a:extLst>
            </p:cNvPr>
            <p:cNvSpPr/>
            <p:nvPr/>
          </p:nvSpPr>
          <p:spPr>
            <a:xfrm>
              <a:off x="2352580" y="2778453"/>
              <a:ext cx="45720" cy="45719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F759587-C9E2-1DEF-A273-F5D90BACACA8}"/>
                </a:ext>
              </a:extLst>
            </p:cNvPr>
            <p:cNvSpPr txBox="1"/>
            <p:nvPr/>
          </p:nvSpPr>
          <p:spPr>
            <a:xfrm>
              <a:off x="838200" y="3426828"/>
              <a:ext cx="931665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a-DK" sz="1000" dirty="0"/>
                <a:t>Interpolation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901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1395983-D40A-206E-0A86-FB877A580B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16901"/>
            <a:ext cx="5997148" cy="529618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3EB5310-4D49-AC36-60CF-6B2FD7BA88AA}"/>
              </a:ext>
            </a:extLst>
          </p:cNvPr>
          <p:cNvSpPr txBox="1"/>
          <p:nvPr/>
        </p:nvSpPr>
        <p:spPr>
          <a:xfrm>
            <a:off x="5090276" y="296017"/>
            <a:ext cx="20114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sz="2800" dirty="0" err="1"/>
              <a:t>Complexity</a:t>
            </a:r>
            <a:r>
              <a:rPr lang="da-DK" sz="2800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0F7739A-AF94-F43C-4141-3D3A904B68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148" y="2470632"/>
            <a:ext cx="6173061" cy="2191056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4422254E-B0CB-9C28-C396-3076D02742E2}"/>
                  </a:ext>
                </a:extLst>
              </p14:cNvPr>
              <p14:cNvContentPartPr/>
              <p14:nvPr/>
            </p14:nvContentPartPr>
            <p14:xfrm>
              <a:off x="9897626" y="2733262"/>
              <a:ext cx="2085120" cy="82368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4422254E-B0CB-9C28-C396-3076D02742E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88986" y="2724622"/>
                <a:ext cx="2102760" cy="841320"/>
              </a:xfrm>
              <a:prstGeom prst="rect">
                <a:avLst/>
              </a:prstGeom>
            </p:spPr>
          </p:pic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B0A4258E-273B-45CC-1CBE-B892204DCC1C}"/>
              </a:ext>
            </a:extLst>
          </p:cNvPr>
          <p:cNvSpPr txBox="1"/>
          <p:nvPr/>
        </p:nvSpPr>
        <p:spPr>
          <a:xfrm>
            <a:off x="6472900" y="1559101"/>
            <a:ext cx="55098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Analytical</a:t>
            </a:r>
            <a:r>
              <a:rPr lang="da-DK" dirty="0"/>
              <a:t> solvable or </a:t>
            </a:r>
            <a:r>
              <a:rPr lang="da-DK" dirty="0" err="1"/>
              <a:t>numerical</a:t>
            </a:r>
            <a:r>
              <a:rPr lang="da-DK" dirty="0"/>
              <a:t> solutions </a:t>
            </a:r>
            <a:r>
              <a:rPr lang="da-DK" dirty="0" err="1"/>
              <a:t>needed</a:t>
            </a:r>
            <a:r>
              <a:rPr lang="da-DK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08344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1B4669-BEC3-60AA-316F-8453DE23B2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3246" y="337693"/>
            <a:ext cx="10515600" cy="1325563"/>
          </a:xfrm>
        </p:spPr>
        <p:txBody>
          <a:bodyPr/>
          <a:lstStyle/>
          <a:p>
            <a:pPr algn="ctr"/>
            <a:r>
              <a:rPr lang="da-DK" dirty="0"/>
              <a:t>Model </a:t>
            </a:r>
            <a:r>
              <a:rPr lang="da-DK" dirty="0" err="1"/>
              <a:t>scale</a:t>
            </a:r>
            <a:endParaRPr lang="da-DK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008F90-5B37-6B31-470E-FD9BD6F6AF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1" y="1584365"/>
            <a:ext cx="5654040" cy="2281455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62EE68D-C861-4F18-31E5-6B722BF5E28A}"/>
              </a:ext>
            </a:extLst>
          </p:cNvPr>
          <p:cNvCxnSpPr/>
          <p:nvPr/>
        </p:nvCxnSpPr>
        <p:spPr>
          <a:xfrm flipV="1">
            <a:off x="308674" y="1530098"/>
            <a:ext cx="0" cy="24963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3E1EFAC4-D0EE-2EFB-961F-1F9026EDD4E0}"/>
              </a:ext>
            </a:extLst>
          </p:cNvPr>
          <p:cNvSpPr txBox="1"/>
          <p:nvPr/>
        </p:nvSpPr>
        <p:spPr>
          <a:xfrm rot="16200000">
            <a:off x="-642302" y="2593588"/>
            <a:ext cx="259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/>
              <a:t>Detail of </a:t>
            </a:r>
            <a:r>
              <a:rPr lang="da-DK" dirty="0" err="1"/>
              <a:t>internal</a:t>
            </a:r>
            <a:r>
              <a:rPr lang="da-DK" dirty="0"/>
              <a:t> system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5A3AEE-5F31-CBB9-051E-FDBF49E778E9}"/>
              </a:ext>
            </a:extLst>
          </p:cNvPr>
          <p:cNvSpPr txBox="1"/>
          <p:nvPr/>
        </p:nvSpPr>
        <p:spPr>
          <a:xfrm>
            <a:off x="6598920" y="3429000"/>
            <a:ext cx="35204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Lumped</a:t>
            </a:r>
            <a:r>
              <a:rPr lang="da-DK" dirty="0"/>
              <a:t> models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2FD733-511D-B5E5-81CF-18499C5767E9}"/>
              </a:ext>
            </a:extLst>
          </p:cNvPr>
          <p:cNvSpPr txBox="1"/>
          <p:nvPr/>
        </p:nvSpPr>
        <p:spPr>
          <a:xfrm>
            <a:off x="6598920" y="2743497"/>
            <a:ext cx="42976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/>
              <a:t>Distributed parameter models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4D7F18D-E9E8-FB56-0E44-333C2B6D13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3706" y="4026410"/>
            <a:ext cx="1495634" cy="562053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B1DC13FE-A5E6-B04E-4985-09E8F130B3EE}"/>
              </a:ext>
            </a:extLst>
          </p:cNvPr>
          <p:cNvGrpSpPr/>
          <p:nvPr/>
        </p:nvGrpSpPr>
        <p:grpSpPr>
          <a:xfrm>
            <a:off x="833246" y="3865820"/>
            <a:ext cx="3812416" cy="2917526"/>
            <a:chOff x="1045018" y="3787140"/>
            <a:chExt cx="3812416" cy="2917526"/>
          </a:xfrm>
        </p:grpSpPr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F81B00A9-91FA-E526-579B-EAFAA6FC046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89797" y="3865820"/>
              <a:ext cx="3667637" cy="2838846"/>
            </a:xfrm>
            <a:prstGeom prst="rect">
              <a:avLst/>
            </a:prstGeom>
          </p:spPr>
        </p:pic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807F5E6-1EBD-738A-AD95-C7091DE8583F}"/>
                </a:ext>
              </a:extLst>
            </p:cNvPr>
            <p:cNvSpPr/>
            <p:nvPr/>
          </p:nvSpPr>
          <p:spPr>
            <a:xfrm>
              <a:off x="1069848" y="4919472"/>
              <a:ext cx="256032" cy="70408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583CA88F-D35D-7863-FEA8-F4685F94C6C1}"/>
                </a:ext>
              </a:extLst>
            </p:cNvPr>
            <p:cNvSpPr/>
            <p:nvPr/>
          </p:nvSpPr>
          <p:spPr>
            <a:xfrm>
              <a:off x="1045018" y="3787140"/>
              <a:ext cx="256032" cy="51968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a-DK"/>
            </a:p>
          </p:txBody>
        </p:sp>
      </p:grpSp>
      <p:pic>
        <p:nvPicPr>
          <p:cNvPr id="21" name="Picture 20">
            <a:extLst>
              <a:ext uri="{FF2B5EF4-FFF2-40B4-BE49-F238E27FC236}">
                <a16:creationId xmlns:a16="http://schemas.microsoft.com/office/drawing/2014/main" id="{4F08D7F9-86CA-5A66-7C1B-F07A34D330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3706" y="5584900"/>
            <a:ext cx="2143424" cy="47631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C0E01B1E-EC28-69B6-3405-4CEDA28F93B4}"/>
              </a:ext>
            </a:extLst>
          </p:cNvPr>
          <p:cNvSpPr txBox="1"/>
          <p:nvPr/>
        </p:nvSpPr>
        <p:spPr>
          <a:xfrm>
            <a:off x="5282634" y="4684938"/>
            <a:ext cx="4923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Microscopic</a:t>
            </a:r>
            <a:r>
              <a:rPr lang="da-DK" dirty="0"/>
              <a:t> approach: </a:t>
            </a:r>
            <a:r>
              <a:rPr lang="da-DK" dirty="0" err="1"/>
              <a:t>descretization</a:t>
            </a:r>
            <a:r>
              <a:rPr lang="da-DK" dirty="0"/>
              <a:t>, diffusion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4DD84A2-CD59-4573-3476-7980B7B1D44B}"/>
              </a:ext>
            </a:extLst>
          </p:cNvPr>
          <p:cNvSpPr txBox="1"/>
          <p:nvPr/>
        </p:nvSpPr>
        <p:spPr>
          <a:xfrm>
            <a:off x="5297793" y="6123279"/>
            <a:ext cx="55061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a-DK" dirty="0" err="1"/>
              <a:t>Macroscopic</a:t>
            </a:r>
            <a:r>
              <a:rPr lang="da-DK" dirty="0"/>
              <a:t> approach: average bulk </a:t>
            </a:r>
            <a:r>
              <a:rPr lang="da-DK" dirty="0" err="1"/>
              <a:t>concentrations</a:t>
            </a:r>
            <a:r>
              <a:rPr lang="da-DK" dirty="0"/>
              <a:t>, </a:t>
            </a:r>
          </a:p>
          <a:p>
            <a:r>
              <a:rPr lang="da-DK" dirty="0"/>
              <a:t>average </a:t>
            </a:r>
            <a:r>
              <a:rPr lang="da-DK" dirty="0" err="1"/>
              <a:t>mass</a:t>
            </a:r>
            <a:r>
              <a:rPr lang="da-DK" dirty="0"/>
              <a:t> transfer </a:t>
            </a:r>
            <a:r>
              <a:rPr lang="da-DK" dirty="0" err="1"/>
              <a:t>coefficient</a:t>
            </a:r>
            <a:endParaRPr lang="da-DK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43DB9EA-F70E-0412-F0AB-32564EDD68C0}"/>
              </a:ext>
            </a:extLst>
          </p:cNvPr>
          <p:cNvSpPr txBox="1"/>
          <p:nvPr/>
        </p:nvSpPr>
        <p:spPr>
          <a:xfrm>
            <a:off x="6598920" y="2242660"/>
            <a:ext cx="39715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a-DK" dirty="0" err="1"/>
              <a:t>Often</a:t>
            </a:r>
            <a:r>
              <a:rPr lang="da-DK" dirty="0"/>
              <a:t> </a:t>
            </a:r>
            <a:r>
              <a:rPr lang="da-DK" dirty="0" err="1"/>
              <a:t>involves</a:t>
            </a:r>
            <a:r>
              <a:rPr lang="da-DK" dirty="0"/>
              <a:t> </a:t>
            </a:r>
            <a:r>
              <a:rPr lang="da-DK" dirty="0" err="1"/>
              <a:t>stoichastic</a:t>
            </a:r>
            <a:r>
              <a:rPr lang="da-DK" dirty="0"/>
              <a:t> models</a:t>
            </a:r>
          </a:p>
        </p:txBody>
      </p:sp>
    </p:spTree>
    <p:extLst>
      <p:ext uri="{BB962C8B-B14F-4D97-AF65-F5344CB8AC3E}">
        <p14:creationId xmlns:p14="http://schemas.microsoft.com/office/powerpoint/2010/main" val="3941075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149B4-72F7-8CAC-3B50-0500675B7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 dirty="0" err="1"/>
              <a:t>Menti</a:t>
            </a:r>
            <a:r>
              <a:rPr lang="da-DK" dirty="0"/>
              <a:t> quiz: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402D9A2-42B8-A0DC-7D1F-595069DB2E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792" y="1645170"/>
            <a:ext cx="4847705" cy="484770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1FA195-8560-2A30-D11B-38CB8BD94F60}"/>
              </a:ext>
            </a:extLst>
          </p:cNvPr>
          <p:cNvSpPr txBox="1"/>
          <p:nvPr/>
        </p:nvSpPr>
        <p:spPr>
          <a:xfrm>
            <a:off x="3792979" y="762000"/>
            <a:ext cx="647643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2800" dirty="0"/>
              <a:t>https://www.menti.com/al4yuib4sox4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F47C8B-2D97-48F7-D378-D3DEACFAC6CE}"/>
              </a:ext>
            </a:extLst>
          </p:cNvPr>
          <p:cNvSpPr txBox="1"/>
          <p:nvPr/>
        </p:nvSpPr>
        <p:spPr>
          <a:xfrm>
            <a:off x="9078339" y="2087563"/>
            <a:ext cx="238215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a-DK" sz="3600" b="1" i="0" dirty="0">
                <a:effectLst/>
                <a:latin typeface="MentiText"/>
              </a:rPr>
              <a:t>3494 9134</a:t>
            </a:r>
            <a:endParaRPr lang="da-DK" dirty="0"/>
          </a:p>
        </p:txBody>
      </p:sp>
    </p:spTree>
    <p:extLst>
      <p:ext uri="{BB962C8B-B14F-4D97-AF65-F5344CB8AC3E}">
        <p14:creationId xmlns:p14="http://schemas.microsoft.com/office/powerpoint/2010/main" val="27482335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1fd1d36-fecb-47ca-b7d7-d0df0370a198}" enabled="0" method="" siteId="{61fd1d36-fecb-47ca-b7d7-d0df0370a198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687</TotalTime>
  <Words>628</Words>
  <Application>Microsoft Office PowerPoint</Application>
  <PresentationFormat>Widescreen</PresentationFormat>
  <Paragraphs>100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MentiText</vt:lpstr>
      <vt:lpstr>Wingdings</vt:lpstr>
      <vt:lpstr>Office Theme</vt:lpstr>
      <vt:lpstr>Model classification</vt:lpstr>
      <vt:lpstr>Why do we need to classify models?</vt:lpstr>
      <vt:lpstr>Examples of model descriptions in litterature</vt:lpstr>
      <vt:lpstr>Stages in model development</vt:lpstr>
      <vt:lpstr>PowerPoint Presentation</vt:lpstr>
      <vt:lpstr>Steady-state versus transient</vt:lpstr>
      <vt:lpstr>Lumped parameter versus distributed parameter</vt:lpstr>
      <vt:lpstr>Continuous and discrete models</vt:lpstr>
      <vt:lpstr>Mechanistic or emperical</vt:lpstr>
      <vt:lpstr>Deterministic or stoichastic</vt:lpstr>
      <vt:lpstr>Interpolation/extrapolation</vt:lpstr>
      <vt:lpstr>PowerPoint Presentation</vt:lpstr>
      <vt:lpstr>Model scale</vt:lpstr>
      <vt:lpstr>Menti quiz: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Frederik Rask Dalby</dc:creator>
  <cp:lastModifiedBy>Frederik Rask Dalby</cp:lastModifiedBy>
  <cp:revision>2</cp:revision>
  <dcterms:created xsi:type="dcterms:W3CDTF">2025-05-06T09:42:57Z</dcterms:created>
  <dcterms:modified xsi:type="dcterms:W3CDTF">2026-08-19T08:55:12Z</dcterms:modified>
</cp:coreProperties>
</file>