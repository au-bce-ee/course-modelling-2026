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ink/ink1.xml" ContentType="application/inkml+xml"/>
  <Override PartName="/ppt/ink/ink2.xml" ContentType="application/inkml+xml"/>
  <Override PartName="/ppt/ink/ink3.xml" ContentType="application/inkml+xml"/>
  <Override PartName="/ppt/ink/ink4.xml" ContentType="application/inkml+xml"/>
  <Override PartName="/ppt/ink/ink5.xml" ContentType="application/inkml+xml"/>
  <Override PartName="/ppt/ink/ink6.xml" ContentType="application/inkml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ink/ink7.xml" ContentType="application/inkml+xml"/>
  <Override PartName="/ppt/ink/ink8.xml" ContentType="application/inkml+xml"/>
  <Override PartName="/ppt/ink/ink9.xml" ContentType="application/inkml+xml"/>
  <Override PartName="/ppt/ink/ink10.xml" ContentType="application/inkml+xml"/>
  <Override PartName="/ppt/ink/ink11.xml" ContentType="application/inkml+xml"/>
  <Override PartName="/ppt/ink/ink12.xml" ContentType="application/inkml+xml"/>
  <Override PartName="/ppt/ink/ink13.xml" ContentType="application/inkml+xml"/>
  <Override PartName="/ppt/ink/ink14.xml" ContentType="application/inkml+xml"/>
  <Override PartName="/ppt/ink/ink15.xml" ContentType="application/inkml+xml"/>
  <Override PartName="/ppt/ink/ink16.xml" ContentType="application/inkml+xml"/>
  <Override PartName="/ppt/ink/ink17.xml" ContentType="application/inkml+xml"/>
  <Override PartName="/ppt/ink/ink18.xml" ContentType="application/inkml+xml"/>
  <Override PartName="/ppt/ink/ink19.xml" ContentType="application/inkml+xml"/>
  <Override PartName="/ppt/ink/ink20.xml" ContentType="application/inkml+xml"/>
  <Override PartName="/ppt/ink/ink21.xml" ContentType="application/inkml+xml"/>
  <Override PartName="/ppt/ink/ink22.xml" ContentType="application/inkml+xml"/>
  <Override PartName="/ppt/ink/ink23.xml" ContentType="application/inkml+xml"/>
  <Override PartName="/ppt/ink/ink24.xml" ContentType="application/inkml+xml"/>
  <Override PartName="/ppt/ink/ink25.xml" ContentType="application/inkml+xml"/>
  <Override PartName="/ppt/ink/ink26.xml" ContentType="application/inkml+xml"/>
  <Override PartName="/ppt/ink/ink27.xml" ContentType="application/inkml+xml"/>
  <Override PartName="/ppt/ink/ink28.xml" ContentType="application/inkml+xml"/>
  <Override PartName="/ppt/ink/ink29.xml" ContentType="application/inkml+xml"/>
  <Override PartName="/ppt/ink/ink30.xml" ContentType="application/inkml+xml"/>
  <Override PartName="/ppt/ink/ink31.xml" ContentType="application/inkml+xml"/>
  <Override PartName="/ppt/ink/ink32.xml" ContentType="application/inkml+xml"/>
  <Override PartName="/ppt/ink/ink33.xml" ContentType="application/inkml+xml"/>
  <Override PartName="/ppt/ink/ink34.xml" ContentType="application/inkml+xml"/>
  <Override PartName="/ppt/ink/ink35.xml" ContentType="application/inkml+xml"/>
  <Override PartName="/ppt/ink/ink36.xml" ContentType="application/inkml+xml"/>
  <Override PartName="/ppt/ink/ink37.xml" ContentType="application/inkml+xml"/>
  <Override PartName="/ppt/ink/ink38.xml" ContentType="application/inkml+xml"/>
  <Override PartName="/ppt/ink/ink39.xml" ContentType="application/inkml+xml"/>
  <Override PartName="/ppt/ink/ink40.xml" ContentType="application/inkml+xml"/>
  <Override PartName="/ppt/ink/ink41.xml" ContentType="application/inkml+xml"/>
  <Override PartName="/ppt/ink/ink42.xml" ContentType="application/inkml+xml"/>
  <Override PartName="/ppt/ink/ink43.xml" ContentType="application/inkml+xml"/>
  <Override PartName="/ppt/ink/ink44.xml" ContentType="application/inkml+xml"/>
  <Override PartName="/ppt/ink/ink45.xml" ContentType="application/inkml+xml"/>
  <Override PartName="/ppt/ink/ink46.xml" ContentType="application/inkml+xml"/>
  <Override PartName="/ppt/ink/ink47.xml" ContentType="application/inkml+xml"/>
  <Override PartName="/ppt/notesSlides/notesSlide3.xml" ContentType="application/vnd.openxmlformats-officedocument.presentationml.notesSlide+xml"/>
  <Override PartName="/ppt/ink/ink48.xml" ContentType="application/inkml+xml"/>
  <Override PartName="/ppt/ink/ink49.xml" ContentType="application/inkml+xml"/>
  <Override PartName="/ppt/ink/ink50.xml" ContentType="application/inkml+xml"/>
  <Override PartName="/ppt/ink/ink51.xml" ContentType="application/inkml+xml"/>
  <Override PartName="/ppt/ink/ink52.xml" ContentType="application/inkml+xml"/>
  <Override PartName="/ppt/ink/ink53.xml" ContentType="application/inkml+xml"/>
  <Override PartName="/ppt/ink/ink54.xml" ContentType="application/inkml+xml"/>
  <Override PartName="/ppt/ink/ink55.xml" ContentType="application/inkml+xml"/>
  <Override PartName="/ppt/ink/ink56.xml" ContentType="application/inkml+xml"/>
  <Override PartName="/ppt/ink/ink57.xml" ContentType="application/inkml+xml"/>
  <Override PartName="/ppt/ink/ink58.xml" ContentType="application/inkml+xml"/>
  <Override PartName="/ppt/ink/ink59.xml" ContentType="application/inkml+xml"/>
  <Override PartName="/ppt/ink/ink60.xml" ContentType="application/inkml+xml"/>
  <Override PartName="/ppt/ink/ink61.xml" ContentType="application/inkml+xml"/>
  <Override PartName="/ppt/ink/ink62.xml" ContentType="application/inkml+xml"/>
  <Override PartName="/ppt/ink/ink63.xml" ContentType="application/inkml+xml"/>
  <Override PartName="/ppt/ink/ink64.xml" ContentType="application/inkml+xml"/>
  <Override PartName="/ppt/ink/ink65.xml" ContentType="application/inkml+xml"/>
  <Override PartName="/ppt/ink/ink66.xml" ContentType="application/inkml+xml"/>
  <Override PartName="/ppt/ink/ink67.xml" ContentType="application/inkml+xml"/>
  <Override PartName="/ppt/ink/ink68.xml" ContentType="application/inkml+xml"/>
  <Override PartName="/ppt/ink/ink69.xml" ContentType="application/inkml+xml"/>
  <Override PartName="/ppt/ink/ink70.xml" ContentType="application/inkml+xml"/>
  <Override PartName="/ppt/ink/ink71.xml" ContentType="application/inkml+xml"/>
  <Override PartName="/ppt/ink/ink72.xml" ContentType="application/inkml+xml"/>
  <Override PartName="/ppt/ink/ink73.xml" ContentType="application/inkml+xml"/>
  <Override PartName="/ppt/ink/ink74.xml" ContentType="application/inkml+xml"/>
  <Override PartName="/ppt/ink/ink75.xml" ContentType="application/inkml+xml"/>
  <Override PartName="/ppt/ink/ink76.xml" ContentType="application/inkml+xml"/>
  <Override PartName="/ppt/ink/ink77.xml" ContentType="application/inkml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6"/>
  </p:notesMasterIdLst>
  <p:sldIdLst>
    <p:sldId id="256" r:id="rId2"/>
    <p:sldId id="257" r:id="rId3"/>
    <p:sldId id="258" r:id="rId4"/>
    <p:sldId id="269" r:id="rId5"/>
    <p:sldId id="259" r:id="rId6"/>
    <p:sldId id="260" r:id="rId7"/>
    <p:sldId id="261" r:id="rId8"/>
    <p:sldId id="262" r:id="rId9"/>
    <p:sldId id="263" r:id="rId10"/>
    <p:sldId id="267" r:id="rId11"/>
    <p:sldId id="265" r:id="rId12"/>
    <p:sldId id="264" r:id="rId13"/>
    <p:sldId id="266" r:id="rId14"/>
    <p:sldId id="268" r:id="rId15"/>
  </p:sldIdLst>
  <p:sldSz cx="12192000" cy="6858000"/>
  <p:notesSz cx="6858000" cy="9144000"/>
  <p:defaultTextStyle>
    <a:defPPr>
      <a:defRPr lang="da-DK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C601D3EA-FB1C-4675-B46A-CB37089C09B1}" v="45" dt="2026-08-03T14:04:44.584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82" d="100"/>
          <a:sy n="82" d="100"/>
        </p:scale>
        <p:origin x="666" y="84"/>
      </p:cViewPr>
      <p:guideLst/>
    </p:cSldViewPr>
  </p:slideViewPr>
  <p:notesTextViewPr>
    <p:cViewPr>
      <p:scale>
        <a:sx n="3" d="2"/>
        <a:sy n="3" d="2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microsoft.com/office/2016/11/relationships/changesInfo" Target="changesInfos/changesInfo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Frederik Rask Dalby" userId="12c7c68b-47c4-4858-a883-dbd84be7356f" providerId="ADAL" clId="{E9883B15-7D20-4C63-9A3F-08E95C9A44CC}"/>
    <pc:docChg chg="custSel addSld delSld modSld sldOrd">
      <pc:chgData name="Frederik Rask Dalby" userId="12c7c68b-47c4-4858-a883-dbd84be7356f" providerId="ADAL" clId="{E9883B15-7D20-4C63-9A3F-08E95C9A44CC}" dt="2026-08-03T14:05:27.660" v="432" actId="1076"/>
      <pc:docMkLst>
        <pc:docMk/>
      </pc:docMkLst>
      <pc:sldChg chg="modSp mod">
        <pc:chgData name="Frederik Rask Dalby" userId="12c7c68b-47c4-4858-a883-dbd84be7356f" providerId="ADAL" clId="{E9883B15-7D20-4C63-9A3F-08E95C9A44CC}" dt="2026-07-31T12:54:39.372" v="0" actId="20577"/>
        <pc:sldMkLst>
          <pc:docMk/>
          <pc:sldMk cId="3711011098" sldId="256"/>
        </pc:sldMkLst>
        <pc:spChg chg="mod">
          <ac:chgData name="Frederik Rask Dalby" userId="12c7c68b-47c4-4858-a883-dbd84be7356f" providerId="ADAL" clId="{E9883B15-7D20-4C63-9A3F-08E95C9A44CC}" dt="2026-07-31T12:54:39.372" v="0" actId="20577"/>
          <ac:spMkLst>
            <pc:docMk/>
            <pc:sldMk cId="3711011098" sldId="256"/>
            <ac:spMk id="3" creationId="{00CCFAA3-834B-CF16-21A2-392E9961C017}"/>
          </ac:spMkLst>
        </pc:spChg>
      </pc:sldChg>
      <pc:sldChg chg="addSp delSp modSp mod delAnim modAnim">
        <pc:chgData name="Frederik Rask Dalby" userId="12c7c68b-47c4-4858-a883-dbd84be7356f" providerId="ADAL" clId="{E9883B15-7D20-4C63-9A3F-08E95C9A44CC}" dt="2026-08-03T14:04:44.584" v="427"/>
        <pc:sldMkLst>
          <pc:docMk/>
          <pc:sldMk cId="2126172265" sldId="257"/>
        </pc:sldMkLst>
        <pc:spChg chg="del">
          <ac:chgData name="Frederik Rask Dalby" userId="12c7c68b-47c4-4858-a883-dbd84be7356f" providerId="ADAL" clId="{E9883B15-7D20-4C63-9A3F-08E95C9A44CC}" dt="2026-08-03T14:03:42.406" v="382" actId="478"/>
          <ac:spMkLst>
            <pc:docMk/>
            <pc:sldMk cId="2126172265" sldId="257"/>
            <ac:spMk id="2" creationId="{8F723E57-EB71-259D-37D7-D4EFFF9F254C}"/>
          </ac:spMkLst>
        </pc:spChg>
        <pc:spChg chg="add mod">
          <ac:chgData name="Frederik Rask Dalby" userId="12c7c68b-47c4-4858-a883-dbd84be7356f" providerId="ADAL" clId="{E9883B15-7D20-4C63-9A3F-08E95C9A44CC}" dt="2026-08-03T14:04:07.557" v="420" actId="20577"/>
          <ac:spMkLst>
            <pc:docMk/>
            <pc:sldMk cId="2126172265" sldId="257"/>
            <ac:spMk id="4" creationId="{9FE3FF20-9890-4FEB-683B-3B578D13F141}"/>
          </ac:spMkLst>
        </pc:spChg>
        <pc:spChg chg="mod">
          <ac:chgData name="Frederik Rask Dalby" userId="12c7c68b-47c4-4858-a883-dbd84be7356f" providerId="ADAL" clId="{E9883B15-7D20-4C63-9A3F-08E95C9A44CC}" dt="2026-08-03T14:04:17.413" v="426" actId="20577"/>
          <ac:spMkLst>
            <pc:docMk/>
            <pc:sldMk cId="2126172265" sldId="257"/>
            <ac:spMk id="18" creationId="{26E1E465-28AF-D8E4-07C5-26E76DBB721D}"/>
          </ac:spMkLst>
        </pc:spChg>
        <pc:grpChg chg="del">
          <ac:chgData name="Frederik Rask Dalby" userId="12c7c68b-47c4-4858-a883-dbd84be7356f" providerId="ADAL" clId="{E9883B15-7D20-4C63-9A3F-08E95C9A44CC}" dt="2026-08-03T14:03:40.801" v="381" actId="478"/>
          <ac:grpSpMkLst>
            <pc:docMk/>
            <pc:sldMk cId="2126172265" sldId="257"/>
            <ac:grpSpMk id="17" creationId="{7B559475-ED4E-E23B-A807-B4483EFC5DEE}"/>
          </ac:grpSpMkLst>
        </pc:grpChg>
        <pc:picChg chg="del mod modCrop">
          <ac:chgData name="Frederik Rask Dalby" userId="12c7c68b-47c4-4858-a883-dbd84be7356f" providerId="ADAL" clId="{E9883B15-7D20-4C63-9A3F-08E95C9A44CC}" dt="2026-08-03T14:03:36.131" v="380" actId="478"/>
          <ac:picMkLst>
            <pc:docMk/>
            <pc:sldMk cId="2126172265" sldId="257"/>
            <ac:picMk id="5" creationId="{790C6BC8-69F9-33CC-04C5-0EDCF0979AB6}"/>
          </ac:picMkLst>
        </pc:picChg>
      </pc:sldChg>
      <pc:sldChg chg="addSp delSp modSp mod delAnim modAnim">
        <pc:chgData name="Frederik Rask Dalby" userId="12c7c68b-47c4-4858-a883-dbd84be7356f" providerId="ADAL" clId="{E9883B15-7D20-4C63-9A3F-08E95C9A44CC}" dt="2026-08-03T14:03:56.599" v="385" actId="478"/>
        <pc:sldMkLst>
          <pc:docMk/>
          <pc:sldMk cId="3593674032" sldId="258"/>
        </pc:sldMkLst>
        <pc:spChg chg="add del mod">
          <ac:chgData name="Frederik Rask Dalby" userId="12c7c68b-47c4-4858-a883-dbd84be7356f" providerId="ADAL" clId="{E9883B15-7D20-4C63-9A3F-08E95C9A44CC}" dt="2026-08-03T14:03:56.599" v="385" actId="478"/>
          <ac:spMkLst>
            <pc:docMk/>
            <pc:sldMk cId="3593674032" sldId="258"/>
            <ac:spMk id="3" creationId="{B1BDEEE9-831F-9B8F-B26C-B65B58DB3ABA}"/>
          </ac:spMkLst>
        </pc:spChg>
      </pc:sldChg>
      <pc:sldChg chg="addSp modSp mod">
        <pc:chgData name="Frederik Rask Dalby" userId="12c7c68b-47c4-4858-a883-dbd84be7356f" providerId="ADAL" clId="{E9883B15-7D20-4C63-9A3F-08E95C9A44CC}" dt="2026-08-03T14:05:27.660" v="432" actId="1076"/>
        <pc:sldMkLst>
          <pc:docMk/>
          <pc:sldMk cId="904040462" sldId="259"/>
        </pc:sldMkLst>
        <pc:spChg chg="mod">
          <ac:chgData name="Frederik Rask Dalby" userId="12c7c68b-47c4-4858-a883-dbd84be7356f" providerId="ADAL" clId="{E9883B15-7D20-4C63-9A3F-08E95C9A44CC}" dt="2026-08-03T14:04:53.206" v="428" actId="20577"/>
          <ac:spMkLst>
            <pc:docMk/>
            <pc:sldMk cId="904040462" sldId="259"/>
            <ac:spMk id="37" creationId="{F03CBBAE-DD5A-72CB-128A-5D7C237BBD80}"/>
          </ac:spMkLst>
        </pc:spChg>
        <pc:picChg chg="add mod">
          <ac:chgData name="Frederik Rask Dalby" userId="12c7c68b-47c4-4858-a883-dbd84be7356f" providerId="ADAL" clId="{E9883B15-7D20-4C63-9A3F-08E95C9A44CC}" dt="2026-08-03T14:05:27.660" v="432" actId="1076"/>
          <ac:picMkLst>
            <pc:docMk/>
            <pc:sldMk cId="904040462" sldId="259"/>
            <ac:picMk id="8" creationId="{AF0BB0F1-1C2B-79A0-52C0-ED61F065159E}"/>
          </ac:picMkLst>
        </pc:picChg>
      </pc:sldChg>
      <pc:sldChg chg="addSp delSp modSp mod">
        <pc:chgData name="Frederik Rask Dalby" userId="12c7c68b-47c4-4858-a883-dbd84be7356f" providerId="ADAL" clId="{E9883B15-7D20-4C63-9A3F-08E95C9A44CC}" dt="2026-08-03T14:01:44.206" v="323" actId="1076"/>
        <pc:sldMkLst>
          <pc:docMk/>
          <pc:sldMk cId="2347415508" sldId="263"/>
        </pc:sldMkLst>
        <pc:spChg chg="mod">
          <ac:chgData name="Frederik Rask Dalby" userId="12c7c68b-47c4-4858-a883-dbd84be7356f" providerId="ADAL" clId="{E9883B15-7D20-4C63-9A3F-08E95C9A44CC}" dt="2026-08-03T14:01:42.071" v="322" actId="20577"/>
          <ac:spMkLst>
            <pc:docMk/>
            <pc:sldMk cId="2347415508" sldId="263"/>
            <ac:spMk id="3" creationId="{04B07399-757B-ECF1-BACF-AA7C8A2C2142}"/>
          </ac:spMkLst>
        </pc:spChg>
        <pc:spChg chg="del mod">
          <ac:chgData name="Frederik Rask Dalby" userId="12c7c68b-47c4-4858-a883-dbd84be7356f" providerId="ADAL" clId="{E9883B15-7D20-4C63-9A3F-08E95C9A44CC}" dt="2026-08-03T13:56:42.249" v="265" actId="478"/>
          <ac:spMkLst>
            <pc:docMk/>
            <pc:sldMk cId="2347415508" sldId="263"/>
            <ac:spMk id="10" creationId="{745D9C9D-F39D-CE27-0D93-B97C2CACD8C4}"/>
          </ac:spMkLst>
        </pc:spChg>
        <pc:spChg chg="del">
          <ac:chgData name="Frederik Rask Dalby" userId="12c7c68b-47c4-4858-a883-dbd84be7356f" providerId="ADAL" clId="{E9883B15-7D20-4C63-9A3F-08E95C9A44CC}" dt="2026-08-03T14:00:19.770" v="283" actId="478"/>
          <ac:spMkLst>
            <pc:docMk/>
            <pc:sldMk cId="2347415508" sldId="263"/>
            <ac:spMk id="26" creationId="{29A93565-B9B6-8443-ABF9-C96D096F9BF0}"/>
          </ac:spMkLst>
        </pc:spChg>
        <pc:picChg chg="add mod">
          <ac:chgData name="Frederik Rask Dalby" userId="12c7c68b-47c4-4858-a883-dbd84be7356f" providerId="ADAL" clId="{E9883B15-7D20-4C63-9A3F-08E95C9A44CC}" dt="2026-08-03T14:00:26.596" v="285" actId="1076"/>
          <ac:picMkLst>
            <pc:docMk/>
            <pc:sldMk cId="2347415508" sldId="263"/>
            <ac:picMk id="4" creationId="{7972FBE2-74C7-5A3C-18EB-A7E7E64EB84B}"/>
          </ac:picMkLst>
        </pc:picChg>
        <pc:picChg chg="add del">
          <ac:chgData name="Frederik Rask Dalby" userId="12c7c68b-47c4-4858-a883-dbd84be7356f" providerId="ADAL" clId="{E9883B15-7D20-4C63-9A3F-08E95C9A44CC}" dt="2026-08-03T13:58:59.021" v="276" actId="478"/>
          <ac:picMkLst>
            <pc:docMk/>
            <pc:sldMk cId="2347415508" sldId="263"/>
            <ac:picMk id="5" creationId="{FEBC598A-C79E-0E5D-B72B-9E912A37B64E}"/>
          </ac:picMkLst>
        </pc:picChg>
        <pc:picChg chg="add mod">
          <ac:chgData name="Frederik Rask Dalby" userId="12c7c68b-47c4-4858-a883-dbd84be7356f" providerId="ADAL" clId="{E9883B15-7D20-4C63-9A3F-08E95C9A44CC}" dt="2026-08-03T14:00:28.084" v="286" actId="1076"/>
          <ac:picMkLst>
            <pc:docMk/>
            <pc:sldMk cId="2347415508" sldId="263"/>
            <ac:picMk id="7" creationId="{DB21EB95-7FE6-DD38-0925-B3269D938D0C}"/>
          </ac:picMkLst>
        </pc:picChg>
        <pc:picChg chg="add mod">
          <ac:chgData name="Frederik Rask Dalby" userId="12c7c68b-47c4-4858-a883-dbd84be7356f" providerId="ADAL" clId="{E9883B15-7D20-4C63-9A3F-08E95C9A44CC}" dt="2026-08-03T14:01:44.206" v="323" actId="1076"/>
          <ac:picMkLst>
            <pc:docMk/>
            <pc:sldMk cId="2347415508" sldId="263"/>
            <ac:picMk id="9" creationId="{3B7ED5C7-1D73-0445-C10F-EA3C60B08BB8}"/>
          </ac:picMkLst>
        </pc:picChg>
      </pc:sldChg>
      <pc:sldChg chg="addSp modSp mod">
        <pc:chgData name="Frederik Rask Dalby" userId="12c7c68b-47c4-4858-a883-dbd84be7356f" providerId="ADAL" clId="{E9883B15-7D20-4C63-9A3F-08E95C9A44CC}" dt="2026-08-03T14:03:08.602" v="379" actId="1076"/>
        <pc:sldMkLst>
          <pc:docMk/>
          <pc:sldMk cId="3908344832" sldId="264"/>
        </pc:sldMkLst>
        <pc:spChg chg="add mod">
          <ac:chgData name="Frederik Rask Dalby" userId="12c7c68b-47c4-4858-a883-dbd84be7356f" providerId="ADAL" clId="{E9883B15-7D20-4C63-9A3F-08E95C9A44CC}" dt="2026-08-03T14:03:08.602" v="379" actId="1076"/>
          <ac:spMkLst>
            <pc:docMk/>
            <pc:sldMk cId="3908344832" sldId="264"/>
            <ac:spMk id="2" creationId="{B0A4258E-273B-45CC-1CBE-B892204DCC1C}"/>
          </ac:spMkLst>
        </pc:spChg>
        <pc:spChg chg="mod">
          <ac:chgData name="Frederik Rask Dalby" userId="12c7c68b-47c4-4858-a883-dbd84be7356f" providerId="ADAL" clId="{E9883B15-7D20-4C63-9A3F-08E95C9A44CC}" dt="2026-08-03T14:02:08.700" v="324" actId="1076"/>
          <ac:spMkLst>
            <pc:docMk/>
            <pc:sldMk cId="3908344832" sldId="264"/>
            <ac:spMk id="6" creationId="{E3EB5310-4D49-AC36-60CF-6B2FD7BA88AA}"/>
          </ac:spMkLst>
        </pc:spChg>
      </pc:sldChg>
      <pc:sldChg chg="addSp delSp modSp mod">
        <pc:chgData name="Frederik Rask Dalby" userId="12c7c68b-47c4-4858-a883-dbd84be7356f" providerId="ADAL" clId="{E9883B15-7D20-4C63-9A3F-08E95C9A44CC}" dt="2026-08-03T12:18:45.634" v="10" actId="1076"/>
        <pc:sldMkLst>
          <pc:docMk/>
          <pc:sldMk cId="2748233568" sldId="268"/>
        </pc:sldMkLst>
        <pc:spChg chg="add mod">
          <ac:chgData name="Frederik Rask Dalby" userId="12c7c68b-47c4-4858-a883-dbd84be7356f" providerId="ADAL" clId="{E9883B15-7D20-4C63-9A3F-08E95C9A44CC}" dt="2026-08-03T12:18:45.634" v="10" actId="1076"/>
          <ac:spMkLst>
            <pc:docMk/>
            <pc:sldMk cId="2748233568" sldId="268"/>
            <ac:spMk id="6" creationId="{831FA195-8560-2A30-D11B-38CB8BD94F60}"/>
          </ac:spMkLst>
        </pc:spChg>
        <pc:picChg chg="add mod">
          <ac:chgData name="Frederik Rask Dalby" userId="12c7c68b-47c4-4858-a883-dbd84be7356f" providerId="ADAL" clId="{E9883B15-7D20-4C63-9A3F-08E95C9A44CC}" dt="2026-08-03T12:18:10.055" v="5" actId="1076"/>
          <ac:picMkLst>
            <pc:docMk/>
            <pc:sldMk cId="2748233568" sldId="268"/>
            <ac:picMk id="3" creationId="{8402D9A2-42B8-A0DC-7D1F-595069DB2EB4}"/>
          </ac:picMkLst>
        </pc:picChg>
        <pc:picChg chg="del">
          <ac:chgData name="Frederik Rask Dalby" userId="12c7c68b-47c4-4858-a883-dbd84be7356f" providerId="ADAL" clId="{E9883B15-7D20-4C63-9A3F-08E95C9A44CC}" dt="2026-08-03T12:13:16.709" v="2" actId="478"/>
          <ac:picMkLst>
            <pc:docMk/>
            <pc:sldMk cId="2748233568" sldId="268"/>
            <ac:picMk id="4" creationId="{B033F64C-E494-E5CD-DFDF-612D5A6E49E8}"/>
          </ac:picMkLst>
        </pc:picChg>
      </pc:sldChg>
      <pc:sldChg chg="del">
        <pc:chgData name="Frederik Rask Dalby" userId="12c7c68b-47c4-4858-a883-dbd84be7356f" providerId="ADAL" clId="{E9883B15-7D20-4C63-9A3F-08E95C9A44CC}" dt="2026-08-03T12:12:49.160" v="1" actId="47"/>
        <pc:sldMkLst>
          <pc:docMk/>
          <pc:sldMk cId="326724469" sldId="269"/>
        </pc:sldMkLst>
      </pc:sldChg>
      <pc:sldChg chg="addSp modSp new mod ord">
        <pc:chgData name="Frederik Rask Dalby" userId="12c7c68b-47c4-4858-a883-dbd84be7356f" providerId="ADAL" clId="{E9883B15-7D20-4C63-9A3F-08E95C9A44CC}" dt="2026-08-03T12:25:06.137" v="249" actId="1076"/>
        <pc:sldMkLst>
          <pc:docMk/>
          <pc:sldMk cId="3847838450" sldId="269"/>
        </pc:sldMkLst>
        <pc:spChg chg="mod">
          <ac:chgData name="Frederik Rask Dalby" userId="12c7c68b-47c4-4858-a883-dbd84be7356f" providerId="ADAL" clId="{E9883B15-7D20-4C63-9A3F-08E95C9A44CC}" dt="2026-08-03T12:21:34.569" v="61" actId="20577"/>
          <ac:spMkLst>
            <pc:docMk/>
            <pc:sldMk cId="3847838450" sldId="269"/>
            <ac:spMk id="2" creationId="{C61FDE31-59A2-B136-75F4-2AF566BFB364}"/>
          </ac:spMkLst>
        </pc:spChg>
        <pc:spChg chg="mod">
          <ac:chgData name="Frederik Rask Dalby" userId="12c7c68b-47c4-4858-a883-dbd84be7356f" providerId="ADAL" clId="{E9883B15-7D20-4C63-9A3F-08E95C9A44CC}" dt="2026-08-03T12:24:20.401" v="156" actId="255"/>
          <ac:spMkLst>
            <pc:docMk/>
            <pc:sldMk cId="3847838450" sldId="269"/>
            <ac:spMk id="3" creationId="{19A941CF-6E25-1DE8-C509-A2F48F699CC6}"/>
          </ac:spMkLst>
        </pc:spChg>
        <pc:spChg chg="add mod">
          <ac:chgData name="Frederik Rask Dalby" userId="12c7c68b-47c4-4858-a883-dbd84be7356f" providerId="ADAL" clId="{E9883B15-7D20-4C63-9A3F-08E95C9A44CC}" dt="2026-08-03T12:23:59.495" v="133" actId="1076"/>
          <ac:spMkLst>
            <pc:docMk/>
            <pc:sldMk cId="3847838450" sldId="269"/>
            <ac:spMk id="12" creationId="{F09DF5A5-D767-E554-F945-D232AC68711A}"/>
          </ac:spMkLst>
        </pc:spChg>
        <pc:spChg chg="add mod">
          <ac:chgData name="Frederik Rask Dalby" userId="12c7c68b-47c4-4858-a883-dbd84be7356f" providerId="ADAL" clId="{E9883B15-7D20-4C63-9A3F-08E95C9A44CC}" dt="2026-08-03T12:24:25.303" v="157" actId="255"/>
          <ac:spMkLst>
            <pc:docMk/>
            <pc:sldMk cId="3847838450" sldId="269"/>
            <ac:spMk id="14" creationId="{38682FDA-C5D9-03EA-5CFC-E0DC9354BC68}"/>
          </ac:spMkLst>
        </pc:spChg>
        <pc:spChg chg="add mod">
          <ac:chgData name="Frederik Rask Dalby" userId="12c7c68b-47c4-4858-a883-dbd84be7356f" providerId="ADAL" clId="{E9883B15-7D20-4C63-9A3F-08E95C9A44CC}" dt="2026-08-03T12:25:06.137" v="249" actId="1076"/>
          <ac:spMkLst>
            <pc:docMk/>
            <pc:sldMk cId="3847838450" sldId="269"/>
            <ac:spMk id="17" creationId="{1F2393C4-4EF8-CC60-1537-F95BDC2331CC}"/>
          </ac:spMkLst>
        </pc:spChg>
        <pc:picChg chg="add mod">
          <ac:chgData name="Frederik Rask Dalby" userId="12c7c68b-47c4-4858-a883-dbd84be7356f" providerId="ADAL" clId="{E9883B15-7D20-4C63-9A3F-08E95C9A44CC}" dt="2026-08-03T12:22:13.139" v="80" actId="1076"/>
          <ac:picMkLst>
            <pc:docMk/>
            <pc:sldMk cId="3847838450" sldId="269"/>
            <ac:picMk id="5" creationId="{BA639B96-8F58-F6D8-5FC0-4E4E3C1F3F45}"/>
          </ac:picMkLst>
        </pc:picChg>
        <pc:picChg chg="add">
          <ac:chgData name="Frederik Rask Dalby" userId="12c7c68b-47c4-4858-a883-dbd84be7356f" providerId="ADAL" clId="{E9883B15-7D20-4C63-9A3F-08E95C9A44CC}" dt="2026-08-03T12:22:41.512" v="81" actId="22"/>
          <ac:picMkLst>
            <pc:docMk/>
            <pc:sldMk cId="3847838450" sldId="269"/>
            <ac:picMk id="7" creationId="{B78819B4-D559-3B07-7EBF-87C4C9993A4B}"/>
          </ac:picMkLst>
        </pc:picChg>
        <pc:picChg chg="add mod">
          <ac:chgData name="Frederik Rask Dalby" userId="12c7c68b-47c4-4858-a883-dbd84be7356f" providerId="ADAL" clId="{E9883B15-7D20-4C63-9A3F-08E95C9A44CC}" dt="2026-08-03T12:22:51.671" v="83" actId="1076"/>
          <ac:picMkLst>
            <pc:docMk/>
            <pc:sldMk cId="3847838450" sldId="269"/>
            <ac:picMk id="9" creationId="{914D5BD2-D572-E00A-14CC-EAD49F0130E8}"/>
          </ac:picMkLst>
        </pc:picChg>
        <pc:picChg chg="add mod">
          <ac:chgData name="Frederik Rask Dalby" userId="12c7c68b-47c4-4858-a883-dbd84be7356f" providerId="ADAL" clId="{E9883B15-7D20-4C63-9A3F-08E95C9A44CC}" dt="2026-08-03T12:23:26.270" v="87" actId="1076"/>
          <ac:picMkLst>
            <pc:docMk/>
            <pc:sldMk cId="3847838450" sldId="269"/>
            <ac:picMk id="11" creationId="{2B286B5C-A255-AB4A-7997-7B9E7909020B}"/>
          </ac:picMkLst>
        </pc:picChg>
        <pc:cxnChg chg="add mod">
          <ac:chgData name="Frederik Rask Dalby" userId="12c7c68b-47c4-4858-a883-dbd84be7356f" providerId="ADAL" clId="{E9883B15-7D20-4C63-9A3F-08E95C9A44CC}" dt="2026-08-03T12:24:39.091" v="159" actId="13822"/>
          <ac:cxnSpMkLst>
            <pc:docMk/>
            <pc:sldMk cId="3847838450" sldId="269"/>
            <ac:cxnSpMk id="16" creationId="{C0BB19F4-BB5F-24EA-854A-56AB76B0F583}"/>
          </ac:cxnSpMkLst>
        </pc:cxnChg>
      </pc:sldChg>
    </pc:docChg>
  </pc:docChgLst>
</pc:chgInfo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06T10:02:25.725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1 771 320,'2'-3'14392,"10"-9"-3900,-6 7-10592,39-3 1646,-1 2 0,78 0 0,18-2-519,-98 4-967,-1-3-1,-1-1 1,1-1 0,-2-3-1,49-20 1,-24 12 68,-52 17-157,0 0 0,-1 0 0,1-1 1,19-10-1,-17 6 72,1 2 0,0 0 0,1 0 0,0 2 0,18-4 0,-30 7-48,8-1 106,0 1 1,0 0-1,0 0 1,17 3-1,-16-2-58,-1 1 0,0-1 0,0-1 1,18-3-1,87-15 25,-91 17-100,0-1-1,1-2 1,-2 0 0,1-2 0,39-16-1,61-32 79,-96 43 52,1 1 1,1 2 0,43-8-1,-19 5-121,109-19 190,-127 26-193,96-21 20,56-6-164,-62 6 173,-44 6-55,-68 15 10,1 0 0,0 1 0,0 1 0,28-2 0,-23 4 37,0-2 0,41-11 0,-55 13-9,139-44-304,38-13-423,-49 25 447,-64 17 188,29-28-721,-95 44 800,-5 0-205,-3 38-12021,-10-15 4774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06T10:02:31.082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0 3265,'20'0'28140,"-15"0"-26649,-1 0-3658,62 0 3186,102 13 0,-75 3-1019,77 11 0,-104-15 0,-51-8 0,1-1 0,-1 0 0,24 0 0,292 3 0,-251-6 0,-68 0 0,18 0 0,-1 0 0,1 2 0,45 9 0,-58-9 0,1 0 0,0-1 0,0-1 0,26-2 0,9-1 0,34 10 0,-71-6 0,1 2 0,-1 0 0,0 1 0,30 11 0,6 1 0,-13-3 0,-28-9 0,-1-1 0,0 0 0,1 0 0,-1-1 0,21 2 0,-15-3 0,-1 1 0,1 0 0,27 9 0,-28-7 0,1 0 0,-1-1 0,30 2 0,51 5 0,-79-6 0,1 0 0,-1 1 0,24 10 0,28 8 0,194 26 0,-141-7 0,-75-32 0,0-2 0,0-1 0,82 0 0,-29-7-111,-99 0-523,0 2-1283,-1-2 1821,0 1 0,0-1 1,0 0-1,0 0 1,-1 1-1,1-1 0,0 0 1,0 0-1,0 1 1,0-1-1,0 0 0,0 0 1,0 1-1,-1-1 0,1 0 1,0 0-1,0 0 1,0 1-1,-1-1 0,1 0 1,0 0-1,0 0 0,-1 0 1,1 0-1,0 1 1,0-1-1,-1 0 0,1 0 1,0 0-1,0 0 0,-1 0 1,1 0-1,0 0 1,0 0-1,-1 0 0,1 0 1,0 0-1,-1 0 1,1 0-1,-1 0 0,-93 21-10514,34-8 1629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06T10:02:35.070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20 2913,'2'0'24485,"4"0"-20834,27 0-1950,1216 0-1684,-674 7-17,-390-5 0,203-5 0,-287-5 0,68-3 0,121 5-1903</inkml:trace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06T10:02:39.199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0 3025,'0'0'29093,"23"0"-28444,64 4-649,152 28 0,48 4 0,5-9 0,-132-10 0,-86-11 0,-32-4 0,1 2 0,69 16 0,-3 3 0,-66-16 0,47 15 0,-4 0 0,-59-16 0,0 1 0,-1 1 0,31 13 0,-37-13 0,0-1 0,0-2 0,36 7 0,-3-2 0,-3 0 0,-37-9 0,0 1 0,0 1 0,0 0 0,0 1 0,-1 0 0,23 12 0,-13-6 0,0-1 0,1-1 0,0-1 0,0-1 0,0 0 0,47 3 0,9 3 0,276 70 0,-308-71 0,1-3 0,49 3 0,-46-7 0,65 15 0,104 15 0,-130-23 0,60 5 0,65 10 0,-83-9 0,8 1 0,-23-6 0,-61-8 0,147 10 0,-186-15 0,-1 2 0,0 0 0,1 1 0,20 5 0,8 2 0,81 5 0,-14-2 0,-70-8 0,76-2 0,-75-2 0,-41-1 0,5 1 0,-3 21 0,-4-19-181,0 0 1,-1 0-1,1 0 0,-1-1 1,1 1-1,-1 0 1,0 0-1,0 0 0,0-1 1,0 1-1,0 0 0,0-1 1,0 1-1,-1-1 1,1 0-1,0 1 0,-1-1 1,-2 2-1,-36 21-7087,26-17 4365,-26 15-6851</inkml:trace>
</inkml:ink>
</file>

<file path=ppt/ink/ink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06T10:02:43.139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0 400,'0'0'30391,"16"0"-29818,263 22 436,-107-5-615,219 27-394,-46-4 0,-182-22 0,84 6 0,362 15 0,1-33 0,-551-6 0,-11 2 0,77 15 0,-9-1 0,52-7 0,-106-9 0,-1 4 0,0 2 0,100 23 0,-132-23 0,1-1 0,-1-1 0,60-1 0,14 2 0,425 7 0,-329-14 0,396 2-19,-595 0-3,0 0-1,0 0 0,0 0 0,-1 0 1,1 1-1,0-1 0,0 0 1,0 0-1,0 0 0,0 1 0,0-1 1,-1 0-1,1 0 0,0 1 1,0-1-1,0 0 0,0 0 0,0 1 1,0-1-1,0 0 0,0 0 1,0 0-1,0 1 0,0-1 0,0 0 1,0 0-1,0 1 0,0-1 1,0 0-1,1 0 0,-1 1 0,0-1 1,0 0-1,0 0 0,0 0 0,0 1 1,0-1-1,1 0 0,-1 0 1,0 0-1,0 0 0,0 1 0,1-1 1,-1 0-1,0 0 0,0 0 1,0 0-1,1 0 0,-1 0 0,0 0 1,0 0-1,1 1 0,9 9-304,-5-6 283,10 4-2,-14-8-21,1 1 378,3 10-8197,-5 35-1313,0-20 3155</inkml:trace>
</inkml:ink>
</file>

<file path=ppt/ink/ink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06T10:02:46.486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51 1712,'0'0'13126,"7"-2"-12374,18-5 8598,-17 6-8076,33-2 568,47 2 0,-51 2-1672,0-1 1,37-6-1,8-3 575,130 2 1,14 0 121,268-2-867,-292 12 0,-116-3 0,440 13 0,-70 8 0,38-12 0,-308-10 0,369-3 0,-251 1 0,-101-10 0,-62 10 0,-143 3-1758,-7 1-4286</inkml:trace>
</inkml:ink>
</file>

<file path=ppt/ink/ink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06T12:16:43.005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34 0 3441,'0'0'7420,"-34"1"3878,34 295-9471,7-152-1875,-8-137 62,1-1 0,0 1 0,0-1 0,0 0 0,1 1 0,0-1 0,0 1 0,1-1 0,-1 0 0,2 0 0,-1 0-1,0 0 1,1 0 0,0-1 0,1 1 0,-1-1 0,1 0 0,0 0 0,0 0 0,1 0 0,-1-1 0,11 8 0,-8-6 22,1 0 0,0-1 0,0 0 1,1-1-1,-1 0 0,1 0 1,0 0-1,0-1 0,0-1 0,12 2 1,9 0-170,0-2 1,30-1 0,-54-1 39,-3 0-88,0 0-1,0-1 1,0 0 0,1 1-1,-1-1 1,0 0 0,0-1 0,0 1-1,0 0 1,0-1 0,-1 0-1,5-3 1,27-28-6120,-25 19 681</inkml:trace>
</inkml:ink>
</file>

<file path=ppt/ink/ink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06T12:16:43.401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0 113 2336,'0'0'20434,"5"-6"-18508,3-2-1536,1 0 0,0 0 0,1 1 1,-1 0-1,2 0 0,-1 1 0,1 1 0,-1 0 0,1 0 1,1 1-1,-1 0 0,14-2 0,10-2-1193,1 1 0,0 2-1,40-1 1,29 6-7991,-58 0 667</inkml:trace>
</inkml:ink>
</file>

<file path=ppt/ink/ink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06T12:16:44.202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16 29 3713,'0'0'8967,"-1"13"-8028,0-3-739,-3 27 414,1 1 0,3 0 0,0 0 0,8 44 0,-7-77-614,-1-4-9,0-1 0,0 1 0,0-1 0,0 1 0,0-1 0,0 1 0,0-1 0,0 1 0,1-1 0,-1 1 0,0-1 0,0 1 0,0-1 0,1 0 0,-1 1 0,0-1 0,1 1 0,-1-1 0,0 0 0,1 1 0,-1-1 0,1 0 0,-1 1 0,0-1 0,1 0 0,-1 0 0,1 1 0,-1-1 0,1 0 0,-1 0 0,1 0 0,-1 0 0,1 1 0,-1-1 0,1 0 0,-1 0 0,1 0 0,-1 0 0,1 0 0,-1-39-237,1 29 288,-2 0-1,0 1 0,0-1 0,0 0 0,-1 1 1,-1-1-1,0 1 0,-5-11 0,6 10 151,-1 1 1,2 0-1,-1-1 0,1 0 0,1 1 0,-1-1 0,3-13 1,-2-2 896,1 22-975,0 1 0,0 0 0,0-1 0,1 1 0,-1 0 0,0 0 0,1 0 0,0 0 0,-1 0 0,1 0 0,0 0 0,0 1 0,0-1 0,0 1 0,0-1 0,0 1 0,0 0 0,1 0 0,-1 0 0,1 0 0,-1 0 0,0 0 0,1 1 0,-1-1 0,5 0 0,69-10 606,14 11-2422,-79 1 226,0 0-1,0 1 0,-1 0 0,1 1 0,18 6 1,7 8-9695</inkml:trace>
</inkml:ink>
</file>

<file path=ppt/ink/ink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06T12:16:45.397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252 14 4177,'0'0'6892,"-26"5"-5542,-82 21-19,102-25-1173,1 1 0,-1-1 0,1 1 0,0 1 1,0-1-1,0 1 0,0 0 0,0 0 1,1 1-1,-1-1 0,1 1 0,0 0 0,0 0 1,0 0-1,1 1 0,0-1 0,-1 1 0,2 0 1,-1 0-1,-2 5 0,2-4-13,-1 6 82,-1 0 1,2 0-1,0 0 0,0 1 0,1 0 1,1-1-1,0 1 0,1 0 0,1 14 1,-1-11-28,0-15-175,0 1 0,0-1 0,0 0 1,0 1-1,1-1 0,-1 0 1,1 1-1,-1-1 0,0 0 1,1 0-1,0 1 0,-1-1 0,1 0 1,0 0-1,0 0 0,0 0 1,0 0-1,-1 0 0,1 0 0,1 0 1,-1 0-1,0 0 0,0-1 1,0 1-1,2 0 0,1 1-18,0-1-1,0 1 0,0-1 1,0 0-1,0-1 0,1 1 1,-1-1-1,7 0 0,-3 0-57,1-1-1,-1 0 1,1 0-1,-1-1 0,0 0 1,1 0-1,-1-1 1,12-5-1,-11 1-26,1 0-1,-1 0 0,0-1 0,0 0 1,-1 0-1,0-1 0,-1 0 0,9-14 1,-1-4-2565,22-54 0,-35 76 2257,-2 5 391,1-1-1,-1 1 0,0-1 1,0 1-1,0-1 1,1 1-1,-1-1 1,0 1-1,1-1 0,-1 1 1,1-1-1,-1 1 1,0-1-1,1 1 0,-1 0 1,1-1-1,-1 1 1,1 0-1,-1-1 1,1 1-1,0 0 0,-1 0 1,1 0-1,-1-1 1,1 1-1,-1 0 0,1 0 1,0 0-1,-1 0 1,1 0-1,-1 0 1,1 0-1,0 0 0,-1 0 1,1 1-1,-1-1 1,1 0-1,0 0 0,-1 0 1,1 1-1,-1-1 1,1 0-1,-1 1 0,1-1 1,-1 0-1,1 1 1,-1-1-1,0 0 1,1 1-1,-1-1 0,1 2 1,21 25 683,-20-25-654,12 21 164,0 1-1,-1 0 1,-1 1-1,8 26 0,-20-50-236,1 0-1,0 0 0,0-1 0,0 1 1,-1 0-1,1 0 0,0 0 0,0-1 1,0 1-1,0-1 0,0 1 0,1-1 1,-1 1-1,0-1 0,0 1 0,0-1 1,0 0-1,0 0 0,1 0 0,-1 1 1,0-1-1,0 0 0,0 0 0,0-1 1,1 1-1,-1 0 0,0 0 0,0-1 1,0 1-1,0 0 0,0-1 0,3-1 1,35-18-863,-20 2 874,-2-1 1,0-1 0,-2-1 0,0 0-1,15-30 1,-22 38 54,-7 11 1,0 1-1,1-1 1,-1 1-1,1-1 0,0 1 1,-1-1-1,1 1 1,0 0-1,0 0 1,0 0-1,-1 0 0,1 0 1,0 0-1,1 1 1,-1-1-1,0 0 0,0 1 1,0 0-1,0 0 1,0-1-1,0 1 0,1 0 1,-1 1-1,0-1 1,0 0-1,0 1 0,0-1 1,4 2-1,-2-1-10,0 0 0,0 1-1,0-1 1,0 1 0,-1 0 0,1 0 0,0 1-1,-1-1 1,1 1 0,-1-1 0,0 1-1,0 0 1,4 6 0,25 57 490,-26-51-361,0-1 0,1 1 0,10 13 0,-17-28-152,0 0 0,0-1 1,0 1-1,0 0 0,0 0 0,0 0 1,0 0-1,0-1 0,-1 1 0,1 0 1,0 0-1,1 0 0,-1-1 0,0 1 1,0 0-1,0 0 0,0 0 0,0-1 1,0 1-1,0 0 0,0 0 0,0 0 1,0 0-1,0-1 0,0 1 0,1 0 1,-1 0-1,0 0 0,0 0 0,0 0 1,0-1-1,0 1 0,1 0 0,-1 0 0,0 0 1,0 0-1,0 0 0,0 0 0,1 0 1,-1 0-1,0 0 0,0 0 0,0 0 1,1 0-1,-1 0 0,0 0 0,0 0 1,0 0-1,1 0 0,-1 0 0,0 0 1,0 0-1,0 0 0,0 0 0,1 0 1,-1 0-1,0 0 0,0 0 0,0 0 1,0 0-1,1 1 0,-1-1 0,0 0 1,1-20-166,-1 19 206,-1-36 59,0 21-40,0 1 0,2-1 0,-1 1 1,2-1-1,0 1 0,1 0 0,0 0 0,9-23 0,-11 35-36,1 1 0,-1 1 1,0-1-1,1 0 0,-1 0 0,1 0 0,0 1 0,0-1 0,0 1 0,-1-1 0,1 1 0,0 0 0,1 0 1,-1 0-1,0 0 0,0 0 0,0 0 0,1 1 0,-1-1 0,4 0 0,53-1 851,-39 3-459,-18-1-389,1 1-1,-1 0 1,1 0-1,-1-1 1,1 1-1,-1 1 1,0-1-1,1 0 0,-1 0 1,0 1-1,0 0 1,0-1-1,0 1 1,0 0-1,0 0 1,-1 0-1,1 0 1,0 0-1,-1 0 1,0 1-1,0-1 0,1 0 1,-1 1-1,-1-1 1,1 1-1,0-1 1,0 4-1,4 12 26,-1-1-1,2 32 1,-5-42-30,1 9 56,0-1 0,1 0 0,1 1 0,0-2 0,1 1 0,7 14 1,-11-26-160,1 0 0,-1 0 0,1-1 0,0 1 0,0 0 0,0-1 1,0 0-1,1 1 0,-1-1 0,1 0 0,-1 0 0,1 0 1,0-1-1,-1 1 0,4 1 0,-3-2-220,0-1-1,0 0 1,0 1-1,0-1 1,0 0-1,0 0 1,0 0 0,0-1-1,0 1 1,0-1-1,-1 0 1,1 0-1,0 0 1,0 0-1,-1 0 1,1 0 0,0-1-1,-1 1 1,5-4-1,19-14-4517</inkml:trace>
</inkml:ink>
</file>

<file path=ppt/ink/ink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06T12:16:46.001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291 0 5425,'0'0'7036,"-31"7"-5966,-100 24-329,125-30-643,-1 0 1,1 1-1,0-1 0,0 1 0,0 1 0,0-1 0,0 1 0,0 0 0,0 1 0,1-1 0,0 1 0,0 0 0,-8 8 0,2-1 84,9-9-83,-1 0-1,1 1 0,-1-1 0,1 1 0,0-1 1,0 1-1,1 0 0,-1 0 0,0 0 0,1 0 0,0 0 1,0 0-1,0 0 0,0 1 0,-1 5 0,25-5 574,-18-4-583,70 2 606,-50-4-604,0 2 0,-1 1 0,1 1-1,-1 1 1,1 2 0,-1 0-1,39 14 1,-61-18-104,0 0 0,0 1-1,0-1 1,0 1 0,-1 0-1,1-1 1,0 1 0,-1 0-1,1 0 1,-1 0 0,0 0-1,1 0 1,-1 1 0,0-1 0,0 0-1,-1 0 1,1 1 0,0-1-1,-1 1 1,1-1 0,-1 3-1,1 4 35,-1 0 0,0 0-1,0 0 1,-3 15 0,1-20-7,1-1 1,-1 0 0,0 1-1,0-1 1,0 0-1,0 0 1,-1 0 0,1 0-1,-1-1 1,1 1-1,-1-1 1,0 1 0,0-1-1,0 0 1,-1 0-1,-4 2 1,-59 24-183,57-25-166,0-1 0,0 0 0,0-1 0,-17 1 0,26-9-5995,1-5 1002</inkml:trace>
</inkml:ink>
</file>

<file path=ppt/ink/ink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06T12:16:46.528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0 2689,'0'0'12618,"0"27"-11892,0 174 503,0-200-1247,0 0 1,0 0-1,0 0 0,1 0 0,-1 0 0,0 0 0,0 0 0,1 0 1,-1 0-1,0 0 0,1 0 0,-1 0 0,1 0 0,-1 0 0,1-1 1,-1 1-1,1 0 0,0 0 0,-1-1 0,1 1 0,0 0 0,0-1 1,-1 1-1,1-1 0,0 1 0,0-1 0,0 1 0,0-1 0,0 0 0,2 1 1,20 2-5300,-11-3 967</inkml:trace>
</inkml:ink>
</file>

<file path=ppt/ink/ink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06T12:16:46.943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14 1 5025,'0'0'11667,"-14"22"-11667,14-12-144,34 0-1681,0-1-3072</inkml:trace>
</inkml:ink>
</file>

<file path=ppt/ink/ink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06T12:16:48.473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14 361 3265,'0'0'12874,"-2"6"-11905,-7 18 226,7-18 66,18-6-828,0-1 0,-1-1 0,1 0-1,16-5 1,-26 5-517,0 1-1,0-1 1,0-1-1,-1 1 1,1-1-1,-1 0 1,0 0-1,0 0 1,0-1 0,0 0-1,0 0 1,-1 0-1,6-7 1,-7 6-666,-1 0 1,0-1 0,0 1-1,0-1 1,-1 1-1,0-1 1,0 0 0,0 0-1,-1 1 1,1-1-1,-2-9 1,1 11-282,-2 3 962,0 1 1,0 0-1,1 0 0,-1 0 0,0 0 0,0 0 1,0 0-1,1 1 0,-1-1 0,0 1 0,1-1 0,-1 1 1,0 0-1,-1 0 0,-2 4 260,1 1 1,0-1-1,1 1 0,-1-1 1,1 1-1,0 0 0,0 0 1,1 1-1,0-1 0,0 0 1,1 1-1,-2 6 0,2-1 354,-1-1-1,2 1 0,-1-1 1,2 1-1,-1 0 0,5 16 0,-4-22-419,1-1 0,1 1 0,-1-1 0,1 0-1,0 0 1,0 0 0,1-1 0,-1 1 0,1-1-1,0 1 1,0-1 0,1-1 0,-1 1 0,1-1-1,0 1 1,0-1 0,0 0 0,0-1 0,11 4 0,-2 0-98,0-2 0,1 1 1,-1-2-1,1 0 1,0-1-1,25 1 1,-34-4-93,-1 0 0,1 0 0,-1 0 1,0-1-1,0 0 0,0 0 0,0 0 0,0-1 1,0 1-1,-1-1 0,1 0 0,-1-1 0,0 1 0,1-1 1,-2 0-1,1 0 0,6-8 0,1-2-439,-1-1 0,-1 0 1,0 0-1,9-23 0,-9 8-1023,-8 25 1315,0 1 0,0 0 0,0-1 0,1 1 0,0 0-1,4-8 1,-5 10 222,1 1-1,-1 0 0,1-1 0,-1 1 1,1 0-1,-1 0 0,1 0 1,0 0-1,0 0 0,-1 0 0,1 0 1,0 1-1,0-1 0,0 0 1,0 1-1,0 0 0,0-1 0,0 1 1,0 0-1,3 0 0,-2 1 53,0 0-1,1-1 1,-1 1 0,0 0-1,0 1 1,0-1 0,0 1-1,0-1 1,0 1-1,-1 0 1,1 0 0,0 0-1,-1 0 1,0 0-1,1 1 1,-1-1 0,0 1-1,0-1 1,0 1 0,-1 0-1,1 0 1,-1 0-1,2 4 1,7 15 129,-2-1 1,8 31-1,-5-17 111,11 50 187,-17-80-431,-4-5-64,0 0-1,1 0 1,-1 0-1,0 0 1,0-1-1,1 1 1,-1 0-1,0 0 1,1-1-1,-1 1 1,0-1-1,0 1 1,0-1-1,0 1 1,1-1-1,-1 0 1,0 0-1,0 1 1,0-1-1,0 0 1,-1 0-1,1 0 1,0 0-1,1-2 1,21-29 199,-21 30-154,34-68 72,-28 51-147,1 1 1,14-22 0,1 22 75,-24 17-48,1 1-1,0-1 0,0 1 0,0-1 0,-1 1 0,1 0 1,0-1-1,0 1 0,0 0 0,0-1 0,0 1 0,0 0 1,0 0-1,0 0 0,0 0 0,0 0 0,0 0 1,-1 0-1,1 1 0,0-1 0,0 0 0,0 0 0,0 1 1,0-1-1,0 0 0,0 1 0,-1-1 0,1 1 0,0-1 1,0 1-1,-1 0 0,2 1 0,34 57-184,-31-48 255,0 0 0,2 0-1,-1 0 1,1-1-1,1 0 1,0 0 0,0-1-1,1 0 1,0 0-1,0-1 1,1 0 0,12 7-1,-19-14-69,1 1 0,0-1 0,0 0 0,0 0 0,-1 0-1,1 0 1,0-1 0,0 1 0,0-1 0,0 0 0,0 0 0,0-1 0,0 1-1,0-1 1,0 0 0,0 0 0,-1 0 0,1-1 0,0 1 0,-1-1-1,1 0 1,-1 0 0,1 0 0,-1 0 0,0-1 0,0 1 0,0-1 0,0 0-1,0 0 1,-1 0 0,4-6 0,0 1-28,-1 0 0,0 0 0,0-1 0,-1 0 0,0 0-1,-1 0 1,0 0 0,0 0 0,-1-1 0,0 0 0,1-18 0,-3-245-5731,-1 265 5721,0 0-1,0 0 1,-1 0-1,0 0 1,-1 0-1,1 1 0,-1-1 1,-5-8-1,6 12 44,0 0-1,-1 0 0,1 0 0,0 0 1,-1 1-1,0-1 0,0 1 0,0 0 1,-1-1-1,1 1 0,-1 1 0,1-1 1,-1 1-1,0-1 0,0 1 0,-5-2 0,8 4 74,0 0-1,0 1 0,0-1 0,1 0 1,-1 1-1,0-1 0,0 1 0,1-1 1,-1 1-1,0-1 0,1 1 1,-1-1-1,0 1 0,1-1 0,-1 1 1,1 0-1,-1 0 0,1-1 0,-1 1 1,1 0-1,-1 0 0,1-1 0,0 1 1,-1 0-1,1 0 0,0 0 0,0 0 1,0 0-1,0-1 0,0 1 0,0 0 1,0 0-1,0 0 0,0 0 0,0 0 1,0 0-1,1 1 0,1 44 1299,-2-44-1287,2 6 86,0 1 1,0-1-1,1 0 0,0 0 0,0 0 0,1 0 0,0-1 0,0 1 0,6 6 1,55 67 711,-33-43-413,33 52-56,-44-59-447,1 0 0,46 48 0,-64-77 318,-4-2-470,0 1-1,0-1 1,1 0-1,-1 0 1,0 0 0,0 0-1,1 0 1,-1 0-1,0 0 1,0 0 0,1 0-1,-1 0 1,0 0-1,0 0 1,1 0 0,-1 0-1,0 0 1,0 0-1,1 0 1,-1 0-1,0 0 1,0 0 0,1 0-1,-1 0 1,0-1-1,0 1 1,2-2-1894,0-7-1385</inkml:trace>
</inkml:ink>
</file>

<file path=ppt/ink/ink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06T12:16:48.699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84 6001,'0'0'15764,"88"-25"-15460,-34 15-144,0-3-224,0 3 64,7-2-1841,-7 5-559,-14 1-3457</inkml:trace>
</inkml:ink>
</file>

<file path=ppt/ink/ink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06T12:17:08.207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330 3 1360,'0'0'12192,"-6"-1"-8745,-30 0-2421,19 4-745,2 1 1,0 0-1,0 1 0,-1 1 0,-22 11 0,-72 48-76,90-53-163,16-10-50,2-1 17,0 0 0,-2 1 0,2-1 0,0 0 0,0 1 0,0-1-1,0 1 1,0 0 0,0 0 0,0-1 0,1 1 0,-1 1 0,1-1 0,-1 0 0,1 0 0,0 0 0,0 1 0,0-2 0,0 1 0,0 1 0,-1 4 0,6-5-32,0-1-1,1 0 0,-1 0 0,0-1 1,0 1-1,0-1 0,7 0 0,-8 0 30,21 2 66,21-1-47,-2 3-1,58 11 1,-91-12-78,1-1 0,1 1 1,-2 1-1,0 0 0,0 0 0,0 0 1,-1 1-1,2 1 0,-2 0 0,0 1 1,-1-1-1,0 2 0,0-1 1,13 14-1,-19-15 94,1 0-1,0 0 1,-1 0 0,0 0 0,0 0 0,-1 0 0,0 1-1,0-2 1,0 11 0,-1-12-37,1-1 1,-1 1-1,0-1 0,0 1 1,-1-1-1,1 1 0,-1 0 1,0-1-1,0 1 0,0-1 1,0-1-1,0 2 1,-1-1-1,0 0 0,1 0 1,-1 0-1,0 0 0,-5 4 1,-4 1-57,-1 0 0,0-1 0,0-1 0,-1 0 1,0-1-1,-1 0 0,1-1 0,0 0 0,-2-1 1,1 0-1,-17 1 0,30-10-3537,4-14 1115,14-2-1225</inkml:trace>
</inkml:ink>
</file>

<file path=ppt/ink/ink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06T12:17:08.784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1 864,'0'0'15716,"0"30"-14604,-1 19-811,7 128 1825,-4-83-1799,-3-42-2766,21-57-1866,-4-6 1272,3-4-258</inkml:trace>
</inkml:ink>
</file>

<file path=ppt/ink/ink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06T12:17:09.466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4 161 2977,'-4'0'20561,"50"0"-19336,92-4 140,-121 3-1433,0-2-1,1 1 1,-1-3-1,0 1 1,31-15 0,-45 18-112,-1 0 1,1 0 0,-1-1-1,1 0 1,-1 1 0,0-1 0,1 0-1,-1 0 1,0 0 0,0 0-1,-1-1 1,2 1 0,-1 0 0,-1-1-1,1 1 1,-1 0 0,0-1 0,1-3-1,0-2-956,-1 0-1,0 0 1,0 1 0,-1-1-1,-1-9 1,1-2-938,-1 18 2038,0 0 1,1 1-1,-1-1 1,0 1-1,0-1 1,1 1-1,-1-1 1,0 1-1,0 0 0,0-1 1,0 1-1,0 0 1,0 0-1,0 0 1,0-1-1,-1 1 1,2 0-1,-1 0 1,0 0-1,0 1 0,0-1 1,0 0-1,0 0 1,0 0-1,-1 1 1,-29 7 55,25-3 174,1-1 1,-1 0-1,0 1 1,2-1-1,-1 1 1,1 1-1,0-1 1,0 1-1,0 0 1,1 0-1,0 0 1,0 0-1,0 1 1,1-1-1,0 0 1,-1 9-1,-1 10 848,1-1 0,2 1 0,1 29-1,1-22 112,-1-32-1124,0 2 1,0 0-1,1-1 1,-1 1-1,1-1 1,0 1 0,-1-1-1,1 1 1,0-1-1,0 1 1,0-1-1,0 0 1,0 0 0,0 1-1,0-1 1,0 0-1,1 0 1,-1 0-1,0 0 1,1 0 0,-1 0-1,1-1 1,-1 1-1,1 0 1,-1-1 0,1 1-1,0-1 1,-1 0-1,1 1 1,-1-1-1,4 0 1,66 3-847,-54-3-102,63-1-5194,-39-5 1301</inkml:trace>
</inkml:ink>
</file>

<file path=ppt/ink/ink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06T12:17:10.083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220 0 1760,'0'0'11163,"-8"3"-10048,-9 3-585,1 2 0,0-1 0,-1 1 0,1 2 0,1 0 0,0 0 0,0 2 0,1-1 0,1 1 0,-22 27 0,31-32-326,1 0 0,0-2 0,0 2 0,1 1 0,0-1 1,0 0-1,1 1 0,0-1 0,0 0 0,1 0 0,0 10 0,0-17-200,1 0 0,-1 1 1,0-1-1,0 1 0,1-1 0,-1 0 1,0 1-1,1-1 0,-1 0 0,0 1 1,1-1-1,-1 0 0,0 0 1,1 0-1,-1 1 0,1-1 0,-1 0 1,0 0-1,1 0 0,-1 0 0,1 1 1,-1-1-1,1 0 0,-1 0 1,1 0-1,-1 0 0,0 0 0,1 0 1,-1 0-1,1-1 0,-1 1 0,1 0 1,-1 0-1,1 0 0,1 0-4,11-1-260,1 1 0,-1-2 1,-1 1-1,1-2 0,1 0 0,-2 0 0,0-1 0,0-1 1,18-7-1,-20 7-480,-1-1 1,0 0-1,-1-1 1,1 0 0,-1 0-1,1-1 1,7-10-1,-14 16 428,-1 0 0,0 0-1,-1 1 1,1-1 0,0 0-1,0 0 1,-1 0 0,1 0-1,-1 0 1,0 0 0,0 0 0,1 0-1,-1 0 1,-1-3 0,1 2-175,0 2 383,14 3 2267,24 37 244,-26-26-1843,1 0 0,1 0 0,1 0 0,23 14 0,-34-25-918,-1-1-1,1 0 0,-1 0 1,2 0-1,-1 0 0,-1 0 1,1-1-1,0 1 0,0-1 1,-1 0-1,1 0 0,4-1 1,8 0-2381,12 1-4579</inkml:trace>
</inkml:ink>
</file>

<file path=ppt/ink/ink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06T12:17:10.546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220 172 2753,'0'0'8772,"-22"7"-8068,-74 26 24,90-31-525,0 0-1,0 0 1,1 1-1,-1 0 1,1 0-1,0 1 0,0-1 1,0 1-1,0 0 1,1 0-1,0 1 1,0-1-1,-1 1 1,1 0-1,1 0 0,0 0 1,-5 10-1,4-4 198,2 1 0,-1 0 0,2-2 0,-1 2 0,2 0 0,0 19 0,0-16-271,0-14-124,0 0 0,0 0 0,0 0 0,1 0 0,-1 0 0,0 0 0,0 0 0,1 0 0,-1 0 0,1 0 0,-1 0 0,1-1 0,-1 1 0,1 0 0,-1 0 0,1 0 0,0-1 0,-1 1 0,1 0 0,0-1 0,0 1 0,-1-1 1,1 1-1,0-1 0,0 1 0,1 0 0,34 3-502,-31-4 363,0 0 1,0-1-1,0 0 1,0 0-1,0 0 1,-1-1-1,1 0 1,1 0-1,-2 0 1,1 0-1,6-5 0,-1-4-130,-1 1 0,0-1 0,0-1 0,0-1 0,-2 1 0,0 0 0,0-2-1,-2 1 1,0-1 0,0 0 0,4-23 0,2-60-2892,-10-4-4017,-1 79 4828,0 6 622</inkml:trace>
</inkml:ink>
</file>

<file path=ppt/ink/ink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06T12:17:11.405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28 188 848,'-18'-157'614,"9"127"4267,9 53-2945,0 2-1374,-1-6-148,1 1-1,1-1 1,0 0-1,2 1 1,0-2-1,11 34 1,-1-19 460,-5-10-363,0 0-1,2 0 1,1-2-1,1 1 0,29 39 1,-40-60-524,-1 0 1,1 0-1,0-1 1,0 1-1,0 0 1,0 0-1,0-1 1,0 1-1,0 0 1,0-1-1,0 1 1,0-1-1,0 1 1,1-1-1,-1 0 1,0 1-1,0-1 1,0 0-1,0 0 1,1 0-1,-1 0 1,0 0-1,0 0 1,1 0-1,-1-1 0,0 1 1,0 0-1,0 0 1,1-1-1,-1 1 1,1-1-1,-1 1 1,0-1-1,0 0 1,0 1-1,0-1 1,0 0-1,-1 0 1,1 0-1,0 1 1,0-1-1,0 0 1,-1 0-1,1 0 1,1-2-1,4-6-286,0-1-1,0 2 0,7-19 0,-11 23 320,8-17-496,-3 11 76,-1-2 0,0 0 0,-1 0 0,-1 0 0,0 0 0,2-17 0,-5 28 357,-1 1-1,1-1 0,-1 0 1,1 1-1,-1-1 0,1 1 1,0-1-1,-1 1 0,1-1 1,0 1-1,-1 0 0,1-1 1,0 1-1,0 0 0,-1-1 1,1 1-1,0 0 0,0 0 1,0 0-1,-1 0 0,1 0 1,0 0-1,0 0 0,0 0 1,-1 0-1,1 0 0,0 0 1,0 0-1,0 1 0,-1-1 1,1 0-1,0 1 0,0-1 1,0 1-60,7 5 320,-1 1 0,-1 1 1,1-1-1,-2 1 0,1-1 0,-1 1 0,0 1 0,-1 0 0,5 13 0,-9-22-205,5 9 157,-1 1 0,1-1 1,0 1-1,11 14 0,-15-23-175,-1-1 0,1 1-1,0 0 1,-1 0-1,1-1 1,0 1 0,0 0-1,0-1 1,0 0 0,0 1-1,0-1 1,-1 0 0,1 1-1,0-1 1,0 1-1,1-1 1,-1 0 0,0 0-1,0 0 1,0 0 0,0 1-1,0-1 1,1-1 0,0 0-19,-1 1 0,1-2 0,0 2 0,0-1 0,0 0 0,-1 0 0,1-1 0,-1 1 0,0-1 1,0 1-1,1-1 0,-1 1 0,0-1 0,-1 0 0,1 1 0,0-1 0,0 0 0,0-2 0,5-14-32,0 1-1,5-34 0,2-8-267,-12 57 314,-1 1 1,1-1 0,0 1 0,-1-1-1,1 1 1,0-1 0,0 2-1,0-1 1,0 0 0,0-1-1,2 1 1,-2 0 0,0 0 0,1 0-1,-1 0 1,0 0 0,1 1-1,-1-1 1,1 0 0,-1 1 0,1-1-1,0 1 1,-1-1 0,3 1-1,46-1 603,-31 2-220,-12-1-280,-1 2-1,0-1 0,1 1 0,-1 0 0,1 0 1,-1 0-1,0 1 0,-1-1 0,1 1 0,-1 1 1,1 0-1,-1 0 0,0 0 0,0 0 0,-1 1 0,0-1 1,7 8-1,7 10 378,-1 2 0,20 34 0,-20-28-423,-2 1 0,0 0 0,-2 1 0,-2-1 0,-1 3-1,-2-2 1,-1 2 0,-1 0 0,2 67 0,-8-99-61,-1-1 1,1 0-1,-1 1 0,-1 0 1,2 0-1,-1-1 1,0 1-1,0-1 0,0 1 1,0 0-1,0-1 1,0 1-1,0-1 0,-1 0 1,1 0-1,0 1 1,-1-1-1,1 0 0,-1 0 1,1 0-1,-1 0 1,0 0-1,0-1 0,1 1 1,-1-1-1,0 1 0,-2 0 1,-60 11-277,54-11 191,-21 3 10,1 0 1,-1-2-1,1-1 1,-1-2-1,1-1 0,-31-5 1,58 6 51,0 0 1,0 0-1,0 0 1,0 0-1,0 0 1,0-1-1,1 0 1,-2 1-1,2-1 1,-1 0-1,1 0 1,-1 0-1,1-1 1,0 1-1,0 0 1,0-1-1,1 1 1,-1-1-1,0 0 1,1 0-1,0 1 1,0-1-1,-1 1 1,2-1-1,-1 0 1,0 0-1,1-1 1,-1 1-1,1 0 1,0 0-1,0 0 1,0 0-1,1 0 1,-1 0-1,1 0 1,-1-1-1,1 1 0,0 1 1,0-1-1,0 0 1,1 0-1,-1 0 1,1 1-1,0 0 1,-1-1-1,5-3 1,37-23-1721,11 4-866</inkml:trace>
</inkml:ink>
</file>

<file path=ppt/ink/ink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06T12:17:15.416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1 126 1072,'0'0'3889,"0"-97"-5585,0 68 1456</inkml:trace>
</inkml:ink>
</file>

<file path=ppt/ink/ink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06T12:17:15.732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1 0 2192</inkml:trace>
</inkml:ink>
</file>

<file path=ppt/ink/ink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06T12:17:22.636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64 2192,'0'-63'22432,"0"85"-22259,0-19-77,0 0-53,1-2 29,43 24 24,-39-21-114,0-1 1,-1 1 0,2-1 0,-1 0 0,0-1-1,0 1 1,1-1 0,0 0 0,0-1 0,0 1-1,0-1 1,8 1 0,212 6 201,62-11 918,-251 2-1166,-1-2 0,38-9 0,-36 5 156,0 1 1,40 1-1,213-11 815,-5 0-448,-198 10-441,168-4 977,148 10-597,-354 19-268,92 16-82,-139-35-88,0 1 0,0 0-1,0 0 1,0 1 0,0-1-1,-1 1 1,1-1 0,0 1-1,-1 0 1,4 3 0,16 8-218,6 19-65,-16-17 292,-12-13 28,1 0 1,0 0-1,0-1 1,0 1-1,0-1 1,0 0-1,0 1 0,0-1 1,1 1-1,-1-1 1,1 0-1,-1 1 1,1-1-1,2 2 1,6 2-208,-1-2-746,-6-22 351,-3 17 617,0 1 1,0 0 0,1 0 0,-1-1-1,1 1 1,0-1 0,-1 1-1,1 0 1,0-1 0,0 1 0,0 0-1,0-1 1,0 1 0,0 0 0,0 0-1,0 0 1,0 0 0,0 0-1,1 0 1,-1 0 0,0 0 0,2 1-1,-2-1 1,2 0 0,47-16 543,-16 7-342,-32 10-201,2 0 17,-1 0 95,1 0-21,-3 0-56,0 0 29,32-7-46,2 2-62,0 2 95,-1-1-1,36-8 1,-18 2-28,-30 7-19,19-4 127,0 2 1,42 0 0,569 5 220,-398-6-461,227-3 173,-407 8-200,-39 0-31,-1 1 0,0 1 0,0 2 0,35 7 0,-44-7 127,0 0 0,-1-1-1,1-2 1,34-2 0,-26 0-29,57 4 0,-4 10-493,-38-4-269,79 2 0,11-1 837,301-9-1152,-391 0 917,117-13-334,-75 7-1338,-44-4 1063,-45 10 884,28-16-2177,10 1 2126</inkml:trace>
</inkml:ink>
</file>

<file path=ppt/ink/ink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06T12:17:40.266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1101 364 9074,'0'0'8644,"14"-12"1119,-20-6-9542,-9 12-130,1-1-1,0 1 1,-1 1 0,-1 0-1,1 1 1,0 1 0,0 1-1,-30-2 1,31 2-78,-1 0-1,0 0 1,1-1-1,-27-9 1,-22-6 23,-133-27 108,98 26-216,-156 4 237,92 6-103,161 9-70,0 0 16,-56 0-32,56 0 48,-11 0-38,11 0 14,1-2 13,1 0 0,-1 0-1,0-1 1,1 1 0,0 0-1,-1 1 1,1-1-1,0 0 1,0 0 0,0 0-1,1 0 1,-1 0 0,0 0-1,1 1 1,-1-1 0,1 0-1,0 1 1,-1-1 0,3 0-1,45-27 422,-9 7-241,-13 3-129,2 2 0,52-23 0,-81 40-243,1 1 0,-1-1 0,0 0 0,0 0 0,1 0 0,-1 0 0,0 0 0,1 0 0,-1 0 0,0 0 0,0 1 0,1-1 0,-1 0 0,0 0 0,0 0 0,0 1 0,1-1 0,-1 0 0,0 0 0,0 1 0,0-1 0,0 0 0,1 0 0,-1 1 0,0-1 0,0 0 0,0 0 0,0 1 0,0-1 0,0 0 0,0 1 0,0-1 0,0 0 0,0 1 0,0-1 0,0 0 0,0 0 0,0 1 0,0-1 0,0 0 0,0 1 0,0-1 0,0 0 0,0 0 0,-1 1 0,1-1 0,0 0 0,0 0 0,0 1 0,-1-1-1,-4 9-7141</inkml:trace>
</inkml:ink>
</file>

<file path=ppt/ink/ink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06T12:17:41.722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26 1 368,'0'0'5303,"-25"0"14034,58 1-17638,-26 1-1556,0 0-1,-1 1 1,1-1-1,0 2 1,7 4 0,-12-7-108,0 0 0,0 1-1,0-1 1,0 0 0,0 1 0,0-2 0,0 2 0,-1 0 0,1-1 0,-1 1 0,1 0 0,-1 0 0,0 0 0,0 0 0,0 0 0,0 0 0,0 0 0,-1 1 0,2 2 0,24 29 301,-17-17-356,7 8 32,-10-12 1028,-4-8-2560</inkml:trace>
</inkml:ink>
</file>

<file path=ppt/ink/ink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06T12:18:09.324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26 1 768,'0'0'16497,"-13"12"-16113,6 343 560,1-266-829,6 63 149,2-146-208,1-1 0,0 0 1,0 0-1,0 0 0,1-1 0,-1 0 1,1 1-1,0-1 0,2 0 0,-2 0 0,6 4 1,0 1-33,-5-5 56,1 0 0,0 0 1,0 0-1,1-2 0,0 1 0,0 0 1,-1-1-1,12 3 0,56 10-271,-45-12-888,-18-2-7751</inkml:trace>
</inkml:ink>
</file>

<file path=ppt/ink/ink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06T12:18:10.151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36 1520,'0'0'12656,"47"-11"-8292,-24 6-3677,-1 0-368,2 2-1,35-3 1,-31 4-619,4-2-6412,-25 4 2791</inkml:trace>
</inkml:ink>
</file>

<file path=ppt/ink/ink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06T12:18:11.046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86 3761,'0'0'7788,"0"6"-6924,1 5-499,2 0-1,-1 1 0,1-1 0,1 1 0,0-2 1,1 1-1,7 11 0,12 31 552,-18-26-1770,-5-24 59,-1-18 355,0 12 433,-19-69 55,19 61-34,-1 1 106,1 1 0,1 0 0,0-1-1,0 1 1,3-12 0,-3 18-76,1-1 0,0 0 0,0 1 0,0 0 0,0 0 0,0 0 0,1-1 0,0 1 0,-1 0 0,1 1 0,0-1 0,0 0 0,1 1 1,-1 0-1,6-3 0,15-10-46,-17 10-83,-1 0 0,1 1 0,1 0 0,0 0 0,0 1 0,-1 0 0,1 0 0,0 0 0,0 1 0,0 0 0,10 0 0,-7 3-2035,-4 7-1313</inkml:trace>
</inkml:ink>
</file>

<file path=ppt/ink/ink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06T12:18:12.260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157 17 368,'0'0'8975,"-18"5"-8065,-58 15-305,73-18-511,0-1-1,0 1 1,0-1-1,0 1 1,0 0-1,0 1 1,0-1-1,1 0 1,-1 1-1,0-1 1,0 1-1,1 0 1,0 0-1,0 0 1,0 0-1,1 0 1,-1 0-1,1 1 1,0-2-1,0 1 1,0 1-1,0-1 1,0 8-1,-2 2 349,0-1 101,1 0 0,1 0 1,0 0-1,1 21 0,0-17-85,1-15-443,-1 1 1,1-1-1,-1 0 0,1 0 0,-1 0 0,1 0 1,0 0-1,0 0 0,-1 0 0,1 0 0,0 0 1,0-1-1,0 1 0,0 0 0,0-1 0,0 1 1,0 0-1,0-1 0,0 1 0,1-1 0,-1 1 0,0-1 1,0 0-1,0 0 0,0 1 0,1-1 0,-1 0 1,0 0-1,0 0 0,1 0 0,2-1 0,41-2-978,-36 0 761,0 0 1,-1-1 0,0 0-1,0 0 1,0-1 0,-1 1-1,0-1 1,0-1-1,1 0 1,-2 0 0,0-1-1,0 0 1,0 0 0,-1 0-1,0 0 1,0 0-1,-1-1 1,0 0 0,-1 0-1,0-1 1,0 1 0,0-1-1,2-15 1,-5 21 174,4-26-1298,-4 28 1382,0 0-1,0 0 1,1 0 0,-1 0 0,1 0 0,-1 0-1,1 1 1,-1-1 0,1 0 0,-1 1 0,1 0-1,0-1 1,-1 0 0,1 0 0,0 1 0,0-1-1,-1 1 1,1-1 0,0 1 0,0-1 0,0 1-1,0 0 1,0-1 0,0 1 0,0 0 0,0 0-1,0-1 1,0 1 0,1 0 0,1 1 24,-1 1 0,1-1 1,-1 1-1,0-1 0,0 0 1,1 1-1,-1-1 0,0 1 0,-1 0 1,1 1-1,0-1 0,0 0 0,-1 0 1,0 1-1,1-1 0,-1 1 1,2 2-1,7 11 235,-3-7-245,44 54 779,-47-59-797,-1 2 0,0-1 0,0 0 0,-1 1 0,1 0 0,-1-1 0,-1 1 0,1 0 0,-1 0 0,1 9 0,-1-15-67,-1 0-1,0 1 0,0-1 1,0 0-1,0 1 1,0-1-1,0 0 0,1 1 1,-1-1-1,0 0 0,0 0 1,1 1-1,-1-1 1,0 0-1,0 0 0,1 1 1,-1-1-1,0 0 1,0 0-1,1 0 0,-1 0 1,0 1-1,1-1 1,-1 0-1,0 0 0,1 0 1,-1 0-1,0 0 0,1 0 1,-1 0-1,0 0 1,1 0-1,-1 0 0,1 0 1,-1 0-1,0 0 1,1 0-1,-1 0 0,0 0 1,0-1-1,1 1 1,-1 0-1,0 0 0,1 0 1,-1-1-1,0-182 15,1 181 6,-1 1 0,1 0-1,-1 0 1,1-1 0,0 1 0,0 1 0,-1-1-1,1 0 1,0 0 0,0 0 0,0 0 0,0 0-1,0 0 1,0 1 0,0-1 0,1 0 0,-1 0-1,0 1 1,1-1 0,0 1 0,-1-1 0,0 1-1,1 0 1,1-1 0,39-8 228,-35 8-234,3-1 106,-1 0 1,0 1-1,0 0 1,0 0-1,0 1 1,0 0 0,1 1-1,-1 0 1,13 3-1,-18-3-65,-1 1 0,1 0 0,-1 0 0,1 0-1,-1 0 1,0 1 0,1-1 0,-1 1 0,0 0 0,0-1-1,-1 1 1,0 0 0,1 0 0,-1 1 0,0-1 0,0 1 0,-1-1-1,1 1 1,-1 0 0,0-1 0,0 1 0,0 0 0,1 5 0,1 7 116,-2-9-134,0 0 0,1 0 1,0 0-1,0-1 0,0 1 1,1 0-1,6 10 1,-8-17-266,0 1 1,0 0 0,-1 0 0,2-1-1,-1 1 1,0-1 0,0 1 0,0 0-1,0-1 1,0 0 0,0 1 0,0-1-1,0 0 1,0 1 0,0-1 0,0 0-1,0 0 1,0 0 0,0 0 0,0 0-1,0 0 1,0 0 0,2-1 0,4 1-2368</inkml:trace>
</inkml:ink>
</file>

<file path=ppt/ink/ink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06T12:18:13.648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92 0 1776,'0'0'11200,"-11"5"-8648,-42 18-2405,51-22-118,0 0 0,0 0-1,0 0 1,1 1-1,-1-1 1,0 1 0,1 0-1,-1-1 1,1 1 0,0 0-1,-1 0 1,1 0-1,0 0 1,0 0 0,0 0-1,1 1 1,-1-1 0,0 0-1,1 0 1,-1 0-1,1 1 1,0-1 0,0 0-1,0 1 1,0 3 0,0-5-110,5-2-482,-1 1 404,1-1 1,0 1 0,-1 0-1,1 0 1,0 0-1,6 1 1,-3 0 102,31-2 14,-23 0 57,-1 0-1,0 1 0,0 1 0,1 0 1,21 6-1,-34-6-20,0 0 1,0-1-1,0 1 0,1 1 1,-1-1-1,0 1 1,0 0-1,-1-1 0,1 2 1,-1-1-1,1 0 0,-1 0 1,0 1-1,0-1 1,0 1-1,0-1 0,-1 1 1,1 0-1,-1 0 0,1 0 1,-1 0-1,0 0 0,0 0 1,0 0-1,-1 1 1,1-1-1,-1-1 0,0 1 1,0 0-1,0 5 0,1 18-8,0-21 7,0 0 0,-1 0 0,1 0 0,-1-1 0,-1 1 0,1 0 0,0 0 0,-1-1 0,0 1 0,0 0-1,-1 0 1,1-1 0,-1 1 0,0 0 0,0-1 0,-1 0 0,-3 5 0,4-7-36,0 0 1,0-1-1,0 1 1,-1-1-1,1 1 1,0-1-1,-1 0 1,1 0-1,-2 0 0,2 0 1,-1-1-1,1 1 1,-1 0-1,0-1 1,1 0-1,-6 0 0,-10 2-2567,10 1-809</inkml:trace>
</inkml:ink>
</file>

<file path=ppt/ink/ink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06T12:18:14.186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1 5201,'0'0'9986,"0"117"-9650,0-95-208,7 1 96,-1-11-224,0 4 0,1-4 0,0-6-688,0 2-1520,-1-8-1521</inkml:trace>
</inkml:ink>
</file>

<file path=ppt/ink/ink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06T12:18:14.502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0 3233,'0'0'9538,"12"48"-13347</inkml:trace>
</inkml:ink>
</file>

<file path=ppt/ink/ink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06T12:18:16.517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0 254 768,'0'0'10320,"0"-1"-10196,0 1 0,0-1 0,1 0 0,-1 1 0,0-1 0,0 1 0,0-1 0,0 1 0,1-1 1,-1 0-1,0 1 0,1-1 0,-1 1 0,0 0 0,1-1 0,-1 1 0,1-1 0,-1 1 0,0-1 0,1 1 0,-1 0 1,2-1-1,13-4-48,1-1 1,-1-1-1,-1 0 1,0 0 0,1-1-1,24-20 1,-31 22-151,-1-1 1,1 1 0,-1 0-1,-1-1 1,9-13 0,-6-4-4470,-41 23 1337,27 0 3419,0 1-1,0 0 1,1 1 0,-1-1-1,1 1 1,0 0-1,-1 0 1,1 0-1,0 1 1,0-1-1,-8 5 1,10-4-42,-1 1 1,1-1-1,-2 1 1,2-1-1,0 1 1,0 0-1,0 0 0,0 0 1,1 0-1,-1 0 1,1 0-1,0 1 1,0-1-1,0-1 1,0 2-1,0 3 1,-1 0 90,1 0 1,0 0-1,1-1 1,-1 1-1,1 0 1,0 0-1,1-1 1,0 1-1,0 0 1,0-1 0,4 9-1,-4-11-181,1-1 0,1 1 0,-1 0 1,0-1-1,1-1 0,0 1 0,0 0 0,0 0 0,1 0 0,-1 0 0,0-1 0,1 1 1,-1-1-1,1 0 0,-1 0 0,1 0 0,0-1 0,7 3 0,-3-2-87,0 0 0,0-1 0,-1 1 0,1-1 0,0-1 0,-1 1 0,1-2 0,0 1 0,-1-1 0,2 0 1,-1 0-1,-1-1 0,0 0 0,1 0 0,-1-1 0,0 0 0,0 0 0,1-1 0,-2 0 0,8-5 0,44-12-1957,-57-28 1653,-1-70-3146,0 118 3477,-7 38 1491,7-16-641,-1-16-781,0 0 0,1 0 0,0 1 0,0-1 0,0 0 0,1 1 0,-1-1 0,1 0 0,1 1 0,-1-1 1,1 0-1,0-1 0,0 1 0,0 0 0,1 0 0,-1-1 0,1 1 0,4 4 0,2 1-80,0 1-1,1-1 1,-3 2-1,1-1 0,-1 2 1,-1-1-1,0 0 1,7 25-1,5 4 138,-17-55-268,0 1-1,0-2 1,-1 1 0,-1-1-1,-3-16 1,-4 7-140,2 1 0,1-1 0,1 0 0,1 0 0,1 0 0,1 0 0,5-45 0,-2 64 237,1 0 1,-1 0 0,1 1 0,0-1 0,0 1-1,1-1 1,0 1 0,0 0 0,0 0 0,0 2-1,0-2 1,0 1 0,1 0 0,0 0 0,-1 0-1,1 1 1,0 0 0,0 0 0,1 0 0,0 0 0,-1 1-1,8-1 1,-12 1 24,1 1 0,0 0 0,-1 0 0,1 1 0,0-1 0,-1 0 0,1 0 1,-1 1-1,1-1 0,0 1 0,-1 0 0,1-1 0,-1 1 0,1 0 0,-1 0 0,0 0 0,1 0 0,-1 0 0,0 0 0,0 0 0,2 2 0,10 31 11,-7-9 14,12 25 482,-7-21 270,12 57 1,-13-53-516,0 11-14,-10-43-316,-1-1-1,1 0 1,0 0-1,0 1 1,0-1-1,0 0 1,0 0-1,0 0 1,0 1-1,0-1 1,0 0-1,0 0 1,0 0 0,0 1-1,0-1 1,1 0-1,-1 0 1,0 1-1,0-1 1,0 0-1,0 0 1,0 0-1,0 0 1,0 1-1,1-1 1,-1 0-1,0 0 1,0 0 0,0 0-1,0 1 1,1-1-1,-1 0 1,0 0-1,0 0 1,0 0-1,1 0 1,-1 0-1,0 0 1,0 0-1,0 0 1,1 0-1,-1 0 1,0 0 0,0 0-1,1 0 1,-1 0-1,0 0 1,0 0-1,0 0 1,1 0-1</inkml:trace>
</inkml:ink>
</file>

<file path=ppt/ink/ink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06T12:18:17.372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1 560,'0'0'9413,"0"20"-8056,0 159 3186,0 182-1292,0-357-3248,0 0 0,0 0 0,1-1 0,-1 2 0,1-1 0,0 0 0,0 0 0,0 0 0,0-1 0,1 1 0,0 0 0,0 0 0,0-1 0,0 1 0,0-1 0,1 0 0,-1 1 0,1-1 0,0 0 0,1-2 0,-1 2-1,0 0 1,1-1 0,-1 0 0,1 0 0,-1 0 0,1 0 0,0-1 0,0 1 0,0-1 0,0 0 0,0 0 0,0 0 0,6 0 0,-2-1-63,1 1-122,1-1 1,0 1 0,0-2-1,-1 0 1,2 0-1,-1 0 1,-1-1-1,1-1 1,-1 0-1,0 0 1,1-1-1,-1 0 1,15-8 0,-10 3-1581,0-1 0,0 0 0,15-15 1,-15 7-2347</inkml:trace>
</inkml:ink>
</file>

<file path=ppt/ink/ink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06T12:18:17.899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97 1280,'0'0'13625,"27"-4"-9222,78-26-2179,128-31-2186,-231 60 467,7 0-2539,-17 7-3516,-21 10 885</inkml:trace>
</inkml:ink>
</file>

<file path=ppt/ink/ink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06T12:20:20.005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48 0 1152,'0'0'7450,"-43"1"7625,41 4-14724,1 0 1,0 0-1,1-1 1,-1 1-1,1 0 0,0 0 1,0 0-1,1 0 0,0 6 1,1 7 578,-3-14-774,1 0 1,1 0-1,-1 0 0,1 0 1,-1-1-1,1 1 1,0 0-1,0 0 0,1-1 1,-1 1-1,1-1 1,0 1-1,0-1 0,3 5 1,2-1 104,0-1 0,0 1 0,1-1-1,13 8 1,-20-13-233,19 12 33,28 22 120,2-2 1,2-3-1,0-2 1,68 26-1,636 156-181,-290-122 0,-189-40 0,199 15 0,-264-41 0,-119-5-3588,-60-11-1100,-55-1-3674,2 4-3622</inkml:trace>
</inkml:ink>
</file>

<file path=ppt/ink/ink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06T12:20:22.464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528 462 6241,'0'0'5983,"13"-15"938,-18 13-6862,1 1-1,-1-1 0,0 1 0,0 0 0,1 1 0,-1 0 0,0-1 0,0 1 0,1 1 0,-7 0 0,3-1 88,-15 0 68,0 2 0,0 0 0,0 2 0,0 0 0,0 2 0,1 0 0,0 2 0,0 0 0,0 2 0,1 0 0,-19 13 0,13-6 123,-47 37 0,64-45-268,0 0 0,1 1-1,0 0 1,0 0 0,1 1 0,0 0 0,-6 12-1,12-17 23,0-1 1,1 1-1,0 0 0,0-1 0,0 1 0,0 0 0,1 0 0,0 0 0,0 6 0,1 0 401,-1-10-428,1-1-1,0 1 0,0-1 1,0 1-1,0-1 0,0 0 0,0 1 1,1-1-1,-1 0 0,0 0 1,1 0-1,-1 0 0,1 0 0,-1 0 1,1 0-1,-1-1 0,1 1 1,-1-1-1,1 1 0,0-1 0,-1 1 1,1-1-1,3 0 0,42 8 299,-47-8-360,15 2-53,0-1 0,0-1 0,1 0 1,-1-1-1,0 0 0,0-1 0,0-1 0,20-6 0,-26 5 4,-1 1 1,0-1 0,0-1-1,-1 1 1,1-1 0,-1 0-1,0-1 1,-1 0 0,1 0-1,-1-1 1,0 1 0,-1-1-1,1 0 1,-1-1 0,6-11-1,-5 5-204,-1 1-1,1-1 1,-2 0-1,0-1 1,-1 1-1,0-1 1,0-15-1,-1-2-917,-2-1 1,-4-37-1,0 53 771,0 0 0,0 0 1,-2 1-1,0-1 0,-1 1 1,-14-24-1,-9-21-363,26 44 627,-1 0 1,2 0-1,1-1 0,0 1 0,1-1 1,0 1-1,4-28 0,-2-3-1213,-1 47 1142,-4 13 3062,4 10-2481,35 76 1325,-5 0 1,20 109 0,-48-192-1540,3 14 146,1-1 0,1 0 1,2 0-1,14 34 0,-20-56-282,0 1 0,1-1-1,-1 0 1,1 0-1,1-1 1,-1 1 0,1-1-1,0 0 1,0 0-1,0-1 1,0 1 0,1-1-1,0 0 1,0-1-1,0 1 1,1-1 0,-1 0-1,1-1 1,-1 0-1,1 0 1,0 0-1,0-1 1,10 1 0,3-1-836,0-1 1,1-1 0,31-5-1,-33 2-972,0-1-1,0-1 1,28-12-1,6-7-4354</inkml:trace>
</inkml:ink>
</file>

<file path=ppt/ink/ink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06T12:20:23.225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378 13 2849,'0'0'7588,"-3"-12"-4761,-13 13-2120,0 1 0,0 0 0,1 1 0,-1 1 0,0 1 0,1 0 0,0 1 0,1 1-1,-1 0 1,1 1 0,0 1 0,-20 16 0,19-13-258,0 0 0,1 1 0,1 1 0,0 0 0,1 1 0,0 0 0,1 1 0,1 0 0,0 1 0,-10 26 0,16-26 138,1 0 1,0 0-1,1 0 1,1 0-1,1 0 1,3 30 0,-2 3 329,1-41-903,-1 1 1,1-1-1,1 0 0,0 0 1,0 0-1,1 0 0,0-1 1,0 0-1,1 1 0,0-1 1,0-1-1,1 1 0,0-1 1,0 0-1,1 0 0,0-1 1,0 0-1,1 0 0,-1-1 1,1 0-1,1 0 0,-1-1 1,9 4-1,16-3-217,0-2 1,0-2-1,0 0 0,38-6 0,-43 2-843,-1-1 0,0-1-1,44-15 1,27-14-4570,-11 2-2616,-40 18-479</inkml:trace>
</inkml:ink>
</file>

<file path=ppt/ink/ink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06T12:20:24.550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68 163 3217,'0'0'7503,"-10"5"-7053,-33 13 79,28-5 12188,27-12-10837,199-10 587,237-40 1,123-40-988,-480 73-1452,178-8 0,238 15-28,-406 6-1480,-117 11-10229,-19 12 4886,-9 4-4908</inkml:trace>
</inkml:ink>
</file>

<file path=ppt/ink/ink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06T12:20:26.368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357 411 2689,'0'0'9676,"-3"0"-8841,-4 0-495,-2-1 75,1 1 0,0 0 0,0 1-1,0 0 1,0 0 0,0 0 0,0 1-1,0 1 1,1-1 0,-13 7 0,-13 10 677,2 2 1,-50 41-1,72-53-905,-1-1 0,1 2-1,0-1 1,1 1 0,0 1 0,1 0-1,0 0 1,1 0 0,0 0 0,1 1-1,-7 20 1,10-25-125,1-1-1,0 1 1,0 0 0,1 0-1,-1-1 1,1 1 0,1 0 0,-1 0-1,3 9 1,-2-13-52,0-1 0,0 1 0,0-1-1,0 1 1,1-1 0,-1 0 0,0 0 0,1 0 0,0 1 0,-1-1 0,1-1 0,0 1 0,0 0-1,0 0 1,0-1 0,1 1 0,-1-1 0,0 0 0,1 1 0,-1-1 0,1 0 0,-1-1-1,1 1 1,4 1 0,3 0-46,0-1 0,-1 1 0,1-2 0,0 1 1,0-1-1,0-1 0,0 1 0,-1-2 0,1 0 0,0 0 0,-1 0 0,1-1 0,-1-1 0,0 1 0,0-2 0,0 1 0,-1-1 0,1-1 0,-1 1 0,9-9 0,0 0-75,0-1-1,-1-1 1,0 0-1,-2-1 1,0 0-1,0-2 0,-2 1 1,0-2-1,-2 1 1,0-1-1,-1-1 0,-1 0 1,0 0-1,-2-1 1,-1 0-1,-1 0 1,2-27-1,8-328-4260,-14 377 4450,-1 1 94,-1 1 0,1 0 1,0 0-1,0 0 0,0 0 1,0 0-1,0 0 0,0 0 1,0 0-1,1 0 1,-1 1-1,1 2 0,-1 57 624,-1-29-428,1 0 1,2 0 0,2 0 0,1 0-1,1-1 1,11 38 0,-3-31-266,2-1-1,2-1 1,29 50 0,-40-80-139,-1 0 0,1 0 0,1 0 0,0-1 0,-1 0 0,2 0 0,-1-1 0,1 0 0,0 0 0,0-1 0,0 0 0,14 4 0,-17-6-32,0 0 1,1 0-1,-1-1 0,1 0 0,0 0 0,-1 0 0,1-1 0,0 0 0,0 0 0,-1 0 0,1-1 0,0 0 0,-1 0 0,1 0 1,-1-1-1,1 0 0,-1 0 0,0 0 0,0-1 0,10-5 0,-3-2-104,-1-1 0,0 1 1,0-2-1,-1 0 0,-1 0 0,0 0 1,0-1-1,-1-1 0,-1 1 0,-1-1 0,0-1 1,0 1-1,-2-1 0,1 0 0,-2 0 1,0 0-1,-1 0 0,-1-1 0,0-27 1,-1-178-2233,0 158 5277,0 119-2009,3-1-1,11 57 1,-9-83-708,2 0 0,1 0 0,1-1-1,2-1 1,21 42 0,-25-56-126,0 1 0,1-2 0,1 1 0,20 21 0,-25-30-327,0 0-1,0-1 1,1 1 0,0-1-1,0-1 1,8 5 0,-7-5-619,0 0 1,0 0 0,0-1 0,0 0 0,1 0-1,11 0 1,1-1-3747</inkml:trace>
</inkml:ink>
</file>

<file path=ppt/ink/ink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06T12:20:26.670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58 5841,'0'0'19092,"19"0"-18275,19 0-657,14-6-160,12 0-209,6 0-1903,33-9-1761,-13 2-2096,-13 1-6434</inkml:trace>
</inkml:ink>
</file>

<file path=ppt/ink/ink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06T12:20:27.494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34 1312,'0'0'20159,"9"0"-17921,14-2-1695,0 0-1,38-10 0,29-3-822,-33 13-2076,-19 1-3890,-18 1-1214</inkml:trace>
</inkml:ink>
</file>

<file path=ppt/ink/ink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06T12:20:27.732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0 0 6689</inkml:trace>
</inkml:ink>
</file>

<file path=ppt/ink/ink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06T12:20:27.859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0 6689,'77'174'10979,"-58"-174"-8547,1 0-1247,5 0-497,1 0 272,0 0-944,6 0-16,-7 0-336,14 0-2177,-1 0-2752,-5 0-9570</inkml:trace>
</inkml:ink>
</file>

<file path=ppt/ink/ink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06T12:20:28.559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341 2 6177,'0'0'11467,"-19"0"-10171,0 0-955,10-1-186,0 1 0,1 0 1,-1 1-1,0-1 0,0 2 0,1-1 0,-1 1 0,1 1 1,0 0-1,-1 0 0,-13 8 0,6-3 239,0 1-1,1 1 1,0 1 0,1 0-1,0 1 1,1 1-1,-22 26 1,28-30-208,2-1 0,0 1 0,0 1 0,0-1 1,1 1-1,0 0 0,1 0 0,1 0 0,-1 0 0,1 0 0,1 1 0,0-1 0,0 1 1,1-1-1,2 14 0,0-18-73,-1 0 0,2 0 0,-1 0 0,1 0 0,0 0 0,0-1 0,0 1 0,1-1 0,0 0 0,0 0 0,0 0 0,1-1 0,-1 1 0,1-1 0,0 0 0,1-1 0,-1 1 0,0-1 0,12 5 0,5 3 58,1-1 0,0-1 0,44 11 0,-50-16-301,-1 0 0,1-2-1,0 0 1,-1-1-1,1 0 1,0-1-1,20-3 1,-29 1 66,1 0 0,-1 0 0,1-1 0,-1 0 0,0-1 0,0 1 0,0-1 0,-1-1 0,1 0 0,-1 0 0,0 0 0,0-1 0,-1 0 0,0 0 0,7-8 0,-4 1-67,0-1 0,0 1-1,-2-1 1,1-1 0,-2 1 0,0-1-1,-1 0 1,0 0 0,2-17-1,-1-6-588,-1 0-1,-2-61 0,-3 98 687,0 0 0,-1 0 0,1-1 0,-1 1 0,1 0 0,-1 0 0,1 0-1,-1 0 1,0 0 0,1 0 0,-1 0 0,0 0 0,0 0 0,0 0 0,0 0 0,0 0 0,0 0 0,0 1 0,0-1 0,0 0 0,0 1 0,0-1 0,0 1 0,-1-1 0,1 1-1,0 0 1,0 0 0,-1-1 0,-1 1 0,-45-4-216,40 4 228,-186-1-302,151 1-2781,0 0-3374</inkml:trace>
</inkml:ink>
</file>

<file path=ppt/ink/ink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06T12:20:37.468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1 387 672,'0'0'8077,"0"26"7086,0-392-13712,0 365-1459,0 1 16,0-3-3,0 0 16,0-6-616,0 7 717,-1 1-1,1-1 1,0 1-1,0-1 0,0 0 1,0 1-1,1-1 1,-1 1-1,0-1 1,1 1-1,-1-1 1,1 1-1,1-4 0,-1 5 101,1-1-1,-1 0 0,1 0 0,0 1 0,-1-1 0,1 1 0,0-1 1,0 1-1,-1 0 0,1 0 0,0 0 0,0 0 0,0 0 1,3 0-1,463 0 2703,-467 0-3065,-1 1 92,0 0 0,-1 0 0,1 0 0,0 0 0,-1-1 0,1 1 0,-1 0 0,1 0 0,-1 0 0,1-1 0,-1 1 0,1 0 0,-1 0 0,0-1 0,1 1 0,-1-1 0,0 1 0,0-1 0,0 1 0,1-1 0,-1 1 0,0-1 0,0 1 0,0-1 0,0 0 0,-1 1 0,-30 5-1775,24-5 894,-25 4-4180,0-2-2871</inkml:trace>
</inkml:ink>
</file>

<file path=ppt/ink/ink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25T06:02:59.64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52 29 416,'0'0'2199,"-9"-13"826,8 13-2982,0 0 1,-1 0 0,1 0-1,0 0 1,0 1-1,0-1 1,0 0 0,0 1-1,0-1 1,0 1 0,1-1-1,-1 1 1,0-1-1,0 1 1,0 0 0,-1 1-1,1-1-53,0-1 0,0 1-1,0 0 1,0 0 0,0 0 0,0-1-1,0 1 1,0 0 0,-1-1-1,1 0 1,0 1 0,0-1 0,-1 1-1,1-1 1,0 0 0,-3 0 0,4-1 27,1 0-1,-1-1 1,0 1 0,0-1 0,0 1 0,1 0 0,-1-1 0,-1 1 0,1-1-1,0 1 1,0 0 0,0-1 0,-1 1 0,0-3 0,-1-6-118,6 17-970,3 2-480</inkml:trace>
</inkml:ink>
</file>

<file path=ppt/ink/ink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25T06:03:00.72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149 1 2577,'0'0'4609,"-4"0"-4249,-73 0 965,76 0-801,1 6 3252,-1-2-3753,0 1 1,0 0-1,0-1 1,-1 1-1,0 0 1,1-1-1,-2 0 1,1 1-1,0-1 0,-1 0 1,0 0-1,0 0 1,0-1-1,0 1 1,-1-1-1,1 0 1,-6 4-1,-9 11 8,17-17 40,17 7-1489,83 42-3164,-50-19 784</inkml:trace>
</inkml:ink>
</file>

<file path=ppt/ink/ink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25T06:03:01.49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117 23 1536,'0'0'5259,"-3"4"-4548,-4 4-429,-1 0 0,0-1 1,-18 13-1,22-17-259,-1 1 0,0-1 0,0 0 0,0 0 0,0-1 0,0 0 0,-1 0 0,1 0 0,-12 2 0,16-4-51,1-7-147,-1-8 241,1-33 239,0 47-285,0 0-1,0-1 0,0 1 0,0 0 1,0 0-1,1 0 0,-1 0 0,0 0 1,1 0-1,-1 0 0,1 0 1,-1 0-1,1 0 0,0 0 0,-1 0 1,1 0-1,0 0 0,0 0 1,-1 0-1,1 1 0,0-1 0,0 0 1,0 1-1,0-1 0,0 1 1,0-1-1,0 1 0,0-1 0,0 1 1,0 0-1,0-1 0,0 1 0,2 0 1,-2 0 316,-1 22-412,0-12 212,0-7-293,-1 0 0,1 0 0,0 0 0,0 1 0,0-1 0,0 0 0,1 0 0,-1 0 0,1 0 0,0 0 0,0 0 0,0 0 0,0 0 0,0 0 0,1 0 0,-1 0-1,1-1 1,0 1 0,0-1 0,0 1 0,0-1 0,4 4 0,10 7-2315</inkml:trace>
</inkml:ink>
</file>

<file path=ppt/ink/ink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25T06:03:02.16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116 0 2785,'0'0'5940,"0"5"-5787,-1-1-133,0-1 0,0 1-1,0-1 1,0 0 0,-1 1 0,0-1 0,1 0 0,-1 0 0,0 0 0,0 0-1,-1-1 1,1 1 0,0-1 0,-1 1 0,0-1 0,0 0 0,-5 4-1,3-3-10,0 1 0,0-1-1,0 0 1,-1-1-1,1 1 1,-1-1-1,0 0 1,0 0-1,0-1 1,0 0-1,-8 1 2307,15-2-2470,0 1 0,0-1 1,0 1-1,0-1 0,0 1 0,0-1 1,1 0-1,-1 0 0,0 0 0,0 1 1,0-1-1,1 0 0,-1 0 1,0-1-1,0 1 0,0 0 0,1 0 1,-1-1-1,0 1 0,1-1 0,7-1-672,31-6-2843</inkml:trace>
</inkml:ink>
</file>

<file path=ppt/ink/ink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25T06:03:02.97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190 44 40,'0'0'3499,"-5"-4"-3220,4 3-270,-3-1 97,1-1 0,-1 0 0,1 0 0,0 0 0,0 0 0,0 0 0,0-1 0,1 1 0,-1-1 0,-1-3 0,-37 7 4066,36 3-3950,0 0 1,0 1 0,0 0 0,1 0-1,0 0 1,0 0 0,0 1 0,0-1-1,0 1 1,-4 10 0,1-5 85,-33 36 354,33-43-615,6-3-95,1-35 297,0 31-94,0 3 188</inkml:trace>
</inkml:ink>
</file>

<file path=ppt/ink/ink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25T06:03:03.56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74 1 72,'0'0'9330,"0"0"-9320,0 0 0,0 0-1,0 0 1,0 0 0,0 0 0,0 0 0,0 1-1,0-1 1,0 0 0,0 0 0,-1 0 0,1 0-1,0 0 1,0 1 0,0-1 0,0 0 0,0 0 0,0 0-1,0 0 1,0 0 0,0 1 0,0-1 0,0 0-1,0 0 1,0 0 0,0 0 0,1 0 0,-1 0-1,0 1 1,0-1 0,0 0 0,0 0 0,0 0-1,0 0 1,0 0 0,0 0 0,0 1 0,0-1-1,1 0 1,-1 0 0,0 0 0,0 0 0,0 0-1,0 0 1,0 0 0,0 0 0,1 0 0,-1 0 0,0 0-1,0 0 1,0 0 0,0 0 0,0 0 0,1 0-1,-1 0 1,0 0 0,0 0 0,0 0 0,0 0-1,0 0 1,1 0 0,-1 0 0,0 0 0,0 0-1,0 0 1,0 0 0,0 0 0,-8 3-19,-1-1 1,0 1 0,-1-2-1,1 1 1,0-1 0,-13-1-1,20 0 102,2-1-256,0-11 647,6 8-3048,21 4-1143</inkml:trace>
</inkml:ink>
</file>

<file path=ppt/ink/ink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25T06:03:04.69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0 134 1016,'0'0'2355,"23"-16"-2264,72-50-52,-65 41 18,-30 8 8508,0 48-7394,1-28-1157,-1 0 1,0 0 0,0 0 0,0 0-1,0 0 1,0 0 0,-1 1 0,1-1 0,-1-1-1,0 1 1,0 0 0,0 0 0,0 0 0,0 0-1,-1-1 1,1 1 0,-4 3 0,1-4-36,0 0 0,0 0 1,0-1-1,-1 0 0,1 0 1,0 0-1,-1 0 0,1-1 1,-1 1-1,1-1 0,-1 0 1,-4-1-1,7 1 19,1-1 0,-1 1 0,0 0 0,1 0 0,-1-1 0,1 1-1,-1-1 1,1 1 0,-1-1 0,1 0 0,0 0 0,-1 1 0,1-1 0,0 0 0,-1 0 0,1 0 0,0-1 0,0 1 0,0 0 0,0 0 0,0 0 0,0-1 0,0 1 0,1-1 0,-1 1 0,0-1 0,1 1-1,-1-1 1,1 1 0,0-1 0,-1-1 0,-3-56 244,4 49-154,0 9-88,1 1 0,-1-1 0,1 1 0,-1 0 0,0-1 0,1 1 0,-1 0 0,1-1 0,-1 1 0,1 0 0,0-1 0,-1 1 0,1 0 0,-1 0 0,1 0 0,-1 0 0,1-1 0,0 1 0,-1 0 0,1 0 0,-1 0 0,1 0 0,0 0 0,-1 1 1,1-1-1,-1 0 0,1 0 0,-1 0 0,1 0 0,0 1 0,-1-1 0,1 0 0,-1 0 0,1 1 0,-1-1 0,1 0 0,-1 1 0,1-1 0,-1 1 0,0-1 0,1 1 0,-1-1 0,0 1 0,1-1 0,-1 1 0,0-1 0,1 1 0,-1-1 0,0 1 0,0-1 0,0 1 0,0 0 0,1 0 0,0 23-146,0-14 95,-1-1-1,0 1 1,0-1 0,-1 1 0,-2 11 0,3-20 13,-1 0-1,0 0 1,0 0 0,1 0 0,-1 0 0,0 0 0,0 0-1,0 0 1,0 0 0,0-1 0,0 1 0,0 0-1,0-1 1,-1 1 0,1-1 0,0 1 0,0-1 0,0 0-1,-1 1 1,1-1 0,0 0 0,0 0 0,-1 0-1,1 0 1,0 0 0,-2 0 0,2 0-340,6 0-1770,65-5-242,-22-3 363</inkml:trace>
</inkml:ink>
</file>

<file path=ppt/ink/ink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25T06:03:05.34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200 57 728,'0'0'5608,"-18"0"-5421,-78 0 138,95-44 1227,2 31-1302,2 21-61,1 22-113,-5-25-72,0-1-1,0 1 1,0-1-1,-1 0 1,1 1-1,-1-1 1,0 0 0,-1 0-1,1 0 1,-1-1-1,1 1 1,-1 0-1,0-1 1,0 0-1,-1 1 1,1-1-1,-1-1 1,0 1-1,1 0 1,-1-1 0,0 0-1,-1 0 1,1 0-1,0-1 1,-8 3-1,4-3-31,6-1-78,2-14-617,-1 12 523,1-1-1,0 0 1,0 1-1,0-1 1,0 0 0,0 0-1,1 1 1,-1-1-1,1 0 1,1-4-1,12-7-2015</inkml:trace>
</inkml:ink>
</file>

<file path=ppt/ink/ink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25T06:03:06.47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215 45 2681,'0'0'4250,"-48"-5"-3963,47 3-228,0 1 1,1 0 0,-1-1 0,1 1-1,-1 0 1,1-1 0,-1 1 0,1-1-1,0 1 1,0-1 0,0 1 0,0-1-1,0 1 1,0-3 0,-1-7 2011,-21 7-1058,-42 35-887,47-23-273,13-6-288,0-1 0,0 1 1,0 0-1,1 1 0,-1-1 0,1 1 0,0-1 0,-1 1 0,1 0 1,0 0-1,1 1 0,-1-1 0,-2 4 0,-3 6-4294</inkml:trace>
</inkml:ink>
</file>

<file path=ppt/ink/ink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25T06:03:07.13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125 1 1720,'0'0'8502,"0"15"-8083,1 1-320,0-11-77,-1 1-1,1-1 1,-1 0-1,0 1 1,-1-1 0,1 1-1,-1-1 1,0 0-1,-1 0 1,1 1-1,-1-1 1,0 0-1,0 0 1,0-1-1,-4 6 1,3-4-3,-4 5 10,0 0 0,0-1 0,-13 14-1,17-22-46,0 1 0,1-1 0,-1 1 0,0-1 0,0 0 0,-1 0 0,1-1 0,0 1-1,-1-1 1,1 1 0,-1-1 0,1 0 0,-1 0 0,1-1 0,-1 1 0,-5 0 0,7-1-160,2-4 136,0-14 92,-1 6-15,1-1 0,1 1 0,-1 0 0,6-23 0,-5 33-2,-1-1 1,1 1-1,0 0 0,0-1 1,0 1-1,0 0 0,1 0 1,-1 0-1,0 0 1,1 0-1,-1 0 0,1 0 1,0 0-1,0 1 1,0-1-1,0 1 0,0-1 1,0 1-1,0 0 1,0 0-1,0 0 0,1 0 1,-1 0-1,0 0 1,1 1-1,-1-1 0,0 1 1,1-1-1,-1 1 1,5 0-1,-6 0 482,-1 4-163,0 14-252,1-8-108,0 1 1,-1-1-1,-1 0 0,0 0 1,0 1-1,-1-1 1,0 0-1,0 0 1,-1 0-1,-1-1 1,-7 15-1,7-18-137,-9 15-1140,15-7-3846,5-13-32</inkml:trace>
</inkml:ink>
</file>

<file path=ppt/ink/ink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25T06:03:08.15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1 132 4225,'0'0'4989,"14"-2"-4757,40-7-79,-53 9-147,-1 0-1,0 0 0,1-1 0,-1 1 0,0 0 0,1 0 1,-1 0-1,0-1 0,1 1 0,-1 0 0,1 0 0,-1 0 1,0 0-1,1 0 0,-1 0 0,0 0 0,1 0 0,-1 0 1,1 0-1,-1 0 0,0 0 0,1 0 0,-1 0 0,1 0 1,-1 0-1,0 1 0,1-1 0,-1 0 0,0 0 0,1 0 1,-1 1-1,0-1 0,1 0 0,-1 0 0,0 1 0,0-1 1,1 0-1,-1 1 0,0-1 0,0 0 0,1 1 1,-1-1-1,0 0 0,0 1 0,0-1 0,-4 7 1,1-5-1,0 0 0,-1 0 0,1 0-1,-1-1 1,0 0 0,0 1 0,1-2-1,-1 1 1,0 0 0,0-1 0,0 1-1,0-1 1,0 0 0,-6-1 0,2 1-65,7-24-161,1 18 249,0 0 0,0 0 0,0 0 1,1 0-1,0 0 0,3-9 0,-3 12-9,1 0-1,0 0 1,-1 1-1,1-1 1,0 1 0,0 0-1,1-1 1,-1 1-1,0 0 1,1 0 0,-1 0-1,1 1 1,0-1 0,4-1-1,6-3 200,0 0-1,0 1 1,1 1-1,0 0 1,0 1-1,0 0 1,0 1-1,0 1 1,1 0-1,-1 1 0,0 0 1,22 5-1,-33-5-194,-1 1-1,0 0 0,0 0 0,0 0 0,0 0 0,0 0 0,0 0 1,0 0-1,0 1 0,0-1 0,-1 1 0,1 0 0,0-1 0,-1 1 1,1 0-1,-1 0 0,0 0 0,0 0 0,0 0 0,0 0 0,0 0 1,0 0-1,0 0 0,-1 1 0,1 3 0,1 6-696,-1 0 0,0 1 0,-1 20 0,-1-14-3422,1-13 1224</inkml:trace>
</inkml:ink>
</file>

<file path=ppt/ink/ink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25T06:03:08.96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469 65 72,'0'0'5743,"-26"0"-5437,-79-1-103,101 1-173,1 0-1,0 0 1,0 0-1,-1-1 1,1 1-1,0-1 1,0 0-1,0 0 1,0 0-1,-4-1 1,-1-13 333,5 7-113,2 5-102,-15-22 1621,16 25-1719,0-1-1,0 1 1,-1 0 0,1-1 0,0 1-1,0 0 1,0-1 0,-1 1 0,1 0-1,0 0 1,-1-1 0,1 1 0,0 0-1,-1 0 1,1-1 0,0 1 0,-1 0-1,1 0 1,0 0 0,-1 0 0,1 0-1,0 0 1,-1-1 0,1 1 0,-1 0-1,1 0 1,0 0 0,-1 0 0,1 0-1,-1 0 1,1 1 0,0-1 0,-1 0-1,1 0 1,0 0 0,-1 0 0,1 0-1,-1 1 1,1-1 0,0 0-1,-1 0 1,1 0 0,0 1 0,0-1-1,-1 0 1,1 0 0,0 1 0,0-1-1,-1 0 1,1 1 0,0-1 0,0 0-1,0 1 1,-1-1 0,1 1 0,0-1-1,0 0 1,0 1 0,0-1 0,0 0-1,0 1 1,0-1 0,0 1 0,-3 7-24,-1-1 1,1 0-1,-1 0 1,-1 0-1,1-1 1,-1 1-1,-11 10 1,-46 38 15,55-49-72,-1-1 0,0-1-1,0 0 1,-1 0-1,1 0 1,-1-1 0,0 0-1,0-1 1,0 0-1,0 0 1,0-1-1,0 0 1,0-1 0,-17-1-1,24-28-4810,2 18 1818</inkml:trace>
</inkml:ink>
</file>

<file path=ppt/ink/ink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25T06:03:09.52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1 440,'0'0'8573,"12"19"-8304,37 60-88,-48-78-178,1 0 0,-1 0-1,0 1 1,-1-1 0,1 0-1,0 1 1,0-1 0,0 1-1,-1-1 1,1 1-1,-1-1 1,1 1 0,-1-1-1,0 1 1,0-1 0,1 1-1,-1 0 1,0-1 0,0 1-1,-1-1 1,1 1 0,0 0-1,-1 1 1,0-2-7,0 0 0,0-1 0,0 0 0,0 1 0,-1-1 0,1 0-1,0 1 1,0-1 0,0 0 0,0 0 0,0 0 0,-1 0 0,1 0 0,0 0 0,0-1 0,-2 1 0,-5-1-77,7 1 857,13-4-1039,48 3-3071,-33 1 259</inkml:trace>
</inkml:ink>
</file>

<file path=ppt/ink/ink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25T06:03:10.11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9 18 2577,'0'0'8329,"-1"0"-8199,-5 0-48,5 0-196,1-1 108,0 1 0,-1-1 1,1 0-1,0 0 1,0 0-1,0 1 0,0-1 1,0 0-1,0 0 1,1 0-1,-1 0 0,0 1 1,0-1-1,1 0 0,-1 0 1,0 1-1,1-1 1,0-1-1,19 1 343,-18 1-405,10 0-524,-3 2-100,0 0 0,0 1-1,0 0 1,-1 0-1,11 6 1,21 8-4360</inkml:trace>
</inkml:ink>
</file>

<file path=ppt/ink/ink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25T06:03:10.92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9 1 2985,'0'0'7177,"-8"0"-7169,8 4-3024,0 9-953</inkml:trace>
</inkml:ink>
</file>

<file path=ppt/ink/ink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25T06:03:11.40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0 2937,'0'0'2096</inkml:trace>
</inkml:ink>
</file>

<file path=ppt/ink/ink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25T06:03:11.99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1 304,'0'0'12091,"0"4"-15700,0 9-360</inkml:trace>
</inkml:ink>
</file>

<file path=ppt/ink/ink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25T06:03:12.43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42 0 1632,'0'0'3601,"-42"5"-6417</inkml:trace>
</inkml:ink>
</file>

<file path=ppt/ink/ink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25T06:03:12.70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560 301 16,'-560'-287'560,"560"282"192,0 1-752,0-1-600</inkml:trace>
</inkml:ink>
</file>

<file path=ppt/ink/ink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25T06:03:13.43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1 984,'0'0'8210,"16"22"-8210,17-18-1128,9 5-1433</inkml:trace>
</inkml:ink>
</file>

<file path=ppt/ink/ink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25T06:03:16.25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116 85 2721,'0'0'7601,"-7"-1"-4364,6 0-3203,0 1-1,0 0 1,1 0 0,-1 0-1,0 0 1,0 0-1,0 0 1,0 0 0,0 0-1,1 0 1,-1 1-1,0-1 1,0 0-1,0 0 1,0 1 0,1-1-1,-1 1 1,0-1-1,-1 1 1,-18 29 198,12-19-222,0 0-1,0 0 1,-1 0-1,-20 17 1,29-28-35,0 0-1,0 0 1,-1 1-1,1-1 1,0 0 0,0 0-1,-1 0 1,1 0-1,0 0 1,0 0 0,-1 0-1,1 0 1,0 0-1,0 0 1,0 0-1,-1 0 1,1 0 0,0 0-1,0 0 1,-1 0-1,1 0 1,0 0-1,0 0 1,-1-1 0,1 1-1,0 0 1,0 0-1,0 0 1,-1 0 0,1 0-1,0-1 1,0 1-1,0 0 1,0 0-1,-1 0 1,1 0 0,0-1-1,0 1 1,0 0-1,0 0 1,0-1 0,0 1-1,0 0 1,-1 0-1,1-1 1,0 1-1,0 0 1,0 0 0,0 0-1,0-1 1,0 1-1,0 0 1,0 0 0,0-1-1,0 1 1,1 0-1,-1 0 1,0-1-1,0 1 1,0-23-51,0 18 22,0-2 73,0 0-1,0 1 1,1-1-1,0 0 1,0 0-1,1 0 1,0 1 0,0-1-1,1 1 1,-1-1-1,1 1 1,1 0-1,-1 0 1,1 0 0,0 1-1,0-1 1,1 1-1,0 0 1,0 0-1,0 0 1,0 1 0,1 0-1,0 0 1,-1 0-1,9-3 1,-2 6 82,-9 27-144,-3-24 36,0 111-56,0-112 61,0 1 1,0-1-1,0 0 1,0 1-1,-1-1 1,1 1-1,0-1 1,-1 0-1,1 1 1,-1-1-1,0 0 1,1 1-1,-1-1 1,0 0-1,1 0 1,-1 0-1,0 0 1,0 0-1,0 0 1,0 0-1,0 0 1,-1 0 0,1 0-1,0 0 1,0-1-1,0 1 1,-1 0-1,1-1 1,0 1-1,-1-1 1,-1 1-1,-10 5-117,12-6-114,1-2-659,0 0 629,0 0 0,0 0 1,0-1-1,0 1 0,1 0 1,-1 0-1,1 0 0,-1 0 1,1-1-1,0 1 1,0 0-1,0 0 0,0 1 1,1-1-1,-1 0 0,2-2 1,33-23-2051</inkml:trace>
</inkml:ink>
</file>

<file path=ppt/ink/ink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25T06:03:16.79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191 1 1768,'0'0'8057,"-11"23"-7557,-37 71-144,46-89-353,0-1 0,-1 0 1,1 0-1,-1 0 0,0 0 0,0-1 1,0 1-1,-1-1 0,1 1 0,-1-1 0,0 0 1,0-1-1,0 1 0,0-1 0,0 0 1,-1 0-1,1 0 0,-1 0 0,1-1 0,-1 0 1,0 1-1,1-2 0,-1 1 0,0-1 1,0 0-1,0 0 0,-7-1 0,6 1-45,6 0 43,-1 0 1,0-1-1,1 1 0,-1 0 1,1-1-1,-1 1 0,1 0 1,-1-1-1,1 1 1,-1-1-1,1 1 0,0-1 1,-1 1-1,1-1 0,-1 0 1,1 1-1,0-1 0,0 1 1,-1-1-1,1 0 0,0 1 1,0-1-1,0 0 1,0 1-1,0-1 0,0 0 1,0 1-1,0-1 0,0-1 1,1-22 259,-1 21-242,0-5 66,3-29 222,-2 36-296,-1 0-1,1 0 1,-1 0 0,1 0 0,0 0-1,-1 0 1,1 0 0,0 0 0,0 0 0,0 1-1,-1-1 1,1 0 0,0 0 0,0 1 0,0-1-1,0 1 1,0-1 0,0 1 0,0-1-1,1 1 1,-1 0 0,0-1 0,0 1 0,0 0-1,0 0 1,0 0 0,1 0 0,0 0 0,0 0 163,-2 4-166,0 57 50,0-33-4489,3-28 2727,10 0-131</inkml:trace>
</inkml:ink>
</file>

<file path=ppt/ink/ink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25T06:03:17.80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94 6 304,'0'0'8638,"12"-1"-8014,39-3-356,-50 3-260,0 2 0,0-1 0,-1 0-1,1 0 1,0 0 0,0 0 0,0 0 0,0 1 0,-1-1-1,1 0 1,0 1 0,0-1 0,-1 1 0,1-1 0,0 0-1,-1 1 1,1 0 0,0-1 0,-1 1 0,1-1 0,-1 1-1,1 0 1,-1-1 0,1 1 0,-1 0 0,1 0 0,-1 0-1,0-1 1,1 1 0,-1 0 0,0 0 0,0 0 0,0 1-1,0 30 83,-1-23-6,2 11-41,0-15-38,0-1 0,-1 1 0,1 0 1,-1 0-1,-1-1 0,1 1 0,0 0 0,-1-1 0,0 1 1,0 0-1,-1-1 0,1 1 0,-1-1 0,-4 8 0,-6 0-5,0-1 0,-2 0 0,1 0 0,-1-2-1,-1 0 1,1 0 0,-28 10 0,42-18-14,-1-1 1,0 0-1,1 0 1,-1 1-1,0-1 0,1 0 1,-1 0-1,0 0 1,0 0-1,1 0 0,-1 0 1,0 0-1,0 0 1,1 0-1,-1 0 1,0 0-1,1-1 0,-1 1 1,0 0-1,1-1 1,-1 1-1,0 0 0,1-1 1,-1 1-1,0 0 1,1-1-1,-1 1 0,1-1 1,-1 1-1,0-2 1,-7-26 46,13-34 344,-5 60-370,1 0 1,0 1-1,0-1 0,-1 0 1,1 0-1,0 1 0,0-1 0,1 1 1,-1-1-1,0 1 0,0-1 1,1 1-1,-1 0 0,1-1 0,-1 1 1,1 0-1,0 0 0,-1 0 0,1 0 1,0 1-1,3-2 0,2 0 23,1 0 0,0 0-1,-1 1 1,1 0 0,0 0 0,9 1-1,-15 6-33,-1 0 0,-1 0 0,1 1 0,-1-1-1,-1 9 1,1-14 5,-2 15-59,-11-13-1149,28-3-6798</inkml:trace>
</inkml:ink>
</file>

<file path=ppt/ink/ink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25T06:03:18.76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429 1 328,'0'0'3106,"-35"0"-2783,-185 0 1799,190 5 2119,27-3-4240,0 0 0,0 0 1,0 0-1,0 0 0,0 1 1,1-1-1,-1 1 0,-2 3 0,-19 18 200,20-21-236,0 0 0,0 0 1,0-1-1,0 1 1,-1-1-1,1 0 0,-1 0 1,1-1-1,-1 1 1,0-1-1,0 0 0,1 0 1,-1-1-1,0 1 1,0-1-1,-7-1 0,12 1 36,-1-1-1,0 0 0,0 0 1,1 0-1,-1 0 0,1 0 1,-1 0-1,1 0 0,-1 0 1,1-1-1,-1 1 0,1 0 1,0 0-1,0 0 0,0 0 0,-1 0 1,1-1-1,0 1 0,1 0 1,-1 0-1,0-1 0,0-41 300,1 31-88,-1 12 174,0 40-136,0 12-1002</inkml:trace>
</inkml:ink>
</file>

<file path=ppt/ink/ink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25T06:03:19.76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1 129 24,'0'0'3497,"5"-2"-3453,2-2-40,-1 0 0,0 0 0,-1 0 0,1-1 0,-1 0 0,1 0 0,-1 0 0,-1 0 0,8-11 1,31-32 731,-39 46-356,-1-1-1,1 1 1,-1 0-1,1 0 1,0 0-1,0 0 1,0 1-1,0 0 1,0-1-1,0 2 1,0-1-1,0 0 1,8 0-1,-11 2-331,0-1-1,-1 1 1,1-1-1,0 1 1,-1 0-1,1-1 1,-1 1-1,1-1 1,-1 1-1,0 0 1,1-1-1,-1 1 0,0 0 1,1 0-1,-1-1 1,0 1-1,0 0 1,0 0-1,1 0 1,-1-1-1,0 1 1,0 0-1,0 0 1,-1 1-1,2 25 223,-1-24-148,0 17 145,1-14-215,-1 1 1,0-1-1,0 0 1,-1 1 0,0-1-1,0 0 1,0 1-1,-3 6 1,2-11-58,1 1-1,-1-1 1,1-1-1,-1 1 1,0 0 0,0 0-1,0-1 1,0 1-1,0-1 1,0 1-1,0-1 1,0 0 0,0 0-1,-1 0 1,1 0-1,-1-1 1,1 1 0,0 0-1,-1-1 1,1 0-1,-1 1 1,1-1-1,-1 0 1,1-1 0,-4 1-1,5-1-96,0 0-1,0 0 1,0 1-1,1-1 1,-1 0-1,0 0 1,1 0-1,-1 0 1,0 0-1,1 0 1,-1 0-1,1 0 1,0 0-1,-1 0 1,1 0-1,0-1 1,-1 1-1,1 0 1,0 0-1,0 0 1,0 0-1,0 0 1,0-1-1,0 1 1,1 0-1,-1 0 1,1-2-1,7-36-1999,-5 33 1591,1 1 0,1 0-1,-1 0 1,1 1-1,8-7 1</inkml:trace>
</inkml:ink>
</file>

<file path=ppt/ink/ink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25T06:03:20.75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107 0 512,'0'0'3934,"-25"19"-700,-7 16-1881,27-29-1304,1-1 0,-1 0 1,0 0-1,0 0 0,0 0 1,-1-1-1,-7 5 0,11-27-6134,2 9 3911</inkml:trace>
</inkml:ink>
</file>

<file path=ppt/ink/ink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25T06:03:20.99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66 0 1072,'0'0'2473,"-7"2"-2373,-30 8 426,15-9 4141,22-1-5122,0-9-78,17 5-7317</inkml:trace>
</inkml:ink>
</file>

<file path=ppt/ink/ink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25T06:03:21.73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 1176,'0'0'5305,"0"18"-6049,0-14-544,17 5-2785</inkml:trace>
</inkml:ink>
</file>

<file path=ppt/ink/ink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25T06:03:22.13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 1360,'0'0'2713</inkml:trace>
</inkml:ink>
</file>

<file path=ppt/ink/ink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25T06:41:55.269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877 102 232,'0'0'3367,"-43"-9"-366,42 9-2938,-20-1 323,-1 1-1,1 1 1,0 1-1,-1 1 1,1 1-1,-29 9 1,9 1-5,-11 4 60,-77 39 0,82-34-401,13-6-10,1 2-1,-51 36 0,77-49-23,-1 1 0,1 1 0,1-1 0,-12 17-1,7-8-3,-13 11 3,18-21 6,1 0-1,0 0 0,0 0 0,0 1 0,-4 9 0,-30 45-20,4 25 28,26-65 23,6-16-22,1 0-1,0 0 0,0 0 1,1 0-1,-1 1 0,1-1 0,0 0 1,1 1-1,-1 5 0,2 8-9,-2 1-1,0 0 1,-1-1-1,-1 1 1,-6 19-1,7-28 10,0 1 0,1-1 0,1 1 0,0-1-1,0 1 1,1-1 0,0 1 0,1-1 0,6 19 0,16 20 75,-16-35-48,0 1-1,-1 0 0,5 19 0,-10-30-11,0 0-1,1 0 1,-1 0-1,1 0 1,0 0-1,0-1 0,4 5 1,17 29 193,-20-32-211,0 1 0,0-1 1,0 0-1,1 0 0,0-1 0,0 1 1,1-1-1,-1 0 0,1-1 1,0 1-1,0-1 0,1 0 0,11 5 1,-8-3 6,1 0 1,-1 0-1,-1 1 1,14 13 0,-20-18-23,1 1 1,-1-1-1,0 0 1,0 0 0,1-1-1,-1 1 1,1-1-1,0 1 1,-1-1-1,1 0 1,4 0 0,-5-1-1,1 1 1,-1 0-1,0-1 1,1 1-1,-1 0 1,0 1-1,0-1 1,0 1-1,0-1 1,0 1-1,0 0 1,0 0 0,-1 0-1,1 0 1,-1 1-1,3 2 1,-1-1 2,-1-1 0,1 1 0,0-1 1,0 0-1,1 0 0,-1 0 0,7 3 1,15 9-22,21 10 47,-41-23-30,0 0-1,0 1 0,0 0 0,0 1 1,0-1-1,9 9 0,-9-7 10,0 0 1,0 0-1,0-1 0,1 0 1,7 4-1,25 18-43,33 31 62,-48-39-39,0 1 0,29 29 1,-16-13 6,-26-25 2,-1 0-1,0 0 0,12 15 0,-19-21 1,0 1 1,-1 0-1,1 0 0,-1 0 0,0 0 0,0 0 0,0 0 1,-1 0-1,0 1 0,0-1 0,0 0 0,-1 10 1,0 5 6,1 0 1,1 1 0,1-1 0,7 27 0,-4-11-71,-6-31 71,0-1 1,1 1-1,-1-1 1,1 1-1,0-1 1,1 0-1,-1 1 1,1-1-1,0 0 1,0 0-1,0 0 1,0 0-1,1 0 1,-1-1-1,1 1 1,0-1-1,6 6 1,41 39 16,-41-38-17,0 0-1,0-1 0,1 0 0,0-1 0,1 0 1,0 0-1,19 9 0,51 24 43,-66-32 46,0 0-1,1-1 0,0-1 1,0 0-1,1-1 0,0-1 1,0-1-1,0 0 0,0-1 1,19 1-1,391 4 972,-417-9-1046,0-1-1,-1 0 1,1 0 0,0-2-1,-1 1 1,15-8 0,25-8 59,-13 8-77,44-21 0,-55 20 83,0 2 0,1 1-1,0 1 1,36-6 0,-14 3 154,-38 8-226,0 0 1,1 1 0,0 0-1,14 0 1,166-16 392,531 9 2,-546 25-384,2-1 13,-52-9-12,149 26 0,-191-20-9,72-2-21,-40-4 2,117-3-34,-119-5-25,-62 0 69,0-2 0,0-2 1,86-22-1,50-30-9,-154 51 19,26-5-91,-1-2 0,0-3 1,60-26-1,-85 29 69,-24 11-5,-1 0 0,0-1 1,1 0-1,-1 0 1,-1-1-1,1 0 0,-1 0 1,1-1-1,-2 0 1,1-1-1,10-11 0,13-20 33,-25 33-25,-1 0 0,-1-1 0,1 1 0,-1-1 0,0 0 0,0 0 0,0 0 1,4-13-1,-5 9 2,4-10-3,-1 0 0,-1 0 0,-1 0 0,3-35 0,1-65-108,-6 78 42,-1 28 67,0 1 0,-1-1 1,-1 1-1,0-1 0,-3-12 0,0 18 1,-1 1 0,1 0 0,-2 0 0,1 0 0,-1 1-1,0 0 1,-1 0 0,1 0 0,-1 1 0,-10-6-1,-6-7 33,1-1-47,-2 1-1,0 1 1,-1 1 0,-45-21 0,30 16 7,-66-48 0,29 17 2,17 8 70,45 32-70,1 1 0,-2 0-1,0 2 1,-27-14 0,-32-15-50,60 30 45,1 0 1,-1 0-1,-1 2 0,1 0 0,-33-8 1,0 6-149,11 2 197,0-1 0,-64-21 1,-106-31 72,111 35-114,-75-30 26,145 44-7,0-2 0,-46-27 0,-11-5 6,61 31-24,2 0-1,-1-1 1,2-1 0,0-1 0,1-1 0,-30-35 0,-6-4 15,4-3 12,39 44-13,-1 1 1,0 0 0,-20-16-1,22 21-9,1 0-1,0 0 1,0-1-1,1 0 0,0 0 1,1-1-1,0 0 1,-9-21-1,14 29-6,0 1 1,1-1-1,-1 0 1,0 1-1,-1-1 1,1 1-1,0 0 0,-1 0 1,1 0-1,-1 0 1,0 0-1,1 1 0,-1-1 1,0 1-1,-6-3 1,-55-11-176,15 4 106,19 4 82,-1 1 0,0 1 0,0 2-1,0 1 1,0 1 0,-43 5 0,-11-2 1,-624-2-15,663-2 10,-52-9 0,50 5 0,-56-1 0,-134-11 6,169 18 16,-131-17-1,170 14-29,-1 2 1,-51 3-1,26-1 6,-387-1 26,442 0-2,0 0-22,-6 0-5,0 0 4,7 0-4,0 0-1,-1 0 1,1 0 0,0 0-1,-1 0 1,1-1 0,0 1-1,-1 0 1,1 0 0,-1 0-1,1 0 1,0 0 0,-1 0-1,1 0 1,0 0 0,-1 0-1,1 0 1,-1 0 0,1 1-1,0-1 1,-1 0 0,1 0-1,0 0 1,-1 0 0,1 1-1,0-1 1,0 0-1,-1 0 1,1 1 0,0-1-1,-1 0 1,1 0 0,0 1-1,0-1 1,0 0 0,-1 1-1,1-1 1,0 1 0,-15 21 101,13-20-95,1 0-1,1-1 1,-1 1 0,0 0-1,0 0 1,1 0-1,-1 0 1,1 0-1,0 0 1,-1 0 0,1 0-1,0 1 1,1 2-1,-1-3 7,-3 4 17,-18 7-95,20-12 67,1-18-8784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da-DK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3AEFBA4-28FC-47E1-9E56-06F4CBE1E155}" type="datetimeFigureOut">
              <a:rPr lang="da-DK" smtClean="0"/>
              <a:t>03-08-2026</a:t>
            </a:fld>
            <a:endParaRPr lang="da-DK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da-DK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a-DK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da-DK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4BF6749-25F0-42B6-84DD-4215F0513619}" type="slidenum">
              <a:rPr lang="da-DK" smtClean="0"/>
              <a:t>‹#›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112468984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da-DK" dirty="0" err="1"/>
              <a:t>Mentimeter</a:t>
            </a:r>
            <a:r>
              <a:rPr lang="da-DK" dirty="0"/>
              <a:t> quiz. </a:t>
            </a:r>
            <a:r>
              <a:rPr lang="da-DK" dirty="0" err="1"/>
              <a:t>Use</a:t>
            </a:r>
            <a:r>
              <a:rPr lang="da-DK" dirty="0"/>
              <a:t> </a:t>
            </a:r>
            <a:r>
              <a:rPr lang="da-DK" dirty="0" err="1"/>
              <a:t>actual</a:t>
            </a:r>
            <a:r>
              <a:rPr lang="da-DK" dirty="0"/>
              <a:t> </a:t>
            </a:r>
            <a:r>
              <a:rPr lang="da-DK" dirty="0" err="1"/>
              <a:t>equations</a:t>
            </a:r>
            <a:r>
              <a:rPr lang="da-DK" dirty="0"/>
              <a:t> </a:t>
            </a:r>
            <a:r>
              <a:rPr lang="da-DK" dirty="0" err="1"/>
              <a:t>that</a:t>
            </a:r>
            <a:r>
              <a:rPr lang="da-DK" dirty="0"/>
              <a:t> </a:t>
            </a:r>
            <a:r>
              <a:rPr lang="da-DK" dirty="0" err="1"/>
              <a:t>represent</a:t>
            </a:r>
            <a:r>
              <a:rPr lang="da-DK" dirty="0"/>
              <a:t> real systems? Look </a:t>
            </a:r>
            <a:r>
              <a:rPr lang="da-DK" dirty="0" err="1"/>
              <a:t>into</a:t>
            </a:r>
            <a:r>
              <a:rPr lang="da-DK" dirty="0"/>
              <a:t> definition in </a:t>
            </a:r>
            <a:r>
              <a:rPr lang="da-DK" dirty="0" err="1"/>
              <a:t>Dutta</a:t>
            </a:r>
            <a:r>
              <a:rPr lang="da-DK" dirty="0"/>
              <a:t> book.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4BF6749-25F0-42B6-84DD-4215F0513619}" type="slidenum">
              <a:rPr lang="da-DK" smtClean="0"/>
              <a:t>5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369057916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a-DK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4BF6749-25F0-42B6-84DD-4215F0513619}" type="slidenum">
              <a:rPr lang="da-DK" smtClean="0"/>
              <a:t>6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411882429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da-DK" dirty="0" err="1"/>
              <a:t>Come</a:t>
            </a:r>
            <a:r>
              <a:rPr lang="da-DK" dirty="0"/>
              <a:t> up with </a:t>
            </a:r>
            <a:r>
              <a:rPr lang="da-DK" dirty="0" err="1"/>
              <a:t>examples</a:t>
            </a:r>
            <a:r>
              <a:rPr lang="da-DK" dirty="0"/>
              <a:t>. </a:t>
            </a:r>
            <a:r>
              <a:rPr lang="da-DK" dirty="0" err="1"/>
              <a:t>Actually</a:t>
            </a:r>
            <a:r>
              <a:rPr lang="da-DK" dirty="0"/>
              <a:t> parameter </a:t>
            </a:r>
            <a:r>
              <a:rPr lang="da-DK" dirty="0" err="1"/>
              <a:t>means</a:t>
            </a:r>
            <a:r>
              <a:rPr lang="da-DK" dirty="0"/>
              <a:t> </a:t>
            </a:r>
            <a:r>
              <a:rPr lang="da-DK" dirty="0" err="1"/>
              <a:t>state</a:t>
            </a:r>
            <a:r>
              <a:rPr lang="da-DK" dirty="0"/>
              <a:t> variable </a:t>
            </a:r>
            <a:r>
              <a:rPr lang="da-DK" dirty="0" err="1"/>
              <a:t>also</a:t>
            </a:r>
            <a:r>
              <a:rPr lang="da-DK" dirty="0"/>
              <a:t>? Check </a:t>
            </a:r>
            <a:r>
              <a:rPr lang="da-DK" dirty="0" err="1"/>
              <a:t>some</a:t>
            </a:r>
            <a:r>
              <a:rPr lang="da-DK" dirty="0"/>
              <a:t> </a:t>
            </a:r>
            <a:r>
              <a:rPr lang="da-DK" dirty="0" err="1"/>
              <a:t>other</a:t>
            </a:r>
            <a:r>
              <a:rPr lang="da-DK" dirty="0"/>
              <a:t> source for a definition.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4BF6749-25F0-42B6-84DD-4215F0513619}" type="slidenum">
              <a:rPr lang="da-DK" smtClean="0"/>
              <a:t>7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373144948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1BFE3CD-89F7-C181-2C5F-BF505BF8375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da-DK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8479CB6-0926-9C10-8D77-0E1988D308E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da-DK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9C10ACF-B39D-45B4-578A-01DA3F0339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63F780-A93D-4912-9E1A-1B58F2D23D1B}" type="datetimeFigureOut">
              <a:rPr lang="da-DK" smtClean="0"/>
              <a:t>03-08-2026</a:t>
            </a:fld>
            <a:endParaRPr lang="da-DK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ED166B5-7B8F-5D90-6B83-88CA1C37DF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a-DK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DA8CDFA-BF64-99DD-6382-1F08B3E6E8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B0FDA0-6D67-4ABA-85BE-EDD00A363740}" type="slidenum">
              <a:rPr lang="da-DK" smtClean="0"/>
              <a:t>‹#›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296351321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9633B0F-58C1-2B4F-4793-2387FB70DC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da-DK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FB20992-A950-0A96-38C9-CEC3F88DF3A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a-DK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9E16C8C-1F78-CC9D-9C4D-4761C48001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63F780-A93D-4912-9E1A-1B58F2D23D1B}" type="datetimeFigureOut">
              <a:rPr lang="da-DK" smtClean="0"/>
              <a:t>03-08-2026</a:t>
            </a:fld>
            <a:endParaRPr lang="da-DK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9F38C21-94A2-7B6B-7CFD-D6F58A310AB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a-DK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62C9ADE-6134-BD3D-32FC-2CBAF2BA22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B0FDA0-6D67-4ABA-85BE-EDD00A363740}" type="slidenum">
              <a:rPr lang="da-DK" smtClean="0"/>
              <a:t>‹#›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40027659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9BD6C7C-AA76-F010-79B3-6FC5BBD0C2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da-DK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16282F9-5F8D-136D-FEA9-0DCB69C02C8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A68AF9B-6BB0-BEF2-C73E-5A8FAFABD95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63F780-A93D-4912-9E1A-1B58F2D23D1B}" type="datetimeFigureOut">
              <a:rPr lang="da-DK" smtClean="0"/>
              <a:t>03-08-2026</a:t>
            </a:fld>
            <a:endParaRPr lang="da-DK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8843194-7D21-F216-12C2-42C089136E9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a-DK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3EC3F6E-66B3-111D-C5E4-7A7A647223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B0FDA0-6D67-4ABA-85BE-EDD00A363740}" type="slidenum">
              <a:rPr lang="da-DK" smtClean="0"/>
              <a:t>‹#›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201028770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AB41CD-1A98-F645-9A7D-E82BB7E5C3B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da-DK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00CC812-7807-7020-932D-E8A386EA059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a-DK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B299EA8-48A1-7EE6-33DF-FFD96ABFCE7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a-DK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91086AF-CC51-048C-1251-D048088BAF3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63F780-A93D-4912-9E1A-1B58F2D23D1B}" type="datetimeFigureOut">
              <a:rPr lang="da-DK" smtClean="0"/>
              <a:t>03-08-2026</a:t>
            </a:fld>
            <a:endParaRPr lang="da-DK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4602A84-FCB1-4F21-3AF2-E7AED0BA98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a-DK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4406CD8-1E10-869F-9FA5-D4EDD74839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B0FDA0-6D67-4ABA-85BE-EDD00A363740}" type="slidenum">
              <a:rPr lang="da-DK" smtClean="0"/>
              <a:t>‹#›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256673846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D6B92B-DCA6-F21D-A32C-7E480D95F1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da-DK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D1F6CA2-17D7-629C-7AE8-FEB9D961100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391F935-D1AB-666D-A4AC-4ED35ABD3DA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a-DK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B8464EB-5EF1-0C75-77ED-253D2A367DB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817D9C8-7FE6-B7EF-DF7D-45641004370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a-DK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0B9169B5-5690-B5CF-30AB-05425DFD676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63F780-A93D-4912-9E1A-1B58F2D23D1B}" type="datetimeFigureOut">
              <a:rPr lang="da-DK" smtClean="0"/>
              <a:t>03-08-2026</a:t>
            </a:fld>
            <a:endParaRPr lang="da-DK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3DDA587F-4095-D790-060F-21CDD160522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a-DK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798BC2E0-44B2-0356-222A-4BC9A766EF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B0FDA0-6D67-4ABA-85BE-EDD00A363740}" type="slidenum">
              <a:rPr lang="da-DK" smtClean="0"/>
              <a:t>‹#›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66584334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E925F04-CAE7-C7DF-60F1-1551669A03B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da-DK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C1EBB1F-A1C2-E19F-1D3E-312008A9C58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63F780-A93D-4912-9E1A-1B58F2D23D1B}" type="datetimeFigureOut">
              <a:rPr lang="da-DK" smtClean="0"/>
              <a:t>03-08-2026</a:t>
            </a:fld>
            <a:endParaRPr lang="da-DK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C57799F-5415-9224-1533-86E0421E309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a-DK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FF2C631-4F0F-E689-3820-678B1117ED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B0FDA0-6D67-4ABA-85BE-EDD00A363740}" type="slidenum">
              <a:rPr lang="da-DK" smtClean="0"/>
              <a:t>‹#›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365549592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2C3ED84-107F-C8D4-6734-0D7C03212FE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63F780-A93D-4912-9E1A-1B58F2D23D1B}" type="datetimeFigureOut">
              <a:rPr lang="da-DK" smtClean="0"/>
              <a:t>03-08-2026</a:t>
            </a:fld>
            <a:endParaRPr lang="da-DK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ABF1CC2-32B3-FA52-9135-2FD268C4F67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a-DK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0486589-3D64-56E2-192F-F8EA04A18B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B0FDA0-6D67-4ABA-85BE-EDD00A363740}" type="slidenum">
              <a:rPr lang="da-DK" smtClean="0"/>
              <a:t>‹#›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179620467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BDF736C-9324-FE3D-5FBD-6460D82F33B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da-DK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3063ADA-860D-63B8-F652-196CFB02CBB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a-DK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1F7DBA3-9CC3-2724-47BF-3BA5F49982E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6C061F7-FA67-2890-849A-622B05B04FF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63F780-A93D-4912-9E1A-1B58F2D23D1B}" type="datetimeFigureOut">
              <a:rPr lang="da-DK" smtClean="0"/>
              <a:t>03-08-2026</a:t>
            </a:fld>
            <a:endParaRPr lang="da-DK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B5F087A-08AA-4811-AB17-94A146E66D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a-DK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9A81B43-42BA-3AC1-D437-628ED7B5A0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B0FDA0-6D67-4ABA-85BE-EDD00A363740}" type="slidenum">
              <a:rPr lang="da-DK" smtClean="0"/>
              <a:t>‹#›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96537811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3825CF-1E1F-6726-8EAC-E7B2652154D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da-DK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ECD39B94-358A-7D20-0F6D-ED00E99FC4D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da-DK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75AFDC6-8A54-EDEA-C264-7ADE35DF530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EE0E717-72AF-6453-E2AA-D6707858AA1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63F780-A93D-4912-9E1A-1B58F2D23D1B}" type="datetimeFigureOut">
              <a:rPr lang="da-DK" smtClean="0"/>
              <a:t>03-08-2026</a:t>
            </a:fld>
            <a:endParaRPr lang="da-DK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7BA1A40-2C45-9C42-24BC-89653500B4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a-DK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6C8A9C9-B6DD-2807-B222-A6CC665286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B0FDA0-6D67-4ABA-85BE-EDD00A363740}" type="slidenum">
              <a:rPr lang="da-DK" smtClean="0"/>
              <a:t>‹#›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273507467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AA4282-6FA0-40B1-1F32-58A79A78B43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da-DK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BAD3F1A-4E56-6443-096B-E4CD542B6C4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a-DK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FE10441-9B05-8C59-F1E4-E2937B6CFD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63F780-A93D-4912-9E1A-1B58F2D23D1B}" type="datetimeFigureOut">
              <a:rPr lang="da-DK" smtClean="0"/>
              <a:t>03-08-2026</a:t>
            </a:fld>
            <a:endParaRPr lang="da-DK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522342D-E1C3-857C-1F57-BDE123E532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a-DK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8159848-B566-EB12-A7E2-EFA70801B5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B0FDA0-6D67-4ABA-85BE-EDD00A363740}" type="slidenum">
              <a:rPr lang="da-DK" smtClean="0"/>
              <a:t>‹#›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18491169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599CA659-BD6D-7964-FAE7-7C14A75A954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da-DK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3F7CBB1-E443-7B7E-02CD-53E211BCF5E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a-DK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42C0174-03B7-436A-DF69-2A38F59B030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63F780-A93D-4912-9E1A-1B58F2D23D1B}" type="datetimeFigureOut">
              <a:rPr lang="da-DK" smtClean="0"/>
              <a:t>03-08-2026</a:t>
            </a:fld>
            <a:endParaRPr lang="da-DK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2E2DC2D-3BC6-224F-7A6B-5932110EE72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a-DK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7CC903F-0441-BADC-1005-8325BB87D4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B0FDA0-6D67-4ABA-85BE-EDD00A363740}" type="slidenum">
              <a:rPr lang="da-DK" smtClean="0"/>
              <a:t>‹#›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264564311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06E50FD6-5882-A308-D3C3-B92A9FE4C2A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da-DK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15266B4-8C7A-2F60-EABD-D642D9D72DA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a-DK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B9DE54D-BA75-E160-FAE7-DB015AA726B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563F780-A93D-4912-9E1A-1B58F2D23D1B}" type="datetimeFigureOut">
              <a:rPr lang="da-DK" smtClean="0"/>
              <a:t>03-08-2026</a:t>
            </a:fld>
            <a:endParaRPr lang="da-DK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63B6F5B-DFEC-2D3D-09B0-6E3506A60F1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da-DK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220364F-3060-EFFA-BFDB-7E5B084DB54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DB0FDA0-6D67-4ABA-85BE-EDD00A363740}" type="slidenum">
              <a:rPr lang="da-DK" smtClean="0"/>
              <a:t>‹#›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106540605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a-DK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customXml" Target="../ink/ink1.xml"/><Relationship Id="rId13" Type="http://schemas.openxmlformats.org/officeDocument/2006/relationships/image" Target="../media/image19.png"/><Relationship Id="rId18" Type="http://schemas.openxmlformats.org/officeDocument/2006/relationships/customXml" Target="../ink/ink6.xml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12" Type="http://schemas.openxmlformats.org/officeDocument/2006/relationships/customXml" Target="../ink/ink3.xml"/><Relationship Id="rId17" Type="http://schemas.openxmlformats.org/officeDocument/2006/relationships/image" Target="../media/image21.png"/><Relationship Id="rId2" Type="http://schemas.openxmlformats.org/officeDocument/2006/relationships/image" Target="../media/image1.png"/><Relationship Id="rId16" Type="http://schemas.openxmlformats.org/officeDocument/2006/relationships/customXml" Target="../ink/ink5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png"/><Relationship Id="rId11" Type="http://schemas.openxmlformats.org/officeDocument/2006/relationships/image" Target="../media/image18.png"/><Relationship Id="rId5" Type="http://schemas.openxmlformats.org/officeDocument/2006/relationships/image" Target="../media/image4.png"/><Relationship Id="rId15" Type="http://schemas.openxmlformats.org/officeDocument/2006/relationships/image" Target="../media/image20.png"/><Relationship Id="rId10" Type="http://schemas.openxmlformats.org/officeDocument/2006/relationships/customXml" Target="../ink/ink2.xml"/><Relationship Id="rId19" Type="http://schemas.openxmlformats.org/officeDocument/2006/relationships/image" Target="../media/image22.png"/><Relationship Id="rId4" Type="http://schemas.openxmlformats.org/officeDocument/2006/relationships/image" Target="../media/image3.png"/><Relationship Id="rId9" Type="http://schemas.openxmlformats.org/officeDocument/2006/relationships/image" Target="../media/image17.png"/><Relationship Id="rId14" Type="http://schemas.openxmlformats.org/officeDocument/2006/relationships/customXml" Target="../ink/ink4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1.png"/></Relationships>
</file>

<file path=ppt/slides/_rels/slide6.xml.rels><?xml version="1.0" encoding="UTF-8" standalone="yes"?>
<Relationships xmlns="http://schemas.openxmlformats.org/package/2006/relationships"><Relationship Id="rId26" Type="http://schemas.openxmlformats.org/officeDocument/2006/relationships/customXml" Target="../ink/ink17.xml"/><Relationship Id="rId21" Type="http://schemas.openxmlformats.org/officeDocument/2006/relationships/image" Target="../media/image35.png"/><Relationship Id="rId42" Type="http://schemas.openxmlformats.org/officeDocument/2006/relationships/customXml" Target="../ink/ink25.xml"/><Relationship Id="rId47" Type="http://schemas.openxmlformats.org/officeDocument/2006/relationships/image" Target="../media/image48.png"/><Relationship Id="rId63" Type="http://schemas.openxmlformats.org/officeDocument/2006/relationships/image" Target="../media/image56.png"/><Relationship Id="rId68" Type="http://schemas.openxmlformats.org/officeDocument/2006/relationships/customXml" Target="../ink/ink38.xml"/><Relationship Id="rId84" Type="http://schemas.openxmlformats.org/officeDocument/2006/relationships/image" Target="../media/image66.png"/><Relationship Id="rId16" Type="http://schemas.openxmlformats.org/officeDocument/2006/relationships/customXml" Target="../ink/ink12.xml"/><Relationship Id="rId11" Type="http://schemas.openxmlformats.org/officeDocument/2006/relationships/image" Target="../media/image30.png"/><Relationship Id="rId32" Type="http://schemas.openxmlformats.org/officeDocument/2006/relationships/customXml" Target="../ink/ink20.xml"/><Relationship Id="rId37" Type="http://schemas.openxmlformats.org/officeDocument/2006/relationships/image" Target="../media/image43.png"/><Relationship Id="rId53" Type="http://schemas.openxmlformats.org/officeDocument/2006/relationships/image" Target="../media/image51.png"/><Relationship Id="rId58" Type="http://schemas.openxmlformats.org/officeDocument/2006/relationships/customXml" Target="../ink/ink33.xml"/><Relationship Id="rId74" Type="http://schemas.openxmlformats.org/officeDocument/2006/relationships/customXml" Target="../ink/ink41.xml"/><Relationship Id="rId79" Type="http://schemas.openxmlformats.org/officeDocument/2006/relationships/image" Target="../media/image64.png"/><Relationship Id="rId5" Type="http://schemas.openxmlformats.org/officeDocument/2006/relationships/image" Target="../media/image13.png"/><Relationship Id="rId19" Type="http://schemas.openxmlformats.org/officeDocument/2006/relationships/image" Target="../media/image34.png"/><Relationship Id="rId14" Type="http://schemas.openxmlformats.org/officeDocument/2006/relationships/customXml" Target="../ink/ink11.xml"/><Relationship Id="rId22" Type="http://schemas.openxmlformats.org/officeDocument/2006/relationships/customXml" Target="../ink/ink15.xml"/><Relationship Id="rId27" Type="http://schemas.openxmlformats.org/officeDocument/2006/relationships/image" Target="../media/image38.png"/><Relationship Id="rId30" Type="http://schemas.openxmlformats.org/officeDocument/2006/relationships/customXml" Target="../ink/ink19.xml"/><Relationship Id="rId35" Type="http://schemas.openxmlformats.org/officeDocument/2006/relationships/image" Target="../media/image42.png"/><Relationship Id="rId43" Type="http://schemas.openxmlformats.org/officeDocument/2006/relationships/image" Target="../media/image46.png"/><Relationship Id="rId48" Type="http://schemas.openxmlformats.org/officeDocument/2006/relationships/customXml" Target="../ink/ink28.xml"/><Relationship Id="rId56" Type="http://schemas.openxmlformats.org/officeDocument/2006/relationships/customXml" Target="../ink/ink32.xml"/><Relationship Id="rId64" Type="http://schemas.openxmlformats.org/officeDocument/2006/relationships/customXml" Target="../ink/ink36.xml"/><Relationship Id="rId69" Type="http://schemas.openxmlformats.org/officeDocument/2006/relationships/image" Target="../media/image59.png"/><Relationship Id="rId77" Type="http://schemas.openxmlformats.org/officeDocument/2006/relationships/image" Target="../media/image63.png"/><Relationship Id="rId8" Type="http://schemas.openxmlformats.org/officeDocument/2006/relationships/customXml" Target="../ink/ink8.xml"/><Relationship Id="rId51" Type="http://schemas.openxmlformats.org/officeDocument/2006/relationships/image" Target="../media/image50.png"/><Relationship Id="rId72" Type="http://schemas.openxmlformats.org/officeDocument/2006/relationships/customXml" Target="../ink/ink40.xml"/><Relationship Id="rId80" Type="http://schemas.openxmlformats.org/officeDocument/2006/relationships/customXml" Target="../ink/ink44.xml"/><Relationship Id="rId85" Type="http://schemas.openxmlformats.org/officeDocument/2006/relationships/customXml" Target="../ink/ink47.xml"/><Relationship Id="rId3" Type="http://schemas.openxmlformats.org/officeDocument/2006/relationships/image" Target="../media/image24.png"/><Relationship Id="rId12" Type="http://schemas.openxmlformats.org/officeDocument/2006/relationships/customXml" Target="../ink/ink10.xml"/><Relationship Id="rId17" Type="http://schemas.openxmlformats.org/officeDocument/2006/relationships/image" Target="../media/image33.png"/><Relationship Id="rId25" Type="http://schemas.openxmlformats.org/officeDocument/2006/relationships/image" Target="../media/image37.png"/><Relationship Id="rId33" Type="http://schemas.openxmlformats.org/officeDocument/2006/relationships/image" Target="../media/image41.png"/><Relationship Id="rId38" Type="http://schemas.openxmlformats.org/officeDocument/2006/relationships/customXml" Target="../ink/ink23.xml"/><Relationship Id="rId46" Type="http://schemas.openxmlformats.org/officeDocument/2006/relationships/customXml" Target="../ink/ink27.xml"/><Relationship Id="rId59" Type="http://schemas.openxmlformats.org/officeDocument/2006/relationships/image" Target="../media/image54.png"/><Relationship Id="rId67" Type="http://schemas.openxmlformats.org/officeDocument/2006/relationships/image" Target="../media/image58.png"/><Relationship Id="rId20" Type="http://schemas.openxmlformats.org/officeDocument/2006/relationships/customXml" Target="../ink/ink14.xml"/><Relationship Id="rId41" Type="http://schemas.openxmlformats.org/officeDocument/2006/relationships/image" Target="../media/image45.png"/><Relationship Id="rId54" Type="http://schemas.openxmlformats.org/officeDocument/2006/relationships/customXml" Target="../ink/ink31.xml"/><Relationship Id="rId62" Type="http://schemas.openxmlformats.org/officeDocument/2006/relationships/customXml" Target="../ink/ink35.xml"/><Relationship Id="rId70" Type="http://schemas.openxmlformats.org/officeDocument/2006/relationships/customXml" Target="../ink/ink39.xml"/><Relationship Id="rId75" Type="http://schemas.openxmlformats.org/officeDocument/2006/relationships/image" Target="../media/image62.png"/><Relationship Id="rId83" Type="http://schemas.openxmlformats.org/officeDocument/2006/relationships/customXml" Target="../ink/ink46.xml"/><Relationship Id="rId1" Type="http://schemas.openxmlformats.org/officeDocument/2006/relationships/slideLayout" Target="../slideLayouts/slideLayout2.xml"/><Relationship Id="rId6" Type="http://schemas.openxmlformats.org/officeDocument/2006/relationships/customXml" Target="../ink/ink7.xml"/><Relationship Id="rId15" Type="http://schemas.openxmlformats.org/officeDocument/2006/relationships/image" Target="../media/image32.png"/><Relationship Id="rId23" Type="http://schemas.openxmlformats.org/officeDocument/2006/relationships/image" Target="../media/image36.png"/><Relationship Id="rId28" Type="http://schemas.openxmlformats.org/officeDocument/2006/relationships/customXml" Target="../ink/ink18.xml"/><Relationship Id="rId36" Type="http://schemas.openxmlformats.org/officeDocument/2006/relationships/customXml" Target="../ink/ink22.xml"/><Relationship Id="rId49" Type="http://schemas.openxmlformats.org/officeDocument/2006/relationships/image" Target="../media/image49.png"/><Relationship Id="rId57" Type="http://schemas.openxmlformats.org/officeDocument/2006/relationships/image" Target="../media/image53.png"/><Relationship Id="rId10" Type="http://schemas.openxmlformats.org/officeDocument/2006/relationships/customXml" Target="../ink/ink9.xml"/><Relationship Id="rId31" Type="http://schemas.openxmlformats.org/officeDocument/2006/relationships/image" Target="../media/image40.png"/><Relationship Id="rId44" Type="http://schemas.openxmlformats.org/officeDocument/2006/relationships/customXml" Target="../ink/ink26.xml"/><Relationship Id="rId52" Type="http://schemas.openxmlformats.org/officeDocument/2006/relationships/customXml" Target="../ink/ink30.xml"/><Relationship Id="rId60" Type="http://schemas.openxmlformats.org/officeDocument/2006/relationships/customXml" Target="../ink/ink34.xml"/><Relationship Id="rId65" Type="http://schemas.openxmlformats.org/officeDocument/2006/relationships/image" Target="../media/image57.png"/><Relationship Id="rId73" Type="http://schemas.openxmlformats.org/officeDocument/2006/relationships/image" Target="../media/image61.png"/><Relationship Id="rId78" Type="http://schemas.openxmlformats.org/officeDocument/2006/relationships/customXml" Target="../ink/ink43.xml"/><Relationship Id="rId81" Type="http://schemas.openxmlformats.org/officeDocument/2006/relationships/customXml" Target="../ink/ink45.xml"/><Relationship Id="rId86" Type="http://schemas.openxmlformats.org/officeDocument/2006/relationships/image" Target="../media/image67.png"/><Relationship Id="rId4" Type="http://schemas.openxmlformats.org/officeDocument/2006/relationships/image" Target="../media/image12.png"/><Relationship Id="rId9" Type="http://schemas.openxmlformats.org/officeDocument/2006/relationships/image" Target="../media/image29.png"/><Relationship Id="rId13" Type="http://schemas.openxmlformats.org/officeDocument/2006/relationships/image" Target="../media/image31.png"/><Relationship Id="rId18" Type="http://schemas.openxmlformats.org/officeDocument/2006/relationships/customXml" Target="../ink/ink13.xml"/><Relationship Id="rId39" Type="http://schemas.openxmlformats.org/officeDocument/2006/relationships/image" Target="../media/image44.png"/><Relationship Id="rId34" Type="http://schemas.openxmlformats.org/officeDocument/2006/relationships/customXml" Target="../ink/ink21.xml"/><Relationship Id="rId50" Type="http://schemas.openxmlformats.org/officeDocument/2006/relationships/customXml" Target="../ink/ink29.xml"/><Relationship Id="rId55" Type="http://schemas.openxmlformats.org/officeDocument/2006/relationships/image" Target="../media/image52.png"/><Relationship Id="rId76" Type="http://schemas.openxmlformats.org/officeDocument/2006/relationships/customXml" Target="../ink/ink42.xml"/><Relationship Id="rId7" Type="http://schemas.openxmlformats.org/officeDocument/2006/relationships/image" Target="../media/image28.png"/><Relationship Id="rId71" Type="http://schemas.openxmlformats.org/officeDocument/2006/relationships/image" Target="../media/image60.png"/><Relationship Id="rId2" Type="http://schemas.openxmlformats.org/officeDocument/2006/relationships/notesSlide" Target="../notesSlides/notesSlide2.xml"/><Relationship Id="rId29" Type="http://schemas.openxmlformats.org/officeDocument/2006/relationships/image" Target="../media/image39.png"/><Relationship Id="rId24" Type="http://schemas.openxmlformats.org/officeDocument/2006/relationships/customXml" Target="../ink/ink16.xml"/><Relationship Id="rId40" Type="http://schemas.openxmlformats.org/officeDocument/2006/relationships/customXml" Target="../ink/ink24.xml"/><Relationship Id="rId45" Type="http://schemas.openxmlformats.org/officeDocument/2006/relationships/image" Target="../media/image47.png"/><Relationship Id="rId66" Type="http://schemas.openxmlformats.org/officeDocument/2006/relationships/customXml" Target="../ink/ink37.xml"/><Relationship Id="rId61" Type="http://schemas.openxmlformats.org/officeDocument/2006/relationships/image" Target="../media/image55.png"/><Relationship Id="rId82" Type="http://schemas.openxmlformats.org/officeDocument/2006/relationships/image" Target="../media/image65.png"/></Relationships>
</file>

<file path=ppt/slides/_rels/slide7.xml.rels><?xml version="1.0" encoding="UTF-8" standalone="yes"?>
<Relationships xmlns="http://schemas.openxmlformats.org/package/2006/relationships"><Relationship Id="rId13" Type="http://schemas.openxmlformats.org/officeDocument/2006/relationships/customXml" Target="../ink/ink52.xml"/><Relationship Id="rId18" Type="http://schemas.openxmlformats.org/officeDocument/2006/relationships/image" Target="../media/image74.png"/><Relationship Id="rId26" Type="http://schemas.openxmlformats.org/officeDocument/2006/relationships/image" Target="../media/image78.png"/><Relationship Id="rId39" Type="http://schemas.openxmlformats.org/officeDocument/2006/relationships/image" Target="../media/image84.png"/><Relationship Id="rId21" Type="http://schemas.openxmlformats.org/officeDocument/2006/relationships/customXml" Target="../ink/ink56.xml"/><Relationship Id="rId34" Type="http://schemas.openxmlformats.org/officeDocument/2006/relationships/image" Target="../media/image82.png"/><Relationship Id="rId42" Type="http://schemas.openxmlformats.org/officeDocument/2006/relationships/customXml" Target="../ink/ink67.xml"/><Relationship Id="rId47" Type="http://schemas.openxmlformats.org/officeDocument/2006/relationships/image" Target="../media/image88.png"/><Relationship Id="rId50" Type="http://schemas.openxmlformats.org/officeDocument/2006/relationships/customXml" Target="../ink/ink71.xml"/><Relationship Id="rId55" Type="http://schemas.openxmlformats.org/officeDocument/2006/relationships/image" Target="../media/image92.png"/><Relationship Id="rId7" Type="http://schemas.openxmlformats.org/officeDocument/2006/relationships/customXml" Target="../ink/ink49.xml"/><Relationship Id="rId2" Type="http://schemas.openxmlformats.org/officeDocument/2006/relationships/notesSlide" Target="../notesSlides/notesSlide3.xml"/><Relationship Id="rId16" Type="http://schemas.openxmlformats.org/officeDocument/2006/relationships/image" Target="../media/image73.png"/><Relationship Id="rId29" Type="http://schemas.openxmlformats.org/officeDocument/2006/relationships/customXml" Target="../ink/ink60.xml"/><Relationship Id="rId11" Type="http://schemas.openxmlformats.org/officeDocument/2006/relationships/customXml" Target="../ink/ink51.xml"/><Relationship Id="rId24" Type="http://schemas.openxmlformats.org/officeDocument/2006/relationships/image" Target="../media/image77.png"/><Relationship Id="rId32" Type="http://schemas.openxmlformats.org/officeDocument/2006/relationships/image" Target="../media/image81.png"/><Relationship Id="rId37" Type="http://schemas.openxmlformats.org/officeDocument/2006/relationships/customXml" Target="../ink/ink64.xml"/><Relationship Id="rId40" Type="http://schemas.openxmlformats.org/officeDocument/2006/relationships/customXml" Target="../ink/ink66.xml"/><Relationship Id="rId45" Type="http://schemas.openxmlformats.org/officeDocument/2006/relationships/image" Target="../media/image87.png"/><Relationship Id="rId53" Type="http://schemas.openxmlformats.org/officeDocument/2006/relationships/image" Target="../media/image91.png"/><Relationship Id="rId58" Type="http://schemas.openxmlformats.org/officeDocument/2006/relationships/customXml" Target="../ink/ink75.xml"/><Relationship Id="rId5" Type="http://schemas.openxmlformats.org/officeDocument/2006/relationships/customXml" Target="../ink/ink48.xml"/><Relationship Id="rId19" Type="http://schemas.openxmlformats.org/officeDocument/2006/relationships/customXml" Target="../ink/ink55.xml"/><Relationship Id="rId4" Type="http://schemas.openxmlformats.org/officeDocument/2006/relationships/hyperlink" Target="https://www.saxo.com/dk/forfatter/binay-kanti-dutta_7161701" TargetMode="External"/><Relationship Id="rId9" Type="http://schemas.openxmlformats.org/officeDocument/2006/relationships/customXml" Target="../ink/ink50.xml"/><Relationship Id="rId14" Type="http://schemas.openxmlformats.org/officeDocument/2006/relationships/image" Target="../media/image72.png"/><Relationship Id="rId22" Type="http://schemas.openxmlformats.org/officeDocument/2006/relationships/image" Target="../media/image76.png"/><Relationship Id="rId27" Type="http://schemas.openxmlformats.org/officeDocument/2006/relationships/customXml" Target="../ink/ink59.xml"/><Relationship Id="rId30" Type="http://schemas.openxmlformats.org/officeDocument/2006/relationships/image" Target="../media/image80.png"/><Relationship Id="rId35" Type="http://schemas.openxmlformats.org/officeDocument/2006/relationships/customXml" Target="../ink/ink63.xml"/><Relationship Id="rId43" Type="http://schemas.openxmlformats.org/officeDocument/2006/relationships/image" Target="../media/image86.png"/><Relationship Id="rId48" Type="http://schemas.openxmlformats.org/officeDocument/2006/relationships/customXml" Target="../ink/ink70.xml"/><Relationship Id="rId56" Type="http://schemas.openxmlformats.org/officeDocument/2006/relationships/customXml" Target="../ink/ink74.xml"/><Relationship Id="rId8" Type="http://schemas.openxmlformats.org/officeDocument/2006/relationships/image" Target="../media/image69.png"/><Relationship Id="rId51" Type="http://schemas.openxmlformats.org/officeDocument/2006/relationships/image" Target="../media/image90.png"/><Relationship Id="rId3" Type="http://schemas.openxmlformats.org/officeDocument/2006/relationships/image" Target="../media/image14.png"/><Relationship Id="rId12" Type="http://schemas.openxmlformats.org/officeDocument/2006/relationships/image" Target="../media/image71.png"/><Relationship Id="rId17" Type="http://schemas.openxmlformats.org/officeDocument/2006/relationships/customXml" Target="../ink/ink54.xml"/><Relationship Id="rId25" Type="http://schemas.openxmlformats.org/officeDocument/2006/relationships/customXml" Target="../ink/ink58.xml"/><Relationship Id="rId33" Type="http://schemas.openxmlformats.org/officeDocument/2006/relationships/customXml" Target="../ink/ink62.xml"/><Relationship Id="rId38" Type="http://schemas.openxmlformats.org/officeDocument/2006/relationships/customXml" Target="../ink/ink65.xml"/><Relationship Id="rId46" Type="http://schemas.openxmlformats.org/officeDocument/2006/relationships/customXml" Target="../ink/ink69.xml"/><Relationship Id="rId59" Type="http://schemas.openxmlformats.org/officeDocument/2006/relationships/image" Target="../media/image94.png"/><Relationship Id="rId20" Type="http://schemas.openxmlformats.org/officeDocument/2006/relationships/image" Target="../media/image75.png"/><Relationship Id="rId41" Type="http://schemas.openxmlformats.org/officeDocument/2006/relationships/image" Target="../media/image85.png"/><Relationship Id="rId54" Type="http://schemas.openxmlformats.org/officeDocument/2006/relationships/customXml" Target="../ink/ink73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8.png"/><Relationship Id="rId15" Type="http://schemas.openxmlformats.org/officeDocument/2006/relationships/customXml" Target="../ink/ink53.xml"/><Relationship Id="rId23" Type="http://schemas.openxmlformats.org/officeDocument/2006/relationships/customXml" Target="../ink/ink57.xml"/><Relationship Id="rId28" Type="http://schemas.openxmlformats.org/officeDocument/2006/relationships/image" Target="../media/image79.png"/><Relationship Id="rId36" Type="http://schemas.openxmlformats.org/officeDocument/2006/relationships/image" Target="../media/image83.png"/><Relationship Id="rId49" Type="http://schemas.openxmlformats.org/officeDocument/2006/relationships/image" Target="../media/image89.png"/><Relationship Id="rId57" Type="http://schemas.openxmlformats.org/officeDocument/2006/relationships/image" Target="../media/image93.png"/><Relationship Id="rId10" Type="http://schemas.openxmlformats.org/officeDocument/2006/relationships/image" Target="../media/image70.png"/><Relationship Id="rId31" Type="http://schemas.openxmlformats.org/officeDocument/2006/relationships/customXml" Target="../ink/ink61.xml"/><Relationship Id="rId44" Type="http://schemas.openxmlformats.org/officeDocument/2006/relationships/customXml" Target="../ink/ink68.xml"/><Relationship Id="rId52" Type="http://schemas.openxmlformats.org/officeDocument/2006/relationships/customXml" Target="../ink/ink72.xml"/><Relationship Id="rId60" Type="http://schemas.openxmlformats.org/officeDocument/2006/relationships/customXml" Target="../ink/ink76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690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6.png"/><Relationship Id="rId4" Type="http://schemas.openxmlformats.org/officeDocument/2006/relationships/image" Target="../media/image710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jpeg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95.png"/><Relationship Id="rId4" Type="http://schemas.openxmlformats.org/officeDocument/2006/relationships/image" Target="../media/image27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97.png"/><Relationship Id="rId2" Type="http://schemas.openxmlformats.org/officeDocument/2006/relationships/image" Target="../media/image96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99.png"/><Relationship Id="rId2" Type="http://schemas.openxmlformats.org/officeDocument/2006/relationships/image" Target="../media/image98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02.png"/><Relationship Id="rId5" Type="http://schemas.openxmlformats.org/officeDocument/2006/relationships/image" Target="../media/image101.png"/><Relationship Id="rId4" Type="http://schemas.openxmlformats.org/officeDocument/2006/relationships/image" Target="../media/image100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4.png"/><Relationship Id="rId2" Type="http://schemas.openxmlformats.org/officeDocument/2006/relationships/image" Target="../media/image103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09.png"/><Relationship Id="rId4" Type="http://schemas.openxmlformats.org/officeDocument/2006/relationships/customXml" Target="../ink/ink77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6.png"/><Relationship Id="rId2" Type="http://schemas.openxmlformats.org/officeDocument/2006/relationships/image" Target="../media/image105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08.png"/><Relationship Id="rId4" Type="http://schemas.openxmlformats.org/officeDocument/2006/relationships/image" Target="../media/image107.png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0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DE30D8-1396-3951-C225-AEC9CF30897A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da-DK" dirty="0"/>
              <a:t>Model </a:t>
            </a:r>
            <a:r>
              <a:rPr lang="da-DK" dirty="0" err="1"/>
              <a:t>classification</a:t>
            </a:r>
            <a:endParaRPr lang="da-DK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0CCFAA3-834B-CF16-21A2-392E9961C017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da-DK" dirty="0" err="1"/>
              <a:t>Modelling</a:t>
            </a:r>
            <a:r>
              <a:rPr lang="da-DK" dirty="0"/>
              <a:t> Fall 2026</a:t>
            </a:r>
          </a:p>
          <a:p>
            <a:r>
              <a:rPr lang="da-DK" dirty="0"/>
              <a:t>Frederik Dalby</a:t>
            </a:r>
          </a:p>
          <a:p>
            <a:endParaRPr lang="da-DK" dirty="0"/>
          </a:p>
        </p:txBody>
      </p:sp>
    </p:spTree>
    <p:extLst>
      <p:ext uri="{BB962C8B-B14F-4D97-AF65-F5344CB8AC3E}">
        <p14:creationId xmlns:p14="http://schemas.microsoft.com/office/powerpoint/2010/main" val="371101109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TextBox 17">
            <a:extLst>
              <a:ext uri="{FF2B5EF4-FFF2-40B4-BE49-F238E27FC236}">
                <a16:creationId xmlns:a16="http://schemas.microsoft.com/office/drawing/2014/main" id="{26E1E465-28AF-D8E4-07C5-26E76DBB721D}"/>
              </a:ext>
            </a:extLst>
          </p:cNvPr>
          <p:cNvSpPr txBox="1"/>
          <p:nvPr/>
        </p:nvSpPr>
        <p:spPr>
          <a:xfrm>
            <a:off x="838199" y="1933563"/>
            <a:ext cx="9712569" cy="25853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a-DK" dirty="0"/>
              <a:t>How </a:t>
            </a:r>
            <a:r>
              <a:rPr lang="da-DK" dirty="0" err="1"/>
              <a:t>can</a:t>
            </a:r>
            <a:r>
              <a:rPr lang="da-DK" dirty="0"/>
              <a:t> </a:t>
            </a:r>
            <a:r>
              <a:rPr lang="da-DK" dirty="0" err="1"/>
              <a:t>we</a:t>
            </a:r>
            <a:r>
              <a:rPr lang="da-DK" dirty="0"/>
              <a:t> </a:t>
            </a:r>
            <a:r>
              <a:rPr lang="da-DK" dirty="0" err="1"/>
              <a:t>solve</a:t>
            </a:r>
            <a:r>
              <a:rPr lang="da-DK" dirty="0"/>
              <a:t> it?</a:t>
            </a:r>
          </a:p>
          <a:p>
            <a:endParaRPr lang="da-DK" dirty="0"/>
          </a:p>
          <a:p>
            <a:r>
              <a:rPr lang="da-DK" dirty="0"/>
              <a:t>How </a:t>
            </a:r>
            <a:r>
              <a:rPr lang="da-DK" dirty="0" err="1"/>
              <a:t>does</a:t>
            </a:r>
            <a:r>
              <a:rPr lang="da-DK" dirty="0"/>
              <a:t> the output look?</a:t>
            </a:r>
          </a:p>
          <a:p>
            <a:endParaRPr lang="da-DK" dirty="0"/>
          </a:p>
          <a:p>
            <a:r>
              <a:rPr lang="da-DK" dirty="0" err="1"/>
              <a:t>What</a:t>
            </a:r>
            <a:r>
              <a:rPr lang="da-DK" dirty="0"/>
              <a:t> </a:t>
            </a:r>
            <a:r>
              <a:rPr lang="da-DK" dirty="0" err="1"/>
              <a:t>assumptions</a:t>
            </a:r>
            <a:r>
              <a:rPr lang="da-DK" dirty="0"/>
              <a:t> </a:t>
            </a:r>
            <a:r>
              <a:rPr lang="da-DK" dirty="0" err="1"/>
              <a:t>can</a:t>
            </a:r>
            <a:r>
              <a:rPr lang="da-DK" dirty="0"/>
              <a:t> </a:t>
            </a:r>
            <a:r>
              <a:rPr lang="da-DK" dirty="0" err="1"/>
              <a:t>be</a:t>
            </a:r>
            <a:r>
              <a:rPr lang="da-DK" dirty="0"/>
              <a:t> made?</a:t>
            </a:r>
          </a:p>
          <a:p>
            <a:endParaRPr lang="da-DK" dirty="0"/>
          </a:p>
          <a:p>
            <a:r>
              <a:rPr lang="da-DK" dirty="0"/>
              <a:t>How </a:t>
            </a:r>
            <a:r>
              <a:rPr lang="da-DK" dirty="0" err="1"/>
              <a:t>much</a:t>
            </a:r>
            <a:r>
              <a:rPr lang="da-DK" dirty="0"/>
              <a:t> </a:t>
            </a:r>
            <a:r>
              <a:rPr lang="da-DK" dirty="0" err="1"/>
              <a:t>can</a:t>
            </a:r>
            <a:r>
              <a:rPr lang="da-DK" dirty="0"/>
              <a:t> </a:t>
            </a:r>
            <a:r>
              <a:rPr lang="da-DK" dirty="0" err="1"/>
              <a:t>we</a:t>
            </a:r>
            <a:r>
              <a:rPr lang="da-DK" dirty="0"/>
              <a:t> trust it?</a:t>
            </a:r>
          </a:p>
          <a:p>
            <a:endParaRPr lang="da-DK" dirty="0"/>
          </a:p>
          <a:p>
            <a:r>
              <a:rPr lang="da-DK" dirty="0"/>
              <a:t>Can </a:t>
            </a:r>
            <a:r>
              <a:rPr lang="da-DK" dirty="0" err="1"/>
              <a:t>we</a:t>
            </a:r>
            <a:r>
              <a:rPr lang="da-DK" dirty="0"/>
              <a:t> </a:t>
            </a:r>
            <a:r>
              <a:rPr lang="da-DK" dirty="0" err="1"/>
              <a:t>use</a:t>
            </a:r>
            <a:r>
              <a:rPr lang="da-DK" dirty="0"/>
              <a:t> it to understand </a:t>
            </a:r>
            <a:r>
              <a:rPr lang="da-DK" dirty="0" err="1"/>
              <a:t>underlying</a:t>
            </a:r>
            <a:r>
              <a:rPr lang="da-DK" dirty="0"/>
              <a:t> </a:t>
            </a:r>
            <a:r>
              <a:rPr lang="da-DK" dirty="0" err="1"/>
              <a:t>mechanisms</a:t>
            </a:r>
            <a:r>
              <a:rPr lang="da-DK" dirty="0"/>
              <a:t>?</a:t>
            </a: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9FE3FF20-9890-4FEB-683B-3B578D13F14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 dirty="0" err="1"/>
              <a:t>Why</a:t>
            </a:r>
            <a:r>
              <a:rPr lang="da-DK" dirty="0"/>
              <a:t> do </a:t>
            </a:r>
            <a:r>
              <a:rPr lang="da-DK" dirty="0" err="1"/>
              <a:t>we</a:t>
            </a:r>
            <a:r>
              <a:rPr lang="da-DK" dirty="0"/>
              <a:t> </a:t>
            </a:r>
            <a:r>
              <a:rPr lang="da-DK" dirty="0" err="1"/>
              <a:t>need</a:t>
            </a:r>
            <a:r>
              <a:rPr lang="da-DK" dirty="0"/>
              <a:t> to </a:t>
            </a:r>
            <a:r>
              <a:rPr lang="da-DK" dirty="0" err="1"/>
              <a:t>classify</a:t>
            </a:r>
            <a:r>
              <a:rPr lang="da-DK" dirty="0"/>
              <a:t> models?</a:t>
            </a:r>
          </a:p>
        </p:txBody>
      </p:sp>
    </p:spTree>
    <p:extLst>
      <p:ext uri="{BB962C8B-B14F-4D97-AF65-F5344CB8AC3E}">
        <p14:creationId xmlns:p14="http://schemas.microsoft.com/office/powerpoint/2010/main" val="212617226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0EBC35-C1BE-2868-2D66-5EEBCE19307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 dirty="0" err="1"/>
              <a:t>Examples</a:t>
            </a:r>
            <a:r>
              <a:rPr lang="da-DK" dirty="0"/>
              <a:t> of model </a:t>
            </a:r>
            <a:r>
              <a:rPr lang="da-DK" dirty="0" err="1"/>
              <a:t>descriptions</a:t>
            </a:r>
            <a:r>
              <a:rPr lang="da-DK" dirty="0"/>
              <a:t> in </a:t>
            </a:r>
            <a:r>
              <a:rPr lang="da-DK" dirty="0" err="1"/>
              <a:t>litterature</a:t>
            </a:r>
            <a:endParaRPr lang="da-DK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3146CEA8-FF08-A6B0-712A-44EC3C2C5D2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20832433">
            <a:off x="526660" y="2094570"/>
            <a:ext cx="5344271" cy="504895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9645AA60-4582-7FAF-AFFC-6A357530BE1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376849">
            <a:off x="5671261" y="2475399"/>
            <a:ext cx="5677692" cy="400106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CA57C253-5946-50AB-9E29-9FF788B1FCF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781476" y="3219421"/>
            <a:ext cx="6296904" cy="209579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AC0B40D0-4B95-88BB-965E-E0044D32739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 rot="460740">
            <a:off x="4917400" y="3973910"/>
            <a:ext cx="6058746" cy="219106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DA3688AB-95C4-6AE8-D588-5BEF42FD1E15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 rot="209663">
            <a:off x="539956" y="4005563"/>
            <a:ext cx="6287377" cy="285790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24ED897E-2211-7044-B460-A17D85F39EAC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211651" y="4911799"/>
            <a:ext cx="9297698" cy="314369"/>
          </a:xfrm>
          <a:prstGeom prst="rect">
            <a:avLst/>
          </a:prstGeom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8">
            <p14:nvContentPartPr>
              <p14:cNvPr id="18" name="Ink 17">
                <a:extLst>
                  <a:ext uri="{FF2B5EF4-FFF2-40B4-BE49-F238E27FC236}">
                    <a16:creationId xmlns:a16="http://schemas.microsoft.com/office/drawing/2014/main" id="{AF43FD09-E65F-69F6-29E0-39FABD8A7134}"/>
                  </a:ext>
                </a:extLst>
              </p14:cNvPr>
              <p14:cNvContentPartPr/>
              <p14:nvPr/>
            </p14:nvContentPartPr>
            <p14:xfrm>
              <a:off x="2185825" y="2297956"/>
              <a:ext cx="1206360" cy="277560"/>
            </p14:xfrm>
          </p:contentPart>
        </mc:Choice>
        <mc:Fallback xmlns="">
          <p:pic>
            <p:nvPicPr>
              <p:cNvPr id="18" name="Ink 17">
                <a:extLst>
                  <a:ext uri="{FF2B5EF4-FFF2-40B4-BE49-F238E27FC236}">
                    <a16:creationId xmlns:a16="http://schemas.microsoft.com/office/drawing/2014/main" id="{AF43FD09-E65F-69F6-29E0-39FABD8A7134}"/>
                  </a:ext>
                </a:extLst>
              </p:cNvPr>
              <p:cNvPicPr/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2177185" y="2289316"/>
                <a:ext cx="1224000" cy="295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0">
            <p14:nvContentPartPr>
              <p14:cNvPr id="19" name="Ink 18">
                <a:extLst>
                  <a:ext uri="{FF2B5EF4-FFF2-40B4-BE49-F238E27FC236}">
                    <a16:creationId xmlns:a16="http://schemas.microsoft.com/office/drawing/2014/main" id="{9B7B8861-7C02-A34C-E072-6416A8FC6B31}"/>
                  </a:ext>
                </a:extLst>
              </p14:cNvPr>
              <p14:cNvContentPartPr/>
              <p14:nvPr/>
            </p14:nvContentPartPr>
            <p14:xfrm>
              <a:off x="10209865" y="2845516"/>
              <a:ext cx="1080000" cy="158040"/>
            </p14:xfrm>
          </p:contentPart>
        </mc:Choice>
        <mc:Fallback xmlns="">
          <p:pic>
            <p:nvPicPr>
              <p:cNvPr id="19" name="Ink 18">
                <a:extLst>
                  <a:ext uri="{FF2B5EF4-FFF2-40B4-BE49-F238E27FC236}">
                    <a16:creationId xmlns:a16="http://schemas.microsoft.com/office/drawing/2014/main" id="{9B7B8861-7C02-A34C-E072-6416A8FC6B31}"/>
                  </a:ext>
                </a:extLst>
              </p:cNvPr>
              <p:cNvPicPr/>
              <p:nvPr/>
            </p:nvPicPr>
            <p:blipFill>
              <a:blip r:embed="rId11"/>
              <a:stretch>
                <a:fillRect/>
              </a:stretch>
            </p:blipFill>
            <p:spPr>
              <a:xfrm>
                <a:off x="10200865" y="2836516"/>
                <a:ext cx="1097640" cy="1756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2">
            <p14:nvContentPartPr>
              <p14:cNvPr id="20" name="Ink 19">
                <a:extLst>
                  <a:ext uri="{FF2B5EF4-FFF2-40B4-BE49-F238E27FC236}">
                    <a16:creationId xmlns:a16="http://schemas.microsoft.com/office/drawing/2014/main" id="{CE27DE7E-0B84-6611-F788-6647DC294BC1}"/>
                  </a:ext>
                </a:extLst>
              </p14:cNvPr>
              <p14:cNvContentPartPr/>
              <p14:nvPr/>
            </p14:nvContentPartPr>
            <p14:xfrm>
              <a:off x="1869745" y="3458956"/>
              <a:ext cx="1079640" cy="10440"/>
            </p14:xfrm>
          </p:contentPart>
        </mc:Choice>
        <mc:Fallback xmlns="">
          <p:pic>
            <p:nvPicPr>
              <p:cNvPr id="20" name="Ink 19">
                <a:extLst>
                  <a:ext uri="{FF2B5EF4-FFF2-40B4-BE49-F238E27FC236}">
                    <a16:creationId xmlns:a16="http://schemas.microsoft.com/office/drawing/2014/main" id="{CE27DE7E-0B84-6611-F788-6647DC294BC1}"/>
                  </a:ext>
                </a:extLst>
              </p:cNvPr>
              <p:cNvPicPr/>
              <p:nvPr/>
            </p:nvPicPr>
            <p:blipFill>
              <a:blip r:embed="rId13"/>
              <a:stretch>
                <a:fillRect/>
              </a:stretch>
            </p:blipFill>
            <p:spPr>
              <a:xfrm>
                <a:off x="1861105" y="3450316"/>
                <a:ext cx="1097280" cy="28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4">
            <p14:nvContentPartPr>
              <p14:cNvPr id="21" name="Ink 20">
                <a:extLst>
                  <a:ext uri="{FF2B5EF4-FFF2-40B4-BE49-F238E27FC236}">
                    <a16:creationId xmlns:a16="http://schemas.microsoft.com/office/drawing/2014/main" id="{5175FABA-1579-2509-FAC1-BE8E0F05A7F7}"/>
                  </a:ext>
                </a:extLst>
              </p14:cNvPr>
              <p14:cNvContentPartPr/>
              <p14:nvPr/>
            </p14:nvContentPartPr>
            <p14:xfrm>
              <a:off x="6385225" y="3961516"/>
              <a:ext cx="1828800" cy="309960"/>
            </p14:xfrm>
          </p:contentPart>
        </mc:Choice>
        <mc:Fallback xmlns="">
          <p:pic>
            <p:nvPicPr>
              <p:cNvPr id="21" name="Ink 20">
                <a:extLst>
                  <a:ext uri="{FF2B5EF4-FFF2-40B4-BE49-F238E27FC236}">
                    <a16:creationId xmlns:a16="http://schemas.microsoft.com/office/drawing/2014/main" id="{5175FABA-1579-2509-FAC1-BE8E0F05A7F7}"/>
                  </a:ext>
                </a:extLst>
              </p:cNvPr>
              <p:cNvPicPr/>
              <p:nvPr/>
            </p:nvPicPr>
            <p:blipFill>
              <a:blip r:embed="rId15"/>
              <a:stretch>
                <a:fillRect/>
              </a:stretch>
            </p:blipFill>
            <p:spPr>
              <a:xfrm>
                <a:off x="6376225" y="3952516"/>
                <a:ext cx="1846440" cy="327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6">
            <p14:nvContentPartPr>
              <p14:cNvPr id="22" name="Ink 21">
                <a:extLst>
                  <a:ext uri="{FF2B5EF4-FFF2-40B4-BE49-F238E27FC236}">
                    <a16:creationId xmlns:a16="http://schemas.microsoft.com/office/drawing/2014/main" id="{5DAFF4DB-CB1F-8C38-6B0E-6CDAA0EDADD7}"/>
                  </a:ext>
                </a:extLst>
              </p14:cNvPr>
              <p14:cNvContentPartPr/>
              <p14:nvPr/>
            </p14:nvContentPartPr>
            <p14:xfrm>
              <a:off x="809905" y="4123876"/>
              <a:ext cx="1921320" cy="159120"/>
            </p14:xfrm>
          </p:contentPart>
        </mc:Choice>
        <mc:Fallback xmlns="">
          <p:pic>
            <p:nvPicPr>
              <p:cNvPr id="22" name="Ink 21">
                <a:extLst>
                  <a:ext uri="{FF2B5EF4-FFF2-40B4-BE49-F238E27FC236}">
                    <a16:creationId xmlns:a16="http://schemas.microsoft.com/office/drawing/2014/main" id="{5DAFF4DB-CB1F-8C38-6B0E-6CDAA0EDADD7}"/>
                  </a:ext>
                </a:extLst>
              </p:cNvPr>
              <p:cNvPicPr/>
              <p:nvPr/>
            </p:nvPicPr>
            <p:blipFill>
              <a:blip r:embed="rId17"/>
              <a:stretch>
                <a:fillRect/>
              </a:stretch>
            </p:blipFill>
            <p:spPr>
              <a:xfrm>
                <a:off x="800905" y="4114876"/>
                <a:ext cx="1938960" cy="1767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8">
            <p14:nvContentPartPr>
              <p14:cNvPr id="23" name="Ink 22">
                <a:extLst>
                  <a:ext uri="{FF2B5EF4-FFF2-40B4-BE49-F238E27FC236}">
                    <a16:creationId xmlns:a16="http://schemas.microsoft.com/office/drawing/2014/main" id="{DC195DF7-8A21-721E-2CA0-A5CCB250A467}"/>
                  </a:ext>
                </a:extLst>
              </p14:cNvPr>
              <p14:cNvContentPartPr/>
              <p14:nvPr/>
            </p14:nvContentPartPr>
            <p14:xfrm>
              <a:off x="2681905" y="5216836"/>
              <a:ext cx="1614960" cy="18720"/>
            </p14:xfrm>
          </p:contentPart>
        </mc:Choice>
        <mc:Fallback xmlns="">
          <p:pic>
            <p:nvPicPr>
              <p:cNvPr id="23" name="Ink 22">
                <a:extLst>
                  <a:ext uri="{FF2B5EF4-FFF2-40B4-BE49-F238E27FC236}">
                    <a16:creationId xmlns:a16="http://schemas.microsoft.com/office/drawing/2014/main" id="{DC195DF7-8A21-721E-2CA0-A5CCB250A467}"/>
                  </a:ext>
                </a:extLst>
              </p:cNvPr>
              <p:cNvPicPr/>
              <p:nvPr/>
            </p:nvPicPr>
            <p:blipFill>
              <a:blip r:embed="rId19"/>
              <a:stretch>
                <a:fillRect/>
              </a:stretch>
            </p:blipFill>
            <p:spPr>
              <a:xfrm>
                <a:off x="2673265" y="5207836"/>
                <a:ext cx="1632600" cy="3636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59367403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61FDE31-59A2-B136-75F4-2AF566BFB36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 dirty="0"/>
              <a:t>Stages in model </a:t>
            </a:r>
            <a:r>
              <a:rPr lang="da-DK" dirty="0" err="1"/>
              <a:t>development</a:t>
            </a:r>
            <a:endParaRPr lang="da-DK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9A941CF-6E25-1DE8-C509-A2F48F699CC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2046668" cy="504895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da-DK" sz="2000" dirty="0" err="1"/>
              <a:t>Conceptual</a:t>
            </a:r>
            <a:r>
              <a:rPr lang="da-DK" sz="2000" dirty="0"/>
              <a:t> 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BA639B96-8F58-F6D8-5FC0-4E4E3C1F3F4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8875" y="2663502"/>
            <a:ext cx="3839111" cy="2867425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B78819B4-D559-3B07-7EBF-87C4C9993A4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05314" y="3176552"/>
            <a:ext cx="1581371" cy="504895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914D5BD2-D572-E00A-14CC-EAD49F0130E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95891" y="3744083"/>
            <a:ext cx="2457793" cy="514422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2B286B5C-A255-AB4A-7997-7B9E7909020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039051" y="2153487"/>
            <a:ext cx="3314749" cy="3377440"/>
          </a:xfrm>
          <a:prstGeom prst="rect">
            <a:avLst/>
          </a:prstGeom>
        </p:spPr>
      </p:pic>
      <p:sp>
        <p:nvSpPr>
          <p:cNvPr id="12" name="Content Placeholder 2">
            <a:extLst>
              <a:ext uri="{FF2B5EF4-FFF2-40B4-BE49-F238E27FC236}">
                <a16:creationId xmlns:a16="http://schemas.microsoft.com/office/drawing/2014/main" id="{F09DF5A5-D767-E554-F945-D232AC68711A}"/>
              </a:ext>
            </a:extLst>
          </p:cNvPr>
          <p:cNvSpPr txBox="1">
            <a:spLocks/>
          </p:cNvSpPr>
          <p:nvPr/>
        </p:nvSpPr>
        <p:spPr>
          <a:xfrm>
            <a:off x="4383207" y="1825625"/>
            <a:ext cx="2616022" cy="504895"/>
          </a:xfrm>
          <a:prstGeom prst="rect">
            <a:avLst/>
          </a:prstGeom>
        </p:spPr>
        <p:txBody>
          <a:bodyPr vert="horz" lIns="91440" tIns="45720" rIns="91440" bIns="45720" rtlCol="0">
            <a:normAutofit fontScale="70000" lnSpcReduction="2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da-DK" dirty="0"/>
              <a:t>Mathematical model</a:t>
            </a:r>
          </a:p>
        </p:txBody>
      </p:sp>
      <p:sp>
        <p:nvSpPr>
          <p:cNvPr id="14" name="Content Placeholder 2">
            <a:extLst>
              <a:ext uri="{FF2B5EF4-FFF2-40B4-BE49-F238E27FC236}">
                <a16:creationId xmlns:a16="http://schemas.microsoft.com/office/drawing/2014/main" id="{38682FDA-C5D9-03EA-5CFC-E0DC9354BC68}"/>
              </a:ext>
            </a:extLst>
          </p:cNvPr>
          <p:cNvSpPr txBox="1">
            <a:spLocks/>
          </p:cNvSpPr>
          <p:nvPr/>
        </p:nvSpPr>
        <p:spPr>
          <a:xfrm>
            <a:off x="8627011" y="1690688"/>
            <a:ext cx="2616022" cy="50489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da-DK" sz="2000" dirty="0"/>
              <a:t>Computer model</a:t>
            </a:r>
          </a:p>
        </p:txBody>
      </p: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C0BB19F4-BB5F-24EA-854A-56AB76B0F583}"/>
              </a:ext>
            </a:extLst>
          </p:cNvPr>
          <p:cNvCxnSpPr/>
          <p:nvPr/>
        </p:nvCxnSpPr>
        <p:spPr>
          <a:xfrm>
            <a:off x="1172308" y="6119446"/>
            <a:ext cx="9648092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7" name="TextBox 16">
            <a:extLst>
              <a:ext uri="{FF2B5EF4-FFF2-40B4-BE49-F238E27FC236}">
                <a16:creationId xmlns:a16="http://schemas.microsoft.com/office/drawing/2014/main" id="{1F2393C4-4EF8-CC60-1537-F95BDC2331CC}"/>
              </a:ext>
            </a:extLst>
          </p:cNvPr>
          <p:cNvSpPr txBox="1"/>
          <p:nvPr/>
        </p:nvSpPr>
        <p:spPr>
          <a:xfrm>
            <a:off x="4995891" y="6308209"/>
            <a:ext cx="216347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a-DK" dirty="0"/>
              <a:t>Model </a:t>
            </a:r>
            <a:r>
              <a:rPr lang="da-DK" dirty="0" err="1"/>
              <a:t>development</a:t>
            </a:r>
            <a:endParaRPr lang="da-DK" dirty="0"/>
          </a:p>
        </p:txBody>
      </p:sp>
    </p:spTree>
    <p:extLst>
      <p:ext uri="{BB962C8B-B14F-4D97-AF65-F5344CB8AC3E}">
        <p14:creationId xmlns:p14="http://schemas.microsoft.com/office/powerpoint/2010/main" val="384783845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9DA6F35E-E0E6-D26E-EF14-79C8F9642F7B}"/>
              </a:ext>
            </a:extLst>
          </p:cNvPr>
          <p:cNvSpPr txBox="1"/>
          <p:nvPr/>
        </p:nvSpPr>
        <p:spPr>
          <a:xfrm>
            <a:off x="1805548" y="329174"/>
            <a:ext cx="8383604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a-DK" sz="4400" dirty="0" err="1"/>
              <a:t>Linear</a:t>
            </a:r>
            <a:r>
              <a:rPr lang="da-DK" sz="4400" dirty="0"/>
              <a:t> </a:t>
            </a:r>
            <a:r>
              <a:rPr lang="da-DK" sz="4400" dirty="0" err="1"/>
              <a:t>vs</a:t>
            </a:r>
            <a:r>
              <a:rPr lang="da-DK" sz="4400" dirty="0"/>
              <a:t> nonlinear model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1" name="TextBox 30">
                <a:extLst>
                  <a:ext uri="{FF2B5EF4-FFF2-40B4-BE49-F238E27FC236}">
                    <a16:creationId xmlns:a16="http://schemas.microsoft.com/office/drawing/2014/main" id="{64CB5282-12BB-BA18-5CF2-1BACA9A03FD2}"/>
                  </a:ext>
                </a:extLst>
              </p:cNvPr>
              <p:cNvSpPr txBox="1"/>
              <p:nvPr/>
            </p:nvSpPr>
            <p:spPr>
              <a:xfrm>
                <a:off x="7910703" y="2592605"/>
                <a:ext cx="2612586" cy="302146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da-DK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𝑦</m:t>
                    </m:r>
                    <m:r>
                      <a:rPr lang="da-DK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=2</m:t>
                    </m:r>
                    <m:r>
                      <a:rPr lang="da-DK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𝑥</m:t>
                    </m:r>
                    <m:r>
                      <a:rPr lang="da-DK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+5</m:t>
                    </m:r>
                  </m:oMath>
                </a14:m>
                <a:r>
                  <a:rPr lang="da-DK" b="0" i="1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	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>
                      <m:r>
                        <a:rPr lang="da-DK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𝑦</m:t>
                      </m:r>
                      <m:r>
                        <a:rPr lang="da-DK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da-DK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da-DK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𝑥</m:t>
                          </m:r>
                        </m:e>
                        <m:sup>
                          <m:r>
                            <a:rPr lang="da-DK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3</m:t>
                          </m:r>
                        </m:sup>
                      </m:sSup>
                      <m:r>
                        <a:rPr lang="da-DK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−</m:t>
                      </m:r>
                      <m:sSup>
                        <m:sSupPr>
                          <m:ctrlPr>
                            <a:rPr lang="da-DK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da-DK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𝑥</m:t>
                          </m:r>
                        </m:e>
                        <m:sup>
                          <m:r>
                            <a:rPr lang="da-DK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</m:oMath>
                  </m:oMathPara>
                </a14:m>
                <a:endParaRPr lang="da-DK" b="0" i="1" dirty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14:m>
                  <m:oMath xmlns:m="http://schemas.openxmlformats.org/officeDocument/2006/math">
                    <m:f>
                      <m:fPr>
                        <m:ctrlPr>
                          <a:rPr lang="da-DK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da-DK" i="1">
                            <a:latin typeface="Cambria Math" panose="02040503050406030204" pitchFamily="18" charset="0"/>
                          </a:rPr>
                          <m:t>𝑑𝑦</m:t>
                        </m:r>
                      </m:num>
                      <m:den>
                        <m:r>
                          <a:rPr lang="da-DK" i="1">
                            <a:latin typeface="Cambria Math" panose="02040503050406030204" pitchFamily="18" charset="0"/>
                          </a:rPr>
                          <m:t>𝑑𝑥</m:t>
                        </m:r>
                      </m:den>
                    </m:f>
                    <m:r>
                      <a:rPr lang="da-DK" i="1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da-DK" i="1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= sin(</a:t>
                </a:r>
                <a:r>
                  <a:rPr lang="da-DK" i="1" dirty="0" err="1">
                    <a:latin typeface="Cambria Math" panose="02040503050406030204" pitchFamily="18" charset="0"/>
                    <a:ea typeface="Cambria Math" panose="02040503050406030204" pitchFamily="18" charset="0"/>
                  </a:rPr>
                  <a:t>xy</a:t>
                </a:r>
                <a:r>
                  <a:rPr lang="da-DK" i="1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)</a:t>
                </a:r>
                <a:r>
                  <a:rPr lang="da-DK" b="0" i="1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	</a:t>
                </a:r>
                <a:endParaRPr lang="da-DK" dirty="0"/>
              </a:p>
              <a:p>
                <a14:m>
                  <m:oMath xmlns:m="http://schemas.openxmlformats.org/officeDocument/2006/math">
                    <m:f>
                      <m:fPr>
                        <m:ctrlPr>
                          <a:rPr lang="da-DK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da-DK" i="1" smtClean="0">
                            <a:latin typeface="Cambria Math" panose="02040503050406030204" pitchFamily="18" charset="0"/>
                          </a:rPr>
                          <m:t>𝑑𝑦</m:t>
                        </m:r>
                      </m:num>
                      <m:den>
                        <m:r>
                          <a:rPr lang="da-DK" i="1" smtClean="0">
                            <a:latin typeface="Cambria Math" panose="02040503050406030204" pitchFamily="18" charset="0"/>
                          </a:rPr>
                          <m:t>𝑑𝑥</m:t>
                        </m:r>
                      </m:den>
                    </m:f>
                    <m:r>
                      <a:rPr lang="da-DK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da-DK" b="0" i="1" smtClean="0">
                        <a:latin typeface="Cambria Math" panose="02040503050406030204" pitchFamily="18" charset="0"/>
                      </a:rPr>
                      <m:t>𝑦</m:t>
                    </m:r>
                    <m:sSup>
                      <m:sSupPr>
                        <m:ctrlPr>
                          <a:rPr lang="da-DK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da-DK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da-DK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da-DK" b="0" i="1" smtClean="0">
                        <a:latin typeface="Cambria Math" panose="02040503050406030204" pitchFamily="18" charset="0"/>
                      </a:rPr>
                      <m:t> −</m:t>
                    </m:r>
                    <m:r>
                      <a:rPr lang="da-DK" b="0" i="1" smtClean="0"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lang="da-DK" b="0" dirty="0"/>
                  <a:t>	</a:t>
                </a:r>
              </a:p>
              <a:p>
                <a14:m>
                  <m:oMath xmlns:m="http://schemas.openxmlformats.org/officeDocument/2006/math">
                    <m:f>
                      <m:fPr>
                        <m:ctrlPr>
                          <a:rPr lang="da-DK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da-DK" i="1" smtClean="0"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da-DK" b="0" i="1" smtClean="0"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da-DK" b="0" i="1" smtClean="0">
                            <a:latin typeface="Cambria Math" panose="02040503050406030204" pitchFamily="18" charset="0"/>
                          </a:rPr>
                          <m:t>𝑦</m:t>
                        </m:r>
                      </m:num>
                      <m:den>
                        <m:r>
                          <a:rPr lang="da-DK" i="1" smtClean="0">
                            <a:latin typeface="Cambria Math" panose="02040503050406030204" pitchFamily="18" charset="0"/>
                          </a:rPr>
                          <m:t>𝑑𝑥</m:t>
                        </m:r>
                        <m:r>
                          <a:rPr lang="da-DK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a:rPr lang="da-DK" b="0" i="1" smtClean="0"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da-DK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ctrlPr>
                              <a:rPr lang="da-DK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f>
                              <m:fPr>
                                <m:ctrlPr>
                                  <a:rPr lang="da-DK" b="0" i="1" smtClean="0"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da-DK" b="0" i="1" smtClean="0">
                                    <a:latin typeface="Cambria Math" panose="02040503050406030204" pitchFamily="18" charset="0"/>
                                  </a:rPr>
                                  <m:t>𝑑𝑦</m:t>
                                </m:r>
                              </m:num>
                              <m:den>
                                <m:r>
                                  <a:rPr lang="da-DK" b="0" i="1" smtClean="0">
                                    <a:latin typeface="Cambria Math" panose="02040503050406030204" pitchFamily="18" charset="0"/>
                                  </a:rPr>
                                  <m:t>𝑑𝑥</m:t>
                                </m:r>
                              </m:den>
                            </m:f>
                          </m:e>
                        </m:d>
                      </m:e>
                      <m:sup>
                        <m:r>
                          <a:rPr lang="da-DK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da-DK" b="0" i="1" smtClean="0">
                        <a:latin typeface="Cambria Math" panose="02040503050406030204" pitchFamily="18" charset="0"/>
                      </a:rPr>
                      <m:t>+</m:t>
                    </m:r>
                    <m:r>
                      <a:rPr lang="da-DK" b="0" i="1" smtClean="0"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lang="da-DK" dirty="0"/>
                  <a:t>	</a:t>
                </a:r>
              </a:p>
              <a:p>
                <a:r>
                  <a:rPr lang="da-DK" dirty="0"/>
                  <a:t>	</a:t>
                </a:r>
              </a:p>
              <a:p>
                <a:endParaRPr lang="da-DK" dirty="0"/>
              </a:p>
              <a:p>
                <a:endParaRPr lang="da-DK" dirty="0"/>
              </a:p>
              <a:p>
                <a:endParaRPr lang="da-DK" dirty="0"/>
              </a:p>
            </p:txBody>
          </p:sp>
        </mc:Choice>
        <mc:Fallback xmlns="">
          <p:sp>
            <p:nvSpPr>
              <p:cNvPr id="31" name="TextBox 30">
                <a:extLst>
                  <a:ext uri="{FF2B5EF4-FFF2-40B4-BE49-F238E27FC236}">
                    <a16:creationId xmlns:a16="http://schemas.microsoft.com/office/drawing/2014/main" id="{64CB5282-12BB-BA18-5CF2-1BACA9A03FD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910703" y="2592605"/>
                <a:ext cx="2612586" cy="3021468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da-DK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7" name="TextBox 36">
            <a:extLst>
              <a:ext uri="{FF2B5EF4-FFF2-40B4-BE49-F238E27FC236}">
                <a16:creationId xmlns:a16="http://schemas.microsoft.com/office/drawing/2014/main" id="{F03CBBAE-DD5A-72CB-128A-5D7C237BBD80}"/>
              </a:ext>
            </a:extLst>
          </p:cNvPr>
          <p:cNvSpPr txBox="1"/>
          <p:nvPr/>
        </p:nvSpPr>
        <p:spPr>
          <a:xfrm>
            <a:off x="1582986" y="2459504"/>
            <a:ext cx="4918298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a-DK" sz="2400" dirty="0"/>
              <a:t>The </a:t>
            </a:r>
            <a:r>
              <a:rPr lang="da-DK" sz="2400" b="1" u="sng" dirty="0"/>
              <a:t>dependent variable </a:t>
            </a:r>
            <a:r>
              <a:rPr lang="da-DK" sz="2400" dirty="0"/>
              <a:t>must:</a:t>
            </a:r>
          </a:p>
          <a:p>
            <a:pPr marL="457200" indent="-457200">
              <a:buAutoNum type="arabicPeriod"/>
            </a:pPr>
            <a:r>
              <a:rPr lang="da-DK" sz="2400" dirty="0" err="1"/>
              <a:t>appear</a:t>
            </a:r>
            <a:r>
              <a:rPr lang="da-DK" sz="2400" dirty="0"/>
              <a:t> in the </a:t>
            </a:r>
            <a:r>
              <a:rPr lang="da-DK" sz="2400" dirty="0" err="1"/>
              <a:t>first</a:t>
            </a:r>
            <a:r>
              <a:rPr lang="da-DK" sz="2400" dirty="0"/>
              <a:t> power (or </a:t>
            </a:r>
            <a:r>
              <a:rPr lang="da-DK" sz="2400" dirty="0" err="1"/>
              <a:t>zero</a:t>
            </a:r>
            <a:r>
              <a:rPr lang="da-DK" sz="2400" dirty="0"/>
              <a:t>)</a:t>
            </a:r>
          </a:p>
          <a:p>
            <a:pPr marL="457200" indent="-457200">
              <a:buAutoNum type="arabicPeriod"/>
            </a:pPr>
            <a:r>
              <a:rPr lang="da-DK" sz="2400" dirty="0"/>
              <a:t>Not </a:t>
            </a:r>
            <a:r>
              <a:rPr lang="da-DK" sz="2400" dirty="0" err="1"/>
              <a:t>be</a:t>
            </a:r>
            <a:r>
              <a:rPr lang="da-DK" sz="2400" dirty="0"/>
              <a:t> in a nonlinear </a:t>
            </a:r>
            <a:r>
              <a:rPr lang="da-DK" sz="2400" dirty="0" err="1"/>
              <a:t>function</a:t>
            </a:r>
            <a:r>
              <a:rPr lang="da-DK" sz="2400" dirty="0"/>
              <a:t> </a:t>
            </a:r>
          </a:p>
          <a:p>
            <a:pPr marL="457200" indent="-457200">
              <a:buAutoNum type="arabicPeriod"/>
            </a:pPr>
            <a:r>
              <a:rPr lang="da-DK" sz="2400" dirty="0"/>
              <a:t>Not </a:t>
            </a:r>
            <a:r>
              <a:rPr lang="da-DK" sz="2400" dirty="0" err="1"/>
              <a:t>be</a:t>
            </a:r>
            <a:r>
              <a:rPr lang="da-DK" sz="2400" dirty="0"/>
              <a:t> </a:t>
            </a:r>
            <a:r>
              <a:rPr lang="da-DK" sz="2400" dirty="0" err="1"/>
              <a:t>multiplied</a:t>
            </a:r>
            <a:r>
              <a:rPr lang="da-DK" sz="2400" dirty="0"/>
              <a:t>/</a:t>
            </a:r>
            <a:r>
              <a:rPr lang="da-DK" sz="2400" dirty="0" err="1"/>
              <a:t>divided</a:t>
            </a:r>
            <a:r>
              <a:rPr lang="da-DK" sz="2400" dirty="0"/>
              <a:t> with </a:t>
            </a:r>
            <a:r>
              <a:rPr lang="da-DK" sz="2400" dirty="0" err="1"/>
              <a:t>other</a:t>
            </a:r>
            <a:r>
              <a:rPr lang="da-DK" sz="2400" dirty="0"/>
              <a:t> dependent variables</a:t>
            </a:r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97B24C17-8449-0809-59DC-62E46EB1AC1E}"/>
              </a:ext>
            </a:extLst>
          </p:cNvPr>
          <p:cNvGrpSpPr/>
          <p:nvPr/>
        </p:nvGrpSpPr>
        <p:grpSpPr>
          <a:xfrm>
            <a:off x="7677149" y="3167586"/>
            <a:ext cx="3878726" cy="1463226"/>
            <a:chOff x="7677149" y="3167586"/>
            <a:chExt cx="3878726" cy="1463226"/>
          </a:xfrm>
        </p:grpSpPr>
        <p:sp>
          <p:nvSpPr>
            <p:cNvPr id="2" name="Oval 1">
              <a:extLst>
                <a:ext uri="{FF2B5EF4-FFF2-40B4-BE49-F238E27FC236}">
                  <a16:creationId xmlns:a16="http://schemas.microsoft.com/office/drawing/2014/main" id="{0A420A93-6D5D-FD3A-ABB7-E9F6FB9F5048}"/>
                </a:ext>
              </a:extLst>
            </p:cNvPr>
            <p:cNvSpPr/>
            <p:nvPr/>
          </p:nvSpPr>
          <p:spPr>
            <a:xfrm>
              <a:off x="7677149" y="4002162"/>
              <a:ext cx="2162175" cy="628650"/>
            </a:xfrm>
            <a:prstGeom prst="ellipse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a-DK"/>
            </a:p>
          </p:txBody>
        </p:sp>
        <p:sp>
          <p:nvSpPr>
            <p:cNvPr id="5" name="TextBox 4">
              <a:extLst>
                <a:ext uri="{FF2B5EF4-FFF2-40B4-BE49-F238E27FC236}">
                  <a16:creationId xmlns:a16="http://schemas.microsoft.com/office/drawing/2014/main" id="{4C6DE258-F911-D978-3690-1124535306E3}"/>
                </a:ext>
              </a:extLst>
            </p:cNvPr>
            <p:cNvSpPr txBox="1"/>
            <p:nvPr/>
          </p:nvSpPr>
          <p:spPr>
            <a:xfrm>
              <a:off x="10391774" y="4211712"/>
              <a:ext cx="1164101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da-DK" dirty="0"/>
                <a:t>Nonlinear</a:t>
              </a:r>
            </a:p>
          </p:txBody>
        </p:sp>
        <p:cxnSp>
          <p:nvCxnSpPr>
            <p:cNvPr id="7" name="Straight Arrow Connector 6">
              <a:extLst>
                <a:ext uri="{FF2B5EF4-FFF2-40B4-BE49-F238E27FC236}">
                  <a16:creationId xmlns:a16="http://schemas.microsoft.com/office/drawing/2014/main" id="{F70FC931-A37A-4126-C07D-352E5AC872B0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9839324" y="4316487"/>
              <a:ext cx="438150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3" name="Oval 2">
              <a:extLst>
                <a:ext uri="{FF2B5EF4-FFF2-40B4-BE49-F238E27FC236}">
                  <a16:creationId xmlns:a16="http://schemas.microsoft.com/office/drawing/2014/main" id="{FAF501BE-7BF2-6C4C-F5BF-C8BF4847EE87}"/>
                </a:ext>
              </a:extLst>
            </p:cNvPr>
            <p:cNvSpPr/>
            <p:nvPr/>
          </p:nvSpPr>
          <p:spPr>
            <a:xfrm>
              <a:off x="7677149" y="3167586"/>
              <a:ext cx="1908977" cy="479966"/>
            </a:xfrm>
            <a:prstGeom prst="ellipse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a-DK"/>
            </a:p>
          </p:txBody>
        </p:sp>
        <p:cxnSp>
          <p:nvCxnSpPr>
            <p:cNvPr id="9" name="Straight Arrow Connector 8">
              <a:extLst>
                <a:ext uri="{FF2B5EF4-FFF2-40B4-BE49-F238E27FC236}">
                  <a16:creationId xmlns:a16="http://schemas.microsoft.com/office/drawing/2014/main" id="{A3CCE2C2-0DAB-8FC4-7D01-D7913280E447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9586126" y="3647552"/>
              <a:ext cx="805648" cy="564160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pic>
        <p:nvPicPr>
          <p:cNvPr id="8" name="Picture 7">
            <a:extLst>
              <a:ext uri="{FF2B5EF4-FFF2-40B4-BE49-F238E27FC236}">
                <a16:creationId xmlns:a16="http://schemas.microsoft.com/office/drawing/2014/main" id="{AF0BB0F1-1C2B-79A0-52C0-ED61F065159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169053" y="5116477"/>
            <a:ext cx="3841320" cy="10122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0404046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80CCC1C-3A5F-4557-6D4D-90891ED04AF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 dirty="0" err="1"/>
              <a:t>Steady-state</a:t>
            </a:r>
            <a:r>
              <a:rPr lang="da-DK" dirty="0"/>
              <a:t> versus transient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01BFC20B-1E6D-FCE8-510F-22CB4CCC8923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marL="0" indent="0">
                  <a:buNone/>
                </a:pPr>
                <a:r>
                  <a:rPr lang="da-DK" dirty="0"/>
                  <a:t>Transient/</a:t>
                </a:r>
                <a:r>
                  <a:rPr lang="da-DK" dirty="0" err="1"/>
                  <a:t>dynamic</a:t>
                </a:r>
                <a:r>
                  <a:rPr lang="da-DK" dirty="0"/>
                  <a:t>/non-</a:t>
                </a:r>
                <a:r>
                  <a:rPr lang="da-DK" dirty="0" err="1"/>
                  <a:t>steady</a:t>
                </a:r>
                <a:r>
                  <a:rPr lang="da-DK" dirty="0"/>
                  <a:t>-</a:t>
                </a:r>
                <a:r>
                  <a:rPr lang="da-DK" dirty="0" err="1"/>
                  <a:t>state</a:t>
                </a:r>
                <a:endParaRPr lang="da-DK" dirty="0"/>
              </a:p>
              <a:p>
                <a:pPr marL="0" indent="0">
                  <a:buNone/>
                </a:pPr>
                <a:r>
                  <a:rPr lang="da-DK" dirty="0"/>
                  <a:t>The dependent variable </a:t>
                </a:r>
                <a:r>
                  <a:rPr lang="da-DK" dirty="0" err="1"/>
                  <a:t>changes</a:t>
                </a:r>
                <a:r>
                  <a:rPr lang="da-DK" dirty="0"/>
                  <a:t> with </a:t>
                </a:r>
                <a:r>
                  <a:rPr lang="da-DK" u="sng" dirty="0"/>
                  <a:t>time</a:t>
                </a:r>
              </a:p>
              <a:p>
                <a:pPr marL="0" indent="0">
                  <a:buNone/>
                </a:pPr>
                <a:endParaRPr lang="da-DK" dirty="0"/>
              </a:p>
              <a:p>
                <a:pPr marL="0" indent="0">
                  <a:buNone/>
                </a:pPr>
                <a:r>
                  <a:rPr lang="da-DK" sz="1500" dirty="0"/>
                  <a:t>Batch </a:t>
                </a:r>
                <a:r>
                  <a:rPr lang="da-DK" sz="1500" dirty="0" err="1"/>
                  <a:t>reactor</a:t>
                </a:r>
                <a:r>
                  <a:rPr lang="da-DK" sz="1500" dirty="0"/>
                  <a:t> (</a:t>
                </a:r>
                <a:r>
                  <a:rPr lang="da-DK" sz="1500" dirty="0" err="1"/>
                  <a:t>first</a:t>
                </a:r>
                <a:r>
                  <a:rPr lang="da-DK" sz="1500" dirty="0"/>
                  <a:t> </a:t>
                </a:r>
                <a:r>
                  <a:rPr lang="da-DK" sz="1500" dirty="0" err="1"/>
                  <a:t>order</a:t>
                </a:r>
                <a:r>
                  <a:rPr lang="da-DK" sz="1500" dirty="0"/>
                  <a:t> </a:t>
                </a:r>
                <a:r>
                  <a:rPr lang="da-DK" sz="1500" dirty="0" err="1"/>
                  <a:t>reaction</a:t>
                </a:r>
                <a:r>
                  <a:rPr lang="da-DK" sz="1500" dirty="0"/>
                  <a:t>) 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da-DK" sz="1500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da-DK" sz="1500" b="0" i="1" smtClean="0">
                            <a:latin typeface="Cambria Math" panose="02040503050406030204" pitchFamily="18" charset="0"/>
                          </a:rPr>
                          <m:t>𝑑𝐶</m:t>
                        </m:r>
                      </m:num>
                      <m:den>
                        <m:r>
                          <a:rPr lang="da-DK" sz="1500" b="0" i="1" smtClean="0">
                            <a:latin typeface="Cambria Math" panose="02040503050406030204" pitchFamily="18" charset="0"/>
                          </a:rPr>
                          <m:t>𝑑𝑡</m:t>
                        </m:r>
                      </m:den>
                    </m:f>
                    <m:r>
                      <a:rPr lang="da-DK" sz="1500" b="0" i="1" smtClean="0">
                        <a:latin typeface="Cambria Math" panose="02040503050406030204" pitchFamily="18" charset="0"/>
                      </a:rPr>
                      <m:t>=−</m:t>
                    </m:r>
                    <m:r>
                      <a:rPr lang="da-DK" sz="1500" b="0" i="1" smtClean="0">
                        <a:latin typeface="Cambria Math" panose="02040503050406030204" pitchFamily="18" charset="0"/>
                      </a:rPr>
                      <m:t>𝑘𝐶</m:t>
                    </m:r>
                  </m:oMath>
                </a14:m>
                <a:r>
                  <a:rPr lang="da-DK" sz="1500" dirty="0"/>
                  <a:t>		             CSTR (</a:t>
                </a:r>
                <a:r>
                  <a:rPr lang="da-DK" sz="1500" dirty="0" err="1"/>
                  <a:t>first</a:t>
                </a:r>
                <a:r>
                  <a:rPr lang="da-DK" sz="1500" dirty="0"/>
                  <a:t> </a:t>
                </a:r>
                <a:r>
                  <a:rPr lang="da-DK" sz="1500" dirty="0" err="1"/>
                  <a:t>order</a:t>
                </a:r>
                <a:r>
                  <a:rPr lang="da-DK" sz="1500" dirty="0"/>
                  <a:t> </a:t>
                </a:r>
                <a:r>
                  <a:rPr lang="da-DK" sz="1500" dirty="0" err="1"/>
                  <a:t>reaction</a:t>
                </a:r>
                <a:r>
                  <a:rPr lang="da-DK" sz="1500" dirty="0"/>
                  <a:t>) 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da-DK" sz="15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da-DK" sz="1500" i="1">
                            <a:latin typeface="Cambria Math" panose="02040503050406030204" pitchFamily="18" charset="0"/>
                          </a:rPr>
                          <m:t>𝑑𝐶</m:t>
                        </m:r>
                      </m:num>
                      <m:den>
                        <m:r>
                          <a:rPr lang="da-DK" sz="1500" i="1">
                            <a:latin typeface="Cambria Math" panose="02040503050406030204" pitchFamily="18" charset="0"/>
                          </a:rPr>
                          <m:t>𝑑𝑡</m:t>
                        </m:r>
                      </m:den>
                    </m:f>
                    <m:r>
                      <a:rPr lang="da-DK" sz="1500" i="1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da-DK" sz="1500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da-DK" sz="1500" b="0" i="1" smtClean="0">
                            <a:latin typeface="Cambria Math" panose="02040503050406030204" pitchFamily="18" charset="0"/>
                          </a:rPr>
                          <m:t>𝑄</m:t>
                        </m:r>
                      </m:num>
                      <m:den>
                        <m:r>
                          <a:rPr lang="da-DK" sz="1500" b="0" i="1" smtClean="0">
                            <a:latin typeface="Cambria Math" panose="02040503050406030204" pitchFamily="18" charset="0"/>
                          </a:rPr>
                          <m:t>𝑉</m:t>
                        </m:r>
                      </m:den>
                    </m:f>
                    <m:d>
                      <m:dPr>
                        <m:ctrlPr>
                          <a:rPr lang="da-DK" sz="15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da-DK" sz="15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da-DK" sz="1500" b="0" i="1" smtClean="0">
                                <a:latin typeface="Cambria Math" panose="02040503050406030204" pitchFamily="18" charset="0"/>
                              </a:rPr>
                              <m:t>𝐶</m:t>
                            </m:r>
                          </m:e>
                          <m:sub>
                            <m:r>
                              <a:rPr lang="da-DK" sz="1500" b="0" i="1" smtClean="0">
                                <a:latin typeface="Cambria Math" panose="02040503050406030204" pitchFamily="18" charset="0"/>
                              </a:rPr>
                              <m:t>𝑖𝑛</m:t>
                            </m:r>
                          </m:sub>
                        </m:sSub>
                        <m:r>
                          <a:rPr lang="da-DK" sz="1500" b="0" i="1" smtClean="0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da-DK" sz="1500" b="0" i="1" smtClean="0"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</m:d>
                    <m:r>
                      <a:rPr lang="da-DK" sz="1500" b="0" i="1" smtClean="0">
                        <a:latin typeface="Cambria Math" panose="02040503050406030204" pitchFamily="18" charset="0"/>
                      </a:rPr>
                      <m:t>−</m:t>
                    </m:r>
                    <m:r>
                      <a:rPr lang="da-DK" sz="1500" b="0" i="1" smtClean="0">
                        <a:latin typeface="Cambria Math" panose="02040503050406030204" pitchFamily="18" charset="0"/>
                      </a:rPr>
                      <m:t>𝑘𝐶</m:t>
                    </m:r>
                  </m:oMath>
                </a14:m>
                <a:endParaRPr lang="da-DK" sz="1500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01BFC20B-1E6D-FCE8-510F-22CB4CCC8923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3"/>
                <a:stretch>
                  <a:fillRect l="-1217" t="-2381"/>
                </a:stretch>
              </a:blipFill>
            </p:spPr>
            <p:txBody>
              <a:bodyPr/>
              <a:lstStyle/>
              <a:p>
                <a:r>
                  <a:rPr lang="da-DK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5" name="Picture 4">
            <a:extLst>
              <a:ext uri="{FF2B5EF4-FFF2-40B4-BE49-F238E27FC236}">
                <a16:creationId xmlns:a16="http://schemas.microsoft.com/office/drawing/2014/main" id="{E40855D5-A8DC-8305-74DA-C2AA9200B22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31547" y="3926933"/>
            <a:ext cx="3635139" cy="2634509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180F92CA-A260-1252-1012-B83FC2D34AD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35279" y="3864884"/>
            <a:ext cx="3605715" cy="2610214"/>
          </a:xfrm>
          <a:prstGeom prst="rect">
            <a:avLst/>
          </a:prstGeom>
        </p:spPr>
      </p:pic>
      <p:grpSp>
        <p:nvGrpSpPr>
          <p:cNvPr id="17" name="Group 16">
            <a:extLst>
              <a:ext uri="{FF2B5EF4-FFF2-40B4-BE49-F238E27FC236}">
                <a16:creationId xmlns:a16="http://schemas.microsoft.com/office/drawing/2014/main" id="{07E7AB39-D5FF-923E-F889-453F516278F5}"/>
              </a:ext>
            </a:extLst>
          </p:cNvPr>
          <p:cNvGrpSpPr/>
          <p:nvPr/>
        </p:nvGrpSpPr>
        <p:grpSpPr>
          <a:xfrm>
            <a:off x="2318394" y="4524916"/>
            <a:ext cx="1531800" cy="249840"/>
            <a:chOff x="9344425" y="1843276"/>
            <a:chExt cx="1531800" cy="2498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6">
              <p14:nvContentPartPr>
                <p14:cNvPr id="8" name="Ink 7">
                  <a:extLst>
                    <a:ext uri="{FF2B5EF4-FFF2-40B4-BE49-F238E27FC236}">
                      <a16:creationId xmlns:a16="http://schemas.microsoft.com/office/drawing/2014/main" id="{ED2E4DCA-1B77-4B51-7E00-1E9FB90E648C}"/>
                    </a:ext>
                  </a:extLst>
                </p14:cNvPr>
                <p14:cNvContentPartPr/>
                <p14:nvPr/>
              </p14:nvContentPartPr>
              <p14:xfrm>
                <a:off x="9451345" y="1843276"/>
                <a:ext cx="138960" cy="228960"/>
              </p14:xfrm>
            </p:contentPart>
          </mc:Choice>
          <mc:Fallback xmlns="">
            <p:pic>
              <p:nvPicPr>
                <p:cNvPr id="8" name="Ink 7">
                  <a:extLst>
                    <a:ext uri="{FF2B5EF4-FFF2-40B4-BE49-F238E27FC236}">
                      <a16:creationId xmlns:a16="http://schemas.microsoft.com/office/drawing/2014/main" id="{ED2E4DCA-1B77-4B51-7E00-1E9FB90E648C}"/>
                    </a:ext>
                  </a:extLst>
                </p:cNvPr>
                <p:cNvPicPr/>
                <p:nvPr/>
              </p:nvPicPr>
              <p:blipFill>
                <a:blip r:embed="rId7"/>
                <a:stretch>
                  <a:fillRect/>
                </a:stretch>
              </p:blipFill>
              <p:spPr>
                <a:xfrm>
                  <a:off x="9442345" y="1834276"/>
                  <a:ext cx="156600" cy="246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">
              <p14:nvContentPartPr>
                <p14:cNvPr id="9" name="Ink 8">
                  <a:extLst>
                    <a:ext uri="{FF2B5EF4-FFF2-40B4-BE49-F238E27FC236}">
                      <a16:creationId xmlns:a16="http://schemas.microsoft.com/office/drawing/2014/main" id="{6AE6D484-7CC0-C2D4-9DE9-8F3896B92AB1}"/>
                    </a:ext>
                  </a:extLst>
                </p14:cNvPr>
                <p14:cNvContentPartPr/>
                <p14:nvPr/>
              </p14:nvContentPartPr>
              <p14:xfrm>
                <a:off x="9344425" y="1995196"/>
                <a:ext cx="175320" cy="41040"/>
              </p14:xfrm>
            </p:contentPart>
          </mc:Choice>
          <mc:Fallback xmlns="">
            <p:pic>
              <p:nvPicPr>
                <p:cNvPr id="9" name="Ink 8">
                  <a:extLst>
                    <a:ext uri="{FF2B5EF4-FFF2-40B4-BE49-F238E27FC236}">
                      <a16:creationId xmlns:a16="http://schemas.microsoft.com/office/drawing/2014/main" id="{6AE6D484-7CC0-C2D4-9DE9-8F3896B92AB1}"/>
                    </a:ext>
                  </a:extLst>
                </p:cNvPr>
                <p:cNvPicPr/>
                <p:nvPr/>
              </p:nvPicPr>
              <p:blipFill>
                <a:blip r:embed="rId9"/>
                <a:stretch>
                  <a:fillRect/>
                </a:stretch>
              </p:blipFill>
              <p:spPr>
                <a:xfrm>
                  <a:off x="9335425" y="1986556"/>
                  <a:ext cx="192960" cy="58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">
              <p14:nvContentPartPr>
                <p14:cNvPr id="10" name="Ink 9">
                  <a:extLst>
                    <a:ext uri="{FF2B5EF4-FFF2-40B4-BE49-F238E27FC236}">
                      <a16:creationId xmlns:a16="http://schemas.microsoft.com/office/drawing/2014/main" id="{8D5850D5-4D06-8D3B-07B5-6B8E00C24B50}"/>
                    </a:ext>
                  </a:extLst>
                </p14:cNvPr>
                <p14:cNvContentPartPr/>
                <p14:nvPr/>
              </p14:nvContentPartPr>
              <p14:xfrm>
                <a:off x="9596425" y="1969996"/>
                <a:ext cx="122760" cy="109440"/>
              </p14:xfrm>
            </p:contentPart>
          </mc:Choice>
          <mc:Fallback xmlns="">
            <p:pic>
              <p:nvPicPr>
                <p:cNvPr id="10" name="Ink 9">
                  <a:extLst>
                    <a:ext uri="{FF2B5EF4-FFF2-40B4-BE49-F238E27FC236}">
                      <a16:creationId xmlns:a16="http://schemas.microsoft.com/office/drawing/2014/main" id="{8D5850D5-4D06-8D3B-07B5-6B8E00C24B50}"/>
                    </a:ext>
                  </a:extLst>
                </p:cNvPr>
                <p:cNvPicPr/>
                <p:nvPr/>
              </p:nvPicPr>
              <p:blipFill>
                <a:blip r:embed="rId11"/>
                <a:stretch>
                  <a:fillRect/>
                </a:stretch>
              </p:blipFill>
              <p:spPr>
                <a:xfrm>
                  <a:off x="9587425" y="1960996"/>
                  <a:ext cx="140400" cy="127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">
              <p14:nvContentPartPr>
                <p14:cNvPr id="11" name="Ink 10">
                  <a:extLst>
                    <a:ext uri="{FF2B5EF4-FFF2-40B4-BE49-F238E27FC236}">
                      <a16:creationId xmlns:a16="http://schemas.microsoft.com/office/drawing/2014/main" id="{1C66C3C8-775B-DA57-58B5-5385D77B9113}"/>
                    </a:ext>
                  </a:extLst>
                </p14:cNvPr>
                <p14:cNvContentPartPr/>
                <p14:nvPr/>
              </p14:nvContentPartPr>
              <p14:xfrm>
                <a:off x="9681745" y="1966036"/>
                <a:ext cx="419040" cy="115560"/>
              </p14:xfrm>
            </p:contentPart>
          </mc:Choice>
          <mc:Fallback xmlns="">
            <p:pic>
              <p:nvPicPr>
                <p:cNvPr id="11" name="Ink 10">
                  <a:extLst>
                    <a:ext uri="{FF2B5EF4-FFF2-40B4-BE49-F238E27FC236}">
                      <a16:creationId xmlns:a16="http://schemas.microsoft.com/office/drawing/2014/main" id="{1C66C3C8-775B-DA57-58B5-5385D77B9113}"/>
                    </a:ext>
                  </a:extLst>
                </p:cNvPr>
                <p:cNvPicPr/>
                <p:nvPr/>
              </p:nvPicPr>
              <p:blipFill>
                <a:blip r:embed="rId13"/>
                <a:stretch>
                  <a:fillRect/>
                </a:stretch>
              </p:blipFill>
              <p:spPr>
                <a:xfrm>
                  <a:off x="9673105" y="1957036"/>
                  <a:ext cx="436680" cy="133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">
              <p14:nvContentPartPr>
                <p14:cNvPr id="12" name="Ink 11">
                  <a:extLst>
                    <a:ext uri="{FF2B5EF4-FFF2-40B4-BE49-F238E27FC236}">
                      <a16:creationId xmlns:a16="http://schemas.microsoft.com/office/drawing/2014/main" id="{1BC2CD53-CF13-7D8C-BF54-83A09AFE2FC1}"/>
                    </a:ext>
                  </a:extLst>
                </p14:cNvPr>
                <p14:cNvContentPartPr/>
                <p14:nvPr/>
              </p14:nvContentPartPr>
              <p14:xfrm>
                <a:off x="10056505" y="1957036"/>
                <a:ext cx="132480" cy="136080"/>
              </p14:xfrm>
            </p:contentPart>
          </mc:Choice>
          <mc:Fallback xmlns="">
            <p:pic>
              <p:nvPicPr>
                <p:cNvPr id="12" name="Ink 11">
                  <a:extLst>
                    <a:ext uri="{FF2B5EF4-FFF2-40B4-BE49-F238E27FC236}">
                      <a16:creationId xmlns:a16="http://schemas.microsoft.com/office/drawing/2014/main" id="{1BC2CD53-CF13-7D8C-BF54-83A09AFE2FC1}"/>
                    </a:ext>
                  </a:extLst>
                </p:cNvPr>
                <p:cNvPicPr/>
                <p:nvPr/>
              </p:nvPicPr>
              <p:blipFill>
                <a:blip r:embed="rId15"/>
                <a:stretch>
                  <a:fillRect/>
                </a:stretch>
              </p:blipFill>
              <p:spPr>
                <a:xfrm>
                  <a:off x="10047865" y="1948036"/>
                  <a:ext cx="150120" cy="153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">
              <p14:nvContentPartPr>
                <p14:cNvPr id="13" name="Ink 12">
                  <a:extLst>
                    <a:ext uri="{FF2B5EF4-FFF2-40B4-BE49-F238E27FC236}">
                      <a16:creationId xmlns:a16="http://schemas.microsoft.com/office/drawing/2014/main" id="{87F6A69F-20DD-D8B6-1084-A23336F5AE3F}"/>
                    </a:ext>
                  </a:extLst>
                </p14:cNvPr>
                <p14:cNvContentPartPr/>
                <p14:nvPr/>
              </p14:nvContentPartPr>
              <p14:xfrm>
                <a:off x="10290145" y="1946596"/>
                <a:ext cx="19800" cy="92160"/>
              </p14:xfrm>
            </p:contentPart>
          </mc:Choice>
          <mc:Fallback xmlns="">
            <p:pic>
              <p:nvPicPr>
                <p:cNvPr id="13" name="Ink 12">
                  <a:extLst>
                    <a:ext uri="{FF2B5EF4-FFF2-40B4-BE49-F238E27FC236}">
                      <a16:creationId xmlns:a16="http://schemas.microsoft.com/office/drawing/2014/main" id="{87F6A69F-20DD-D8B6-1084-A23336F5AE3F}"/>
                    </a:ext>
                  </a:extLst>
                </p:cNvPr>
                <p:cNvPicPr/>
                <p:nvPr/>
              </p:nvPicPr>
              <p:blipFill>
                <a:blip r:embed="rId17"/>
                <a:stretch>
                  <a:fillRect/>
                </a:stretch>
              </p:blipFill>
              <p:spPr>
                <a:xfrm>
                  <a:off x="10281145" y="1937596"/>
                  <a:ext cx="37440" cy="109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">
              <p14:nvContentPartPr>
                <p14:cNvPr id="14" name="Ink 13">
                  <a:extLst>
                    <a:ext uri="{FF2B5EF4-FFF2-40B4-BE49-F238E27FC236}">
                      <a16:creationId xmlns:a16="http://schemas.microsoft.com/office/drawing/2014/main" id="{91EFF4C8-B22E-5391-55A8-D406F86BC711}"/>
                    </a:ext>
                  </a:extLst>
                </p14:cNvPr>
                <p14:cNvContentPartPr/>
                <p14:nvPr/>
              </p14:nvContentPartPr>
              <p14:xfrm>
                <a:off x="10244065" y="1854796"/>
                <a:ext cx="24840" cy="19080"/>
              </p14:xfrm>
            </p:contentPart>
          </mc:Choice>
          <mc:Fallback xmlns="">
            <p:pic>
              <p:nvPicPr>
                <p:cNvPr id="14" name="Ink 13">
                  <a:extLst>
                    <a:ext uri="{FF2B5EF4-FFF2-40B4-BE49-F238E27FC236}">
                      <a16:creationId xmlns:a16="http://schemas.microsoft.com/office/drawing/2014/main" id="{91EFF4C8-B22E-5391-55A8-D406F86BC711}"/>
                    </a:ext>
                  </a:extLst>
                </p:cNvPr>
                <p:cNvPicPr/>
                <p:nvPr/>
              </p:nvPicPr>
              <p:blipFill>
                <a:blip r:embed="rId19"/>
                <a:stretch>
                  <a:fillRect/>
                </a:stretch>
              </p:blipFill>
              <p:spPr>
                <a:xfrm>
                  <a:off x="10235065" y="1846156"/>
                  <a:ext cx="42480" cy="36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">
              <p14:nvContentPartPr>
                <p14:cNvPr id="15" name="Ink 14">
                  <a:extLst>
                    <a:ext uri="{FF2B5EF4-FFF2-40B4-BE49-F238E27FC236}">
                      <a16:creationId xmlns:a16="http://schemas.microsoft.com/office/drawing/2014/main" id="{021B263A-F8C5-9FAC-E42F-06693EA31185}"/>
                    </a:ext>
                  </a:extLst>
                </p14:cNvPr>
                <p14:cNvContentPartPr/>
                <p14:nvPr/>
              </p14:nvContentPartPr>
              <p14:xfrm>
                <a:off x="10326505" y="1864156"/>
                <a:ext cx="506160" cy="212400"/>
              </p14:xfrm>
            </p:contentPart>
          </mc:Choice>
          <mc:Fallback xmlns="">
            <p:pic>
              <p:nvPicPr>
                <p:cNvPr id="15" name="Ink 14">
                  <a:extLst>
                    <a:ext uri="{FF2B5EF4-FFF2-40B4-BE49-F238E27FC236}">
                      <a16:creationId xmlns:a16="http://schemas.microsoft.com/office/drawing/2014/main" id="{021B263A-F8C5-9FAC-E42F-06693EA31185}"/>
                    </a:ext>
                  </a:extLst>
                </p:cNvPr>
                <p:cNvPicPr/>
                <p:nvPr/>
              </p:nvPicPr>
              <p:blipFill>
                <a:blip r:embed="rId21"/>
                <a:stretch>
                  <a:fillRect/>
                </a:stretch>
              </p:blipFill>
              <p:spPr>
                <a:xfrm>
                  <a:off x="10317865" y="1855516"/>
                  <a:ext cx="523800" cy="230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">
              <p14:nvContentPartPr>
                <p14:cNvPr id="16" name="Ink 15">
                  <a:extLst>
                    <a:ext uri="{FF2B5EF4-FFF2-40B4-BE49-F238E27FC236}">
                      <a16:creationId xmlns:a16="http://schemas.microsoft.com/office/drawing/2014/main" id="{20E517C0-127C-79F8-EC0F-60255CEF2B92}"/>
                    </a:ext>
                  </a:extLst>
                </p14:cNvPr>
                <p14:cNvContentPartPr/>
                <p14:nvPr/>
              </p14:nvContentPartPr>
              <p14:xfrm>
                <a:off x="10730065" y="1969636"/>
                <a:ext cx="146160" cy="30600"/>
              </p14:xfrm>
            </p:contentPart>
          </mc:Choice>
          <mc:Fallback xmlns="">
            <p:pic>
              <p:nvPicPr>
                <p:cNvPr id="16" name="Ink 15">
                  <a:extLst>
                    <a:ext uri="{FF2B5EF4-FFF2-40B4-BE49-F238E27FC236}">
                      <a16:creationId xmlns:a16="http://schemas.microsoft.com/office/drawing/2014/main" id="{20E517C0-127C-79F8-EC0F-60255CEF2B92}"/>
                    </a:ext>
                  </a:extLst>
                </p:cNvPr>
                <p:cNvPicPr/>
                <p:nvPr/>
              </p:nvPicPr>
              <p:blipFill>
                <a:blip r:embed="rId23"/>
                <a:stretch>
                  <a:fillRect/>
                </a:stretch>
              </p:blipFill>
              <p:spPr>
                <a:xfrm>
                  <a:off x="10721425" y="1960996"/>
                  <a:ext cx="163800" cy="482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7" name="Group 36">
            <a:extLst>
              <a:ext uri="{FF2B5EF4-FFF2-40B4-BE49-F238E27FC236}">
                <a16:creationId xmlns:a16="http://schemas.microsoft.com/office/drawing/2014/main" id="{53239574-3159-5114-C775-96589EDDB875}"/>
              </a:ext>
            </a:extLst>
          </p:cNvPr>
          <p:cNvGrpSpPr/>
          <p:nvPr/>
        </p:nvGrpSpPr>
        <p:grpSpPr>
          <a:xfrm>
            <a:off x="7691870" y="4499396"/>
            <a:ext cx="860387" cy="291804"/>
            <a:chOff x="4692865" y="4726876"/>
            <a:chExt cx="846720" cy="2966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4">
              <p14:nvContentPartPr>
                <p14:cNvPr id="31" name="Ink 30">
                  <a:extLst>
                    <a:ext uri="{FF2B5EF4-FFF2-40B4-BE49-F238E27FC236}">
                      <a16:creationId xmlns:a16="http://schemas.microsoft.com/office/drawing/2014/main" id="{39B77FC8-7BA1-BD8C-D5B9-02497AF4B0BB}"/>
                    </a:ext>
                  </a:extLst>
                </p14:cNvPr>
                <p14:cNvContentPartPr/>
                <p14:nvPr/>
              </p14:nvContentPartPr>
              <p14:xfrm>
                <a:off x="4692865" y="4774756"/>
                <a:ext cx="152640" cy="176400"/>
              </p14:xfrm>
            </p:contentPart>
          </mc:Choice>
          <mc:Fallback xmlns="">
            <p:pic>
              <p:nvPicPr>
                <p:cNvPr id="31" name="Ink 30">
                  <a:extLst>
                    <a:ext uri="{FF2B5EF4-FFF2-40B4-BE49-F238E27FC236}">
                      <a16:creationId xmlns:a16="http://schemas.microsoft.com/office/drawing/2014/main" id="{39B77FC8-7BA1-BD8C-D5B9-02497AF4B0BB}"/>
                    </a:ext>
                  </a:extLst>
                </p:cNvPr>
                <p:cNvPicPr/>
                <p:nvPr/>
              </p:nvPicPr>
              <p:blipFill>
                <a:blip r:embed="rId25"/>
                <a:stretch>
                  <a:fillRect/>
                </a:stretch>
              </p:blipFill>
              <p:spPr>
                <a:xfrm>
                  <a:off x="4683865" y="4766116"/>
                  <a:ext cx="170280" cy="194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6">
              <p14:nvContentPartPr>
                <p14:cNvPr id="32" name="Ink 31">
                  <a:extLst>
                    <a:ext uri="{FF2B5EF4-FFF2-40B4-BE49-F238E27FC236}">
                      <a16:creationId xmlns:a16="http://schemas.microsoft.com/office/drawing/2014/main" id="{913FD180-2120-C619-1B83-59C499F5693B}"/>
                    </a:ext>
                  </a:extLst>
                </p14:cNvPr>
                <p14:cNvContentPartPr/>
                <p14:nvPr/>
              </p14:nvContentPartPr>
              <p14:xfrm>
                <a:off x="4858105" y="4779076"/>
                <a:ext cx="22320" cy="147600"/>
              </p14:xfrm>
            </p:contentPart>
          </mc:Choice>
          <mc:Fallback xmlns="">
            <p:pic>
              <p:nvPicPr>
                <p:cNvPr id="32" name="Ink 31">
                  <a:extLst>
                    <a:ext uri="{FF2B5EF4-FFF2-40B4-BE49-F238E27FC236}">
                      <a16:creationId xmlns:a16="http://schemas.microsoft.com/office/drawing/2014/main" id="{913FD180-2120-C619-1B83-59C499F5693B}"/>
                    </a:ext>
                  </a:extLst>
                </p:cNvPr>
                <p:cNvPicPr/>
                <p:nvPr/>
              </p:nvPicPr>
              <p:blipFill>
                <a:blip r:embed="rId27"/>
                <a:stretch>
                  <a:fillRect/>
                </a:stretch>
              </p:blipFill>
              <p:spPr>
                <a:xfrm>
                  <a:off x="4849105" y="4770436"/>
                  <a:ext cx="39960" cy="165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8">
              <p14:nvContentPartPr>
                <p14:cNvPr id="33" name="Ink 32">
                  <a:extLst>
                    <a:ext uri="{FF2B5EF4-FFF2-40B4-BE49-F238E27FC236}">
                      <a16:creationId xmlns:a16="http://schemas.microsoft.com/office/drawing/2014/main" id="{1F703AC5-0EF0-8021-D31F-3B387CFC334A}"/>
                    </a:ext>
                  </a:extLst>
                </p14:cNvPr>
                <p14:cNvContentPartPr/>
                <p14:nvPr/>
              </p14:nvContentPartPr>
              <p14:xfrm>
                <a:off x="4837585" y="4792396"/>
                <a:ext cx="169200" cy="112680"/>
              </p14:xfrm>
            </p:contentPart>
          </mc:Choice>
          <mc:Fallback xmlns="">
            <p:pic>
              <p:nvPicPr>
                <p:cNvPr id="33" name="Ink 32">
                  <a:extLst>
                    <a:ext uri="{FF2B5EF4-FFF2-40B4-BE49-F238E27FC236}">
                      <a16:creationId xmlns:a16="http://schemas.microsoft.com/office/drawing/2014/main" id="{1F703AC5-0EF0-8021-D31F-3B387CFC334A}"/>
                    </a:ext>
                  </a:extLst>
                </p:cNvPr>
                <p:cNvPicPr/>
                <p:nvPr/>
              </p:nvPicPr>
              <p:blipFill>
                <a:blip r:embed="rId29"/>
                <a:stretch>
                  <a:fillRect/>
                </a:stretch>
              </p:blipFill>
              <p:spPr>
                <a:xfrm>
                  <a:off x="4828585" y="4783396"/>
                  <a:ext cx="186840" cy="130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0">
              <p14:nvContentPartPr>
                <p14:cNvPr id="34" name="Ink 33">
                  <a:extLst>
                    <a:ext uri="{FF2B5EF4-FFF2-40B4-BE49-F238E27FC236}">
                      <a16:creationId xmlns:a16="http://schemas.microsoft.com/office/drawing/2014/main" id="{82945829-BC6C-5BAA-7355-DA00921369B2}"/>
                    </a:ext>
                  </a:extLst>
                </p14:cNvPr>
                <p14:cNvContentPartPr/>
                <p14:nvPr/>
              </p14:nvContentPartPr>
              <p14:xfrm>
                <a:off x="4991665" y="4807156"/>
                <a:ext cx="173160" cy="86760"/>
              </p14:xfrm>
            </p:contentPart>
          </mc:Choice>
          <mc:Fallback xmlns="">
            <p:pic>
              <p:nvPicPr>
                <p:cNvPr id="34" name="Ink 33">
                  <a:extLst>
                    <a:ext uri="{FF2B5EF4-FFF2-40B4-BE49-F238E27FC236}">
                      <a16:creationId xmlns:a16="http://schemas.microsoft.com/office/drawing/2014/main" id="{82945829-BC6C-5BAA-7355-DA00921369B2}"/>
                    </a:ext>
                  </a:extLst>
                </p:cNvPr>
                <p:cNvPicPr/>
                <p:nvPr/>
              </p:nvPicPr>
              <p:blipFill>
                <a:blip r:embed="rId31"/>
                <a:stretch>
                  <a:fillRect/>
                </a:stretch>
              </p:blipFill>
              <p:spPr>
                <a:xfrm>
                  <a:off x="4983025" y="4798156"/>
                  <a:ext cx="190800" cy="104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2">
              <p14:nvContentPartPr>
                <p14:cNvPr id="35" name="Ink 34">
                  <a:extLst>
                    <a:ext uri="{FF2B5EF4-FFF2-40B4-BE49-F238E27FC236}">
                      <a16:creationId xmlns:a16="http://schemas.microsoft.com/office/drawing/2014/main" id="{59AB51C8-451F-D310-BEC0-4F266C366794}"/>
                    </a:ext>
                  </a:extLst>
                </p14:cNvPr>
                <p14:cNvContentPartPr/>
                <p14:nvPr/>
              </p14:nvContentPartPr>
              <p14:xfrm>
                <a:off x="5169145" y="4732636"/>
                <a:ext cx="78480" cy="157680"/>
              </p14:xfrm>
            </p:contentPart>
          </mc:Choice>
          <mc:Fallback xmlns="">
            <p:pic>
              <p:nvPicPr>
                <p:cNvPr id="35" name="Ink 34">
                  <a:extLst>
                    <a:ext uri="{FF2B5EF4-FFF2-40B4-BE49-F238E27FC236}">
                      <a16:creationId xmlns:a16="http://schemas.microsoft.com/office/drawing/2014/main" id="{59AB51C8-451F-D310-BEC0-4F266C366794}"/>
                    </a:ext>
                  </a:extLst>
                </p:cNvPr>
                <p:cNvPicPr/>
                <p:nvPr/>
              </p:nvPicPr>
              <p:blipFill>
                <a:blip r:embed="rId33"/>
                <a:stretch>
                  <a:fillRect/>
                </a:stretch>
              </p:blipFill>
              <p:spPr>
                <a:xfrm>
                  <a:off x="5160505" y="4723996"/>
                  <a:ext cx="96120" cy="175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4">
              <p14:nvContentPartPr>
                <p14:cNvPr id="36" name="Ink 35">
                  <a:extLst>
                    <a:ext uri="{FF2B5EF4-FFF2-40B4-BE49-F238E27FC236}">
                      <a16:creationId xmlns:a16="http://schemas.microsoft.com/office/drawing/2014/main" id="{D2835CF7-B2CE-BE89-17CD-63D56CE2E892}"/>
                    </a:ext>
                  </a:extLst>
                </p14:cNvPr>
                <p14:cNvContentPartPr/>
                <p14:nvPr/>
              </p14:nvContentPartPr>
              <p14:xfrm>
                <a:off x="5237185" y="4726876"/>
                <a:ext cx="302400" cy="296640"/>
              </p14:xfrm>
            </p:contentPart>
          </mc:Choice>
          <mc:Fallback xmlns="">
            <p:pic>
              <p:nvPicPr>
                <p:cNvPr id="36" name="Ink 35">
                  <a:extLst>
                    <a:ext uri="{FF2B5EF4-FFF2-40B4-BE49-F238E27FC236}">
                      <a16:creationId xmlns:a16="http://schemas.microsoft.com/office/drawing/2014/main" id="{D2835CF7-B2CE-BE89-17CD-63D56CE2E892}"/>
                    </a:ext>
                  </a:extLst>
                </p:cNvPr>
                <p:cNvPicPr/>
                <p:nvPr/>
              </p:nvPicPr>
              <p:blipFill>
                <a:blip r:embed="rId35"/>
                <a:stretch>
                  <a:fillRect/>
                </a:stretch>
              </p:blipFill>
              <p:spPr>
                <a:xfrm>
                  <a:off x="5228185" y="4718236"/>
                  <a:ext cx="320040" cy="3142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43" name="Group 42">
            <a:extLst>
              <a:ext uri="{FF2B5EF4-FFF2-40B4-BE49-F238E27FC236}">
                <a16:creationId xmlns:a16="http://schemas.microsoft.com/office/drawing/2014/main" id="{4ED3FA7A-DCF9-6B8F-75FE-AFB6777D45B1}"/>
              </a:ext>
            </a:extLst>
          </p:cNvPr>
          <p:cNvGrpSpPr/>
          <p:nvPr/>
        </p:nvGrpSpPr>
        <p:grpSpPr>
          <a:xfrm>
            <a:off x="7144658" y="4372881"/>
            <a:ext cx="45719" cy="45719"/>
            <a:chOff x="4177345" y="4645876"/>
            <a:chExt cx="360" cy="50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6">
              <p14:nvContentPartPr>
                <p14:cNvPr id="38" name="Ink 37">
                  <a:extLst>
                    <a:ext uri="{FF2B5EF4-FFF2-40B4-BE49-F238E27FC236}">
                      <a16:creationId xmlns:a16="http://schemas.microsoft.com/office/drawing/2014/main" id="{187D990E-EE61-3F20-7D29-4A3376FA7177}"/>
                    </a:ext>
                  </a:extLst>
                </p14:cNvPr>
                <p14:cNvContentPartPr/>
                <p14:nvPr/>
              </p14:nvContentPartPr>
              <p14:xfrm>
                <a:off x="4177345" y="4645876"/>
                <a:ext cx="360" cy="5040"/>
              </p14:xfrm>
            </p:contentPart>
          </mc:Choice>
          <mc:Fallback xmlns="">
            <p:pic>
              <p:nvPicPr>
                <p:cNvPr id="38" name="Ink 37">
                  <a:extLst>
                    <a:ext uri="{FF2B5EF4-FFF2-40B4-BE49-F238E27FC236}">
                      <a16:creationId xmlns:a16="http://schemas.microsoft.com/office/drawing/2014/main" id="{187D990E-EE61-3F20-7D29-4A3376FA7177}"/>
                    </a:ext>
                  </a:extLst>
                </p:cNvPr>
                <p:cNvPicPr/>
                <p:nvPr/>
              </p:nvPicPr>
              <p:blipFill>
                <a:blip r:embed="rId37"/>
                <a:stretch>
                  <a:fillRect/>
                </a:stretch>
              </p:blipFill>
              <p:spPr>
                <a:xfrm>
                  <a:off x="4168705" y="4636876"/>
                  <a:ext cx="18000" cy="22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8">
              <p14:nvContentPartPr>
                <p14:cNvPr id="39" name="Ink 38">
                  <a:extLst>
                    <a:ext uri="{FF2B5EF4-FFF2-40B4-BE49-F238E27FC236}">
                      <a16:creationId xmlns:a16="http://schemas.microsoft.com/office/drawing/2014/main" id="{8C76B26B-7B95-AC2B-8D28-4FB2E9B160B7}"/>
                    </a:ext>
                  </a:extLst>
                </p14:cNvPr>
                <p14:cNvContentPartPr/>
                <p14:nvPr/>
              </p14:nvContentPartPr>
              <p14:xfrm>
                <a:off x="4177345" y="4650556"/>
                <a:ext cx="360" cy="360"/>
              </p14:xfrm>
            </p:contentPart>
          </mc:Choice>
          <mc:Fallback xmlns="">
            <p:pic>
              <p:nvPicPr>
                <p:cNvPr id="39" name="Ink 38">
                  <a:extLst>
                    <a:ext uri="{FF2B5EF4-FFF2-40B4-BE49-F238E27FC236}">
                      <a16:creationId xmlns:a16="http://schemas.microsoft.com/office/drawing/2014/main" id="{8C76B26B-7B95-AC2B-8D28-4FB2E9B160B7}"/>
                    </a:ext>
                  </a:extLst>
                </p:cNvPr>
                <p:cNvPicPr/>
                <p:nvPr/>
              </p:nvPicPr>
              <p:blipFill>
                <a:blip r:embed="rId39"/>
                <a:stretch>
                  <a:fillRect/>
                </a:stretch>
              </p:blipFill>
              <p:spPr>
                <a:xfrm>
                  <a:off x="4168705" y="4641556"/>
                  <a:ext cx="18000" cy="1800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40">
            <p14:nvContentPartPr>
              <p14:cNvPr id="40" name="Ink 39">
                <a:extLst>
                  <a:ext uri="{FF2B5EF4-FFF2-40B4-BE49-F238E27FC236}">
                    <a16:creationId xmlns:a16="http://schemas.microsoft.com/office/drawing/2014/main" id="{ADF53508-AB46-F3C7-C09B-3871A3A3FCBC}"/>
                  </a:ext>
                </a:extLst>
              </p14:cNvPr>
              <p14:cNvContentPartPr/>
              <p14:nvPr/>
            </p14:nvContentPartPr>
            <p14:xfrm>
              <a:off x="7153590" y="4395878"/>
              <a:ext cx="2293267" cy="62681"/>
            </p14:xfrm>
          </p:contentPart>
        </mc:Choice>
        <mc:Fallback xmlns="">
          <p:pic>
            <p:nvPicPr>
              <p:cNvPr id="40" name="Ink 39">
                <a:extLst>
                  <a:ext uri="{FF2B5EF4-FFF2-40B4-BE49-F238E27FC236}">
                    <a16:creationId xmlns:a16="http://schemas.microsoft.com/office/drawing/2014/main" id="{ADF53508-AB46-F3C7-C09B-3871A3A3FCBC}"/>
                  </a:ext>
                </a:extLst>
              </p:cNvPr>
              <p:cNvPicPr/>
              <p:nvPr/>
            </p:nvPicPr>
            <p:blipFill>
              <a:blip r:embed="rId41"/>
              <a:stretch>
                <a:fillRect/>
              </a:stretch>
            </p:blipFill>
            <p:spPr>
              <a:xfrm>
                <a:off x="7144588" y="4386872"/>
                <a:ext cx="2310910" cy="80333"/>
              </a:xfrm>
              <a:prstGeom prst="rect">
                <a:avLst/>
              </a:prstGeom>
            </p:spPr>
          </p:pic>
        </mc:Fallback>
      </mc:AlternateContent>
      <p:grpSp>
        <p:nvGrpSpPr>
          <p:cNvPr id="45" name="Group 44">
            <a:extLst>
              <a:ext uri="{FF2B5EF4-FFF2-40B4-BE49-F238E27FC236}">
                <a16:creationId xmlns:a16="http://schemas.microsoft.com/office/drawing/2014/main" id="{718CF21C-81D0-1830-96FD-18ED6EEA9954}"/>
              </a:ext>
            </a:extLst>
          </p:cNvPr>
          <p:cNvGrpSpPr/>
          <p:nvPr/>
        </p:nvGrpSpPr>
        <p:grpSpPr>
          <a:xfrm>
            <a:off x="6696683" y="5021880"/>
            <a:ext cx="404221" cy="138819"/>
            <a:chOff x="4047048" y="5251896"/>
            <a:chExt cx="397800" cy="1411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42">
              <p14:nvContentPartPr>
                <p14:cNvPr id="42" name="Ink 41">
                  <a:extLst>
                    <a:ext uri="{FF2B5EF4-FFF2-40B4-BE49-F238E27FC236}">
                      <a16:creationId xmlns:a16="http://schemas.microsoft.com/office/drawing/2014/main" id="{5B6BBF24-6477-7203-7D47-FE1D71478F71}"/>
                    </a:ext>
                  </a:extLst>
                </p14:cNvPr>
                <p14:cNvContentPartPr/>
                <p14:nvPr/>
              </p14:nvContentPartPr>
              <p14:xfrm>
                <a:off x="4049568" y="5251896"/>
                <a:ext cx="395280" cy="133560"/>
              </p14:xfrm>
            </p:contentPart>
          </mc:Choice>
          <mc:Fallback xmlns="">
            <p:pic>
              <p:nvPicPr>
                <p:cNvPr id="42" name="Ink 41">
                  <a:extLst>
                    <a:ext uri="{FF2B5EF4-FFF2-40B4-BE49-F238E27FC236}">
                      <a16:creationId xmlns:a16="http://schemas.microsoft.com/office/drawing/2014/main" id="{5B6BBF24-6477-7203-7D47-FE1D71478F71}"/>
                    </a:ext>
                  </a:extLst>
                </p:cNvPr>
                <p:cNvPicPr/>
                <p:nvPr/>
              </p:nvPicPr>
              <p:blipFill>
                <a:blip r:embed="rId43"/>
                <a:stretch>
                  <a:fillRect/>
                </a:stretch>
              </p:blipFill>
              <p:spPr>
                <a:xfrm>
                  <a:off x="4040568" y="5242896"/>
                  <a:ext cx="412920" cy="151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4">
              <p14:nvContentPartPr>
                <p14:cNvPr id="44" name="Ink 43">
                  <a:extLst>
                    <a:ext uri="{FF2B5EF4-FFF2-40B4-BE49-F238E27FC236}">
                      <a16:creationId xmlns:a16="http://schemas.microsoft.com/office/drawing/2014/main" id="{1522955E-FDEB-A447-0193-652A74F6A14A}"/>
                    </a:ext>
                  </a:extLst>
                </p14:cNvPr>
                <p14:cNvContentPartPr/>
                <p14:nvPr/>
              </p14:nvContentPartPr>
              <p14:xfrm>
                <a:off x="4047048" y="5336496"/>
                <a:ext cx="60480" cy="56520"/>
              </p14:xfrm>
            </p:contentPart>
          </mc:Choice>
          <mc:Fallback xmlns="">
            <p:pic>
              <p:nvPicPr>
                <p:cNvPr id="44" name="Ink 43">
                  <a:extLst>
                    <a:ext uri="{FF2B5EF4-FFF2-40B4-BE49-F238E27FC236}">
                      <a16:creationId xmlns:a16="http://schemas.microsoft.com/office/drawing/2014/main" id="{1522955E-FDEB-A447-0193-652A74F6A14A}"/>
                    </a:ext>
                  </a:extLst>
                </p:cNvPr>
                <p:cNvPicPr/>
                <p:nvPr/>
              </p:nvPicPr>
              <p:blipFill>
                <a:blip r:embed="rId45"/>
                <a:stretch>
                  <a:fillRect/>
                </a:stretch>
              </p:blipFill>
              <p:spPr>
                <a:xfrm>
                  <a:off x="4038408" y="5327856"/>
                  <a:ext cx="78120" cy="741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57" name="Group 56">
            <a:extLst>
              <a:ext uri="{FF2B5EF4-FFF2-40B4-BE49-F238E27FC236}">
                <a16:creationId xmlns:a16="http://schemas.microsoft.com/office/drawing/2014/main" id="{6A4E409E-D965-6187-C660-5BF48C08D1D2}"/>
              </a:ext>
            </a:extLst>
          </p:cNvPr>
          <p:cNvGrpSpPr/>
          <p:nvPr/>
        </p:nvGrpSpPr>
        <p:grpSpPr>
          <a:xfrm>
            <a:off x="6865103" y="5213733"/>
            <a:ext cx="1164375" cy="264890"/>
            <a:chOff x="4310568" y="5625216"/>
            <a:chExt cx="1145880" cy="2692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46">
              <p14:nvContentPartPr>
                <p14:cNvPr id="46" name="Ink 45">
                  <a:extLst>
                    <a:ext uri="{FF2B5EF4-FFF2-40B4-BE49-F238E27FC236}">
                      <a16:creationId xmlns:a16="http://schemas.microsoft.com/office/drawing/2014/main" id="{1175EB71-B667-3CF2-D6F6-30C05ED1E23C}"/>
                    </a:ext>
                  </a:extLst>
                </p14:cNvPr>
                <p14:cNvContentPartPr/>
                <p14:nvPr/>
              </p14:nvContentPartPr>
              <p14:xfrm>
                <a:off x="4326768" y="5628456"/>
                <a:ext cx="85680" cy="266040"/>
              </p14:xfrm>
            </p:contentPart>
          </mc:Choice>
          <mc:Fallback xmlns="">
            <p:pic>
              <p:nvPicPr>
                <p:cNvPr id="46" name="Ink 45">
                  <a:extLst>
                    <a:ext uri="{FF2B5EF4-FFF2-40B4-BE49-F238E27FC236}">
                      <a16:creationId xmlns:a16="http://schemas.microsoft.com/office/drawing/2014/main" id="{1175EB71-B667-3CF2-D6F6-30C05ED1E23C}"/>
                    </a:ext>
                  </a:extLst>
                </p:cNvPr>
                <p:cNvPicPr/>
                <p:nvPr/>
              </p:nvPicPr>
              <p:blipFill>
                <a:blip r:embed="rId47"/>
                <a:stretch>
                  <a:fillRect/>
                </a:stretch>
              </p:blipFill>
              <p:spPr>
                <a:xfrm>
                  <a:off x="4317768" y="5619816"/>
                  <a:ext cx="103320" cy="283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8">
              <p14:nvContentPartPr>
                <p14:cNvPr id="47" name="Ink 46">
                  <a:extLst>
                    <a:ext uri="{FF2B5EF4-FFF2-40B4-BE49-F238E27FC236}">
                      <a16:creationId xmlns:a16="http://schemas.microsoft.com/office/drawing/2014/main" id="{AC9A5383-C40F-B29C-2D19-1F60C8D8D4D7}"/>
                    </a:ext>
                  </a:extLst>
                </p14:cNvPr>
                <p14:cNvContentPartPr/>
                <p14:nvPr/>
              </p14:nvContentPartPr>
              <p14:xfrm>
                <a:off x="4310568" y="5800536"/>
                <a:ext cx="85680" cy="13680"/>
              </p14:xfrm>
            </p:contentPart>
          </mc:Choice>
          <mc:Fallback xmlns="">
            <p:pic>
              <p:nvPicPr>
                <p:cNvPr id="47" name="Ink 46">
                  <a:extLst>
                    <a:ext uri="{FF2B5EF4-FFF2-40B4-BE49-F238E27FC236}">
                      <a16:creationId xmlns:a16="http://schemas.microsoft.com/office/drawing/2014/main" id="{AC9A5383-C40F-B29C-2D19-1F60C8D8D4D7}"/>
                    </a:ext>
                  </a:extLst>
                </p:cNvPr>
                <p:cNvPicPr/>
                <p:nvPr/>
              </p:nvPicPr>
              <p:blipFill>
                <a:blip r:embed="rId49"/>
                <a:stretch>
                  <a:fillRect/>
                </a:stretch>
              </p:blipFill>
              <p:spPr>
                <a:xfrm>
                  <a:off x="4301568" y="5791536"/>
                  <a:ext cx="103320" cy="31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0">
              <p14:nvContentPartPr>
                <p14:cNvPr id="48" name="Ink 47">
                  <a:extLst>
                    <a:ext uri="{FF2B5EF4-FFF2-40B4-BE49-F238E27FC236}">
                      <a16:creationId xmlns:a16="http://schemas.microsoft.com/office/drawing/2014/main" id="{BB8FB6AF-6110-0D68-BF37-36F1DB4AEE82}"/>
                    </a:ext>
                  </a:extLst>
                </p14:cNvPr>
                <p14:cNvContentPartPr/>
                <p14:nvPr/>
              </p14:nvContentPartPr>
              <p14:xfrm>
                <a:off x="4469688" y="5755176"/>
                <a:ext cx="85680" cy="100800"/>
              </p14:xfrm>
            </p:contentPart>
          </mc:Choice>
          <mc:Fallback xmlns="">
            <p:pic>
              <p:nvPicPr>
                <p:cNvPr id="48" name="Ink 47">
                  <a:extLst>
                    <a:ext uri="{FF2B5EF4-FFF2-40B4-BE49-F238E27FC236}">
                      <a16:creationId xmlns:a16="http://schemas.microsoft.com/office/drawing/2014/main" id="{BB8FB6AF-6110-0D68-BF37-36F1DB4AEE82}"/>
                    </a:ext>
                  </a:extLst>
                </p:cNvPr>
                <p:cNvPicPr/>
                <p:nvPr/>
              </p:nvPicPr>
              <p:blipFill>
                <a:blip r:embed="rId51"/>
                <a:stretch>
                  <a:fillRect/>
                </a:stretch>
              </p:blipFill>
              <p:spPr>
                <a:xfrm>
                  <a:off x="4461048" y="5746536"/>
                  <a:ext cx="103320" cy="118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2">
              <p14:nvContentPartPr>
                <p14:cNvPr id="49" name="Ink 48">
                  <a:extLst>
                    <a:ext uri="{FF2B5EF4-FFF2-40B4-BE49-F238E27FC236}">
                      <a16:creationId xmlns:a16="http://schemas.microsoft.com/office/drawing/2014/main" id="{71E26903-1ABA-3621-C341-B2ADE0033E5F}"/>
                    </a:ext>
                  </a:extLst>
                </p14:cNvPr>
                <p14:cNvContentPartPr/>
                <p14:nvPr/>
              </p14:nvContentPartPr>
              <p14:xfrm>
                <a:off x="4566528" y="5772456"/>
                <a:ext cx="244800" cy="88560"/>
              </p14:xfrm>
            </p:contentPart>
          </mc:Choice>
          <mc:Fallback xmlns="">
            <p:pic>
              <p:nvPicPr>
                <p:cNvPr id="49" name="Ink 48">
                  <a:extLst>
                    <a:ext uri="{FF2B5EF4-FFF2-40B4-BE49-F238E27FC236}">
                      <a16:creationId xmlns:a16="http://schemas.microsoft.com/office/drawing/2014/main" id="{71E26903-1ABA-3621-C341-B2ADE0033E5F}"/>
                    </a:ext>
                  </a:extLst>
                </p:cNvPr>
                <p:cNvPicPr/>
                <p:nvPr/>
              </p:nvPicPr>
              <p:blipFill>
                <a:blip r:embed="rId53"/>
                <a:stretch>
                  <a:fillRect/>
                </a:stretch>
              </p:blipFill>
              <p:spPr>
                <a:xfrm>
                  <a:off x="4557888" y="5763816"/>
                  <a:ext cx="262440" cy="106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4">
              <p14:nvContentPartPr>
                <p14:cNvPr id="51" name="Ink 50">
                  <a:extLst>
                    <a:ext uri="{FF2B5EF4-FFF2-40B4-BE49-F238E27FC236}">
                      <a16:creationId xmlns:a16="http://schemas.microsoft.com/office/drawing/2014/main" id="{96DF890F-8741-23E3-6B7E-20F0767ED287}"/>
                    </a:ext>
                  </a:extLst>
                </p14:cNvPr>
                <p14:cNvContentPartPr/>
                <p14:nvPr/>
              </p14:nvContentPartPr>
              <p14:xfrm>
                <a:off x="4855248" y="5748696"/>
                <a:ext cx="94320" cy="110520"/>
              </p14:xfrm>
            </p:contentPart>
          </mc:Choice>
          <mc:Fallback xmlns="">
            <p:pic>
              <p:nvPicPr>
                <p:cNvPr id="51" name="Ink 50">
                  <a:extLst>
                    <a:ext uri="{FF2B5EF4-FFF2-40B4-BE49-F238E27FC236}">
                      <a16:creationId xmlns:a16="http://schemas.microsoft.com/office/drawing/2014/main" id="{96DF890F-8741-23E3-6B7E-20F0767ED287}"/>
                    </a:ext>
                  </a:extLst>
                </p:cNvPr>
                <p:cNvPicPr/>
                <p:nvPr/>
              </p:nvPicPr>
              <p:blipFill>
                <a:blip r:embed="rId55"/>
                <a:stretch>
                  <a:fillRect/>
                </a:stretch>
              </p:blipFill>
              <p:spPr>
                <a:xfrm>
                  <a:off x="4846608" y="5739696"/>
                  <a:ext cx="111960" cy="128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6">
              <p14:nvContentPartPr>
                <p14:cNvPr id="52" name="Ink 51">
                  <a:extLst>
                    <a:ext uri="{FF2B5EF4-FFF2-40B4-BE49-F238E27FC236}">
                      <a16:creationId xmlns:a16="http://schemas.microsoft.com/office/drawing/2014/main" id="{6FA1516E-84C5-9348-7029-ABDC404A9E94}"/>
                    </a:ext>
                  </a:extLst>
                </p14:cNvPr>
                <p14:cNvContentPartPr/>
                <p14:nvPr/>
              </p14:nvContentPartPr>
              <p14:xfrm>
                <a:off x="4987368" y="5774976"/>
                <a:ext cx="16560" cy="79560"/>
              </p14:xfrm>
            </p:contentPart>
          </mc:Choice>
          <mc:Fallback xmlns="">
            <p:pic>
              <p:nvPicPr>
                <p:cNvPr id="52" name="Ink 51">
                  <a:extLst>
                    <a:ext uri="{FF2B5EF4-FFF2-40B4-BE49-F238E27FC236}">
                      <a16:creationId xmlns:a16="http://schemas.microsoft.com/office/drawing/2014/main" id="{6FA1516E-84C5-9348-7029-ABDC404A9E94}"/>
                    </a:ext>
                  </a:extLst>
                </p:cNvPr>
                <p:cNvPicPr/>
                <p:nvPr/>
              </p:nvPicPr>
              <p:blipFill>
                <a:blip r:embed="rId57"/>
                <a:stretch>
                  <a:fillRect/>
                </a:stretch>
              </p:blipFill>
              <p:spPr>
                <a:xfrm>
                  <a:off x="4978368" y="5766336"/>
                  <a:ext cx="34200" cy="97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8">
              <p14:nvContentPartPr>
                <p14:cNvPr id="53" name="Ink 52">
                  <a:extLst>
                    <a:ext uri="{FF2B5EF4-FFF2-40B4-BE49-F238E27FC236}">
                      <a16:creationId xmlns:a16="http://schemas.microsoft.com/office/drawing/2014/main" id="{A2893668-7539-78B1-FC9C-BCBA187784B2}"/>
                    </a:ext>
                  </a:extLst>
                </p14:cNvPr>
                <p14:cNvContentPartPr/>
                <p14:nvPr/>
              </p14:nvContentPartPr>
              <p14:xfrm>
                <a:off x="4945608" y="5656176"/>
                <a:ext cx="5040" cy="18000"/>
              </p14:xfrm>
            </p:contentPart>
          </mc:Choice>
          <mc:Fallback xmlns="">
            <p:pic>
              <p:nvPicPr>
                <p:cNvPr id="53" name="Ink 52">
                  <a:extLst>
                    <a:ext uri="{FF2B5EF4-FFF2-40B4-BE49-F238E27FC236}">
                      <a16:creationId xmlns:a16="http://schemas.microsoft.com/office/drawing/2014/main" id="{A2893668-7539-78B1-FC9C-BCBA187784B2}"/>
                    </a:ext>
                  </a:extLst>
                </p:cNvPr>
                <p:cNvPicPr/>
                <p:nvPr/>
              </p:nvPicPr>
              <p:blipFill>
                <a:blip r:embed="rId59"/>
                <a:stretch>
                  <a:fillRect/>
                </a:stretch>
              </p:blipFill>
              <p:spPr>
                <a:xfrm>
                  <a:off x="4936968" y="5647176"/>
                  <a:ext cx="22680" cy="35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0">
              <p14:nvContentPartPr>
                <p14:cNvPr id="54" name="Ink 53">
                  <a:extLst>
                    <a:ext uri="{FF2B5EF4-FFF2-40B4-BE49-F238E27FC236}">
                      <a16:creationId xmlns:a16="http://schemas.microsoft.com/office/drawing/2014/main" id="{A4CAAF77-10FD-F51D-03C1-16F9089A4A5B}"/>
                    </a:ext>
                  </a:extLst>
                </p14:cNvPr>
                <p14:cNvContentPartPr/>
                <p14:nvPr/>
              </p14:nvContentPartPr>
              <p14:xfrm>
                <a:off x="5038128" y="5714496"/>
                <a:ext cx="243000" cy="152280"/>
              </p14:xfrm>
            </p:contentPart>
          </mc:Choice>
          <mc:Fallback xmlns="">
            <p:pic>
              <p:nvPicPr>
                <p:cNvPr id="54" name="Ink 53">
                  <a:extLst>
                    <a:ext uri="{FF2B5EF4-FFF2-40B4-BE49-F238E27FC236}">
                      <a16:creationId xmlns:a16="http://schemas.microsoft.com/office/drawing/2014/main" id="{A4CAAF77-10FD-F51D-03C1-16F9089A4A5B}"/>
                    </a:ext>
                  </a:extLst>
                </p:cNvPr>
                <p:cNvPicPr/>
                <p:nvPr/>
              </p:nvPicPr>
              <p:blipFill>
                <a:blip r:embed="rId61"/>
                <a:stretch>
                  <a:fillRect/>
                </a:stretch>
              </p:blipFill>
              <p:spPr>
                <a:xfrm>
                  <a:off x="5029128" y="5705496"/>
                  <a:ext cx="260640" cy="169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2">
              <p14:nvContentPartPr>
                <p14:cNvPr id="55" name="Ink 54">
                  <a:extLst>
                    <a:ext uri="{FF2B5EF4-FFF2-40B4-BE49-F238E27FC236}">
                      <a16:creationId xmlns:a16="http://schemas.microsoft.com/office/drawing/2014/main" id="{FDA89D44-4373-53EE-8407-124384867EBA}"/>
                    </a:ext>
                  </a:extLst>
                </p14:cNvPr>
                <p14:cNvContentPartPr/>
                <p14:nvPr/>
              </p14:nvContentPartPr>
              <p14:xfrm>
                <a:off x="5338368" y="5625216"/>
                <a:ext cx="118080" cy="242280"/>
              </p14:xfrm>
            </p:contentPart>
          </mc:Choice>
          <mc:Fallback xmlns="">
            <p:pic>
              <p:nvPicPr>
                <p:cNvPr id="55" name="Ink 54">
                  <a:extLst>
                    <a:ext uri="{FF2B5EF4-FFF2-40B4-BE49-F238E27FC236}">
                      <a16:creationId xmlns:a16="http://schemas.microsoft.com/office/drawing/2014/main" id="{FDA89D44-4373-53EE-8407-124384867EBA}"/>
                    </a:ext>
                  </a:extLst>
                </p:cNvPr>
                <p:cNvPicPr/>
                <p:nvPr/>
              </p:nvPicPr>
              <p:blipFill>
                <a:blip r:embed="rId63"/>
                <a:stretch>
                  <a:fillRect/>
                </a:stretch>
              </p:blipFill>
              <p:spPr>
                <a:xfrm>
                  <a:off x="5329368" y="5616576"/>
                  <a:ext cx="135720" cy="259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4">
              <p14:nvContentPartPr>
                <p14:cNvPr id="56" name="Ink 55">
                  <a:extLst>
                    <a:ext uri="{FF2B5EF4-FFF2-40B4-BE49-F238E27FC236}">
                      <a16:creationId xmlns:a16="http://schemas.microsoft.com/office/drawing/2014/main" id="{46B1997D-B947-A5B7-D3B7-BABFB2076560}"/>
                    </a:ext>
                  </a:extLst>
                </p14:cNvPr>
                <p14:cNvContentPartPr/>
                <p14:nvPr/>
              </p14:nvContentPartPr>
              <p14:xfrm>
                <a:off x="5310648" y="5716656"/>
                <a:ext cx="133200" cy="36000"/>
              </p14:xfrm>
            </p:contentPart>
          </mc:Choice>
          <mc:Fallback xmlns="">
            <p:pic>
              <p:nvPicPr>
                <p:cNvPr id="56" name="Ink 55">
                  <a:extLst>
                    <a:ext uri="{FF2B5EF4-FFF2-40B4-BE49-F238E27FC236}">
                      <a16:creationId xmlns:a16="http://schemas.microsoft.com/office/drawing/2014/main" id="{46B1997D-B947-A5B7-D3B7-BABFB2076560}"/>
                    </a:ext>
                  </a:extLst>
                </p:cNvPr>
                <p:cNvPicPr/>
                <p:nvPr/>
              </p:nvPicPr>
              <p:blipFill>
                <a:blip r:embed="rId65"/>
                <a:stretch>
                  <a:fillRect/>
                </a:stretch>
              </p:blipFill>
              <p:spPr>
                <a:xfrm>
                  <a:off x="5301648" y="5707656"/>
                  <a:ext cx="150840" cy="536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68" name="Group 67">
            <a:extLst>
              <a:ext uri="{FF2B5EF4-FFF2-40B4-BE49-F238E27FC236}">
                <a16:creationId xmlns:a16="http://schemas.microsoft.com/office/drawing/2014/main" id="{49BE6299-6C59-885B-B8E6-AD584A648791}"/>
              </a:ext>
            </a:extLst>
          </p:cNvPr>
          <p:cNvGrpSpPr/>
          <p:nvPr/>
        </p:nvGrpSpPr>
        <p:grpSpPr>
          <a:xfrm>
            <a:off x="9188400" y="4446460"/>
            <a:ext cx="2540160" cy="821880"/>
            <a:chOff x="6175728" y="4678776"/>
            <a:chExt cx="2540160" cy="8218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66">
              <p14:nvContentPartPr>
                <p14:cNvPr id="58" name="Ink 57">
                  <a:extLst>
                    <a:ext uri="{FF2B5EF4-FFF2-40B4-BE49-F238E27FC236}">
                      <a16:creationId xmlns:a16="http://schemas.microsoft.com/office/drawing/2014/main" id="{B2FF6A7C-0AC1-F7CA-5CE1-57567CE8E760}"/>
                    </a:ext>
                  </a:extLst>
                </p14:cNvPr>
                <p14:cNvContentPartPr/>
                <p14:nvPr/>
              </p14:nvContentPartPr>
              <p14:xfrm>
                <a:off x="6175728" y="4827456"/>
                <a:ext cx="982440" cy="301320"/>
              </p14:xfrm>
            </p:contentPart>
          </mc:Choice>
          <mc:Fallback xmlns="">
            <p:pic>
              <p:nvPicPr>
                <p:cNvPr id="58" name="Ink 57">
                  <a:extLst>
                    <a:ext uri="{FF2B5EF4-FFF2-40B4-BE49-F238E27FC236}">
                      <a16:creationId xmlns:a16="http://schemas.microsoft.com/office/drawing/2014/main" id="{B2FF6A7C-0AC1-F7CA-5CE1-57567CE8E760}"/>
                    </a:ext>
                  </a:extLst>
                </p:cNvPr>
                <p:cNvPicPr/>
                <p:nvPr/>
              </p:nvPicPr>
              <p:blipFill>
                <a:blip r:embed="rId67"/>
                <a:stretch>
                  <a:fillRect/>
                </a:stretch>
              </p:blipFill>
              <p:spPr>
                <a:xfrm>
                  <a:off x="6166728" y="4818456"/>
                  <a:ext cx="1000080" cy="318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8">
              <p14:nvContentPartPr>
                <p14:cNvPr id="59" name="Ink 58">
                  <a:extLst>
                    <a:ext uri="{FF2B5EF4-FFF2-40B4-BE49-F238E27FC236}">
                      <a16:creationId xmlns:a16="http://schemas.microsoft.com/office/drawing/2014/main" id="{AC15D04D-7759-3934-C82B-8B898CF05646}"/>
                    </a:ext>
                  </a:extLst>
                </p14:cNvPr>
                <p14:cNvContentPartPr/>
                <p14:nvPr/>
              </p14:nvContentPartPr>
              <p14:xfrm>
                <a:off x="7319808" y="4678776"/>
                <a:ext cx="310320" cy="287640"/>
              </p14:xfrm>
            </p:contentPart>
          </mc:Choice>
          <mc:Fallback xmlns="">
            <p:pic>
              <p:nvPicPr>
                <p:cNvPr id="59" name="Ink 58">
                  <a:extLst>
                    <a:ext uri="{FF2B5EF4-FFF2-40B4-BE49-F238E27FC236}">
                      <a16:creationId xmlns:a16="http://schemas.microsoft.com/office/drawing/2014/main" id="{AC15D04D-7759-3934-C82B-8B898CF05646}"/>
                    </a:ext>
                  </a:extLst>
                </p:cNvPr>
                <p:cNvPicPr/>
                <p:nvPr/>
              </p:nvPicPr>
              <p:blipFill>
                <a:blip r:embed="rId69"/>
                <a:stretch>
                  <a:fillRect/>
                </a:stretch>
              </p:blipFill>
              <p:spPr>
                <a:xfrm>
                  <a:off x="7311168" y="4669776"/>
                  <a:ext cx="327960" cy="305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0">
              <p14:nvContentPartPr>
                <p14:cNvPr id="60" name="Ink 59">
                  <a:extLst>
                    <a:ext uri="{FF2B5EF4-FFF2-40B4-BE49-F238E27FC236}">
                      <a16:creationId xmlns:a16="http://schemas.microsoft.com/office/drawing/2014/main" id="{32D26F8F-E772-F887-2E50-818B5523D86D}"/>
                    </a:ext>
                  </a:extLst>
                </p14:cNvPr>
                <p14:cNvContentPartPr/>
                <p14:nvPr/>
              </p14:nvContentPartPr>
              <p14:xfrm>
                <a:off x="7644168" y="4685256"/>
                <a:ext cx="263160" cy="237240"/>
              </p14:xfrm>
            </p:contentPart>
          </mc:Choice>
          <mc:Fallback xmlns="">
            <p:pic>
              <p:nvPicPr>
                <p:cNvPr id="60" name="Ink 59">
                  <a:extLst>
                    <a:ext uri="{FF2B5EF4-FFF2-40B4-BE49-F238E27FC236}">
                      <a16:creationId xmlns:a16="http://schemas.microsoft.com/office/drawing/2014/main" id="{32D26F8F-E772-F887-2E50-818B5523D86D}"/>
                    </a:ext>
                  </a:extLst>
                </p:cNvPr>
                <p:cNvPicPr/>
                <p:nvPr/>
              </p:nvPicPr>
              <p:blipFill>
                <a:blip r:embed="rId71"/>
                <a:stretch>
                  <a:fillRect/>
                </a:stretch>
              </p:blipFill>
              <p:spPr>
                <a:xfrm>
                  <a:off x="7635528" y="4676616"/>
                  <a:ext cx="280800" cy="254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2">
              <p14:nvContentPartPr>
                <p14:cNvPr id="61" name="Ink 60">
                  <a:extLst>
                    <a:ext uri="{FF2B5EF4-FFF2-40B4-BE49-F238E27FC236}">
                      <a16:creationId xmlns:a16="http://schemas.microsoft.com/office/drawing/2014/main" id="{D4668971-2E6D-4C5A-7801-9CA50DDA938C}"/>
                    </a:ext>
                  </a:extLst>
                </p14:cNvPr>
                <p14:cNvContentPartPr/>
                <p14:nvPr/>
              </p14:nvContentPartPr>
              <p14:xfrm>
                <a:off x="7293528" y="5031216"/>
                <a:ext cx="795960" cy="72000"/>
              </p14:xfrm>
            </p:contentPart>
          </mc:Choice>
          <mc:Fallback xmlns="">
            <p:pic>
              <p:nvPicPr>
                <p:cNvPr id="61" name="Ink 60">
                  <a:extLst>
                    <a:ext uri="{FF2B5EF4-FFF2-40B4-BE49-F238E27FC236}">
                      <a16:creationId xmlns:a16="http://schemas.microsoft.com/office/drawing/2014/main" id="{D4668971-2E6D-4C5A-7801-9CA50DDA938C}"/>
                    </a:ext>
                  </a:extLst>
                </p:cNvPr>
                <p:cNvPicPr/>
                <p:nvPr/>
              </p:nvPicPr>
              <p:blipFill>
                <a:blip r:embed="rId73"/>
                <a:stretch>
                  <a:fillRect/>
                </a:stretch>
              </p:blipFill>
              <p:spPr>
                <a:xfrm>
                  <a:off x="7284528" y="5022576"/>
                  <a:ext cx="813600" cy="89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4">
              <p14:nvContentPartPr>
                <p14:cNvPr id="62" name="Ink 61">
                  <a:extLst>
                    <a:ext uri="{FF2B5EF4-FFF2-40B4-BE49-F238E27FC236}">
                      <a16:creationId xmlns:a16="http://schemas.microsoft.com/office/drawing/2014/main" id="{20F2D2B4-761A-316C-654A-65C0E1A843A2}"/>
                    </a:ext>
                  </a:extLst>
                </p14:cNvPr>
                <p14:cNvContentPartPr/>
                <p14:nvPr/>
              </p14:nvContentPartPr>
              <p14:xfrm>
                <a:off x="7381368" y="5210856"/>
                <a:ext cx="433440" cy="289800"/>
              </p14:xfrm>
            </p:contentPart>
          </mc:Choice>
          <mc:Fallback xmlns="">
            <p:pic>
              <p:nvPicPr>
                <p:cNvPr id="62" name="Ink 61">
                  <a:extLst>
                    <a:ext uri="{FF2B5EF4-FFF2-40B4-BE49-F238E27FC236}">
                      <a16:creationId xmlns:a16="http://schemas.microsoft.com/office/drawing/2014/main" id="{20F2D2B4-761A-316C-654A-65C0E1A843A2}"/>
                    </a:ext>
                  </a:extLst>
                </p:cNvPr>
                <p:cNvPicPr/>
                <p:nvPr/>
              </p:nvPicPr>
              <p:blipFill>
                <a:blip r:embed="rId75"/>
                <a:stretch>
                  <a:fillRect/>
                </a:stretch>
              </p:blipFill>
              <p:spPr>
                <a:xfrm>
                  <a:off x="7372368" y="5202216"/>
                  <a:ext cx="451080" cy="307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6">
              <p14:nvContentPartPr>
                <p14:cNvPr id="63" name="Ink 62">
                  <a:extLst>
                    <a:ext uri="{FF2B5EF4-FFF2-40B4-BE49-F238E27FC236}">
                      <a16:creationId xmlns:a16="http://schemas.microsoft.com/office/drawing/2014/main" id="{42FE6C26-0629-B234-FA4E-C11A54FA852D}"/>
                    </a:ext>
                  </a:extLst>
                </p14:cNvPr>
                <p14:cNvContentPartPr/>
                <p14:nvPr/>
              </p14:nvContentPartPr>
              <p14:xfrm>
                <a:off x="7708248" y="5290416"/>
                <a:ext cx="185040" cy="21240"/>
              </p14:xfrm>
            </p:contentPart>
          </mc:Choice>
          <mc:Fallback xmlns="">
            <p:pic>
              <p:nvPicPr>
                <p:cNvPr id="63" name="Ink 62">
                  <a:extLst>
                    <a:ext uri="{FF2B5EF4-FFF2-40B4-BE49-F238E27FC236}">
                      <a16:creationId xmlns:a16="http://schemas.microsoft.com/office/drawing/2014/main" id="{42FE6C26-0629-B234-FA4E-C11A54FA852D}"/>
                    </a:ext>
                  </a:extLst>
                </p:cNvPr>
                <p:cNvPicPr/>
                <p:nvPr/>
              </p:nvPicPr>
              <p:blipFill>
                <a:blip r:embed="rId77"/>
                <a:stretch>
                  <a:fillRect/>
                </a:stretch>
              </p:blipFill>
              <p:spPr>
                <a:xfrm>
                  <a:off x="7699608" y="5281416"/>
                  <a:ext cx="202680" cy="38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8">
              <p14:nvContentPartPr>
                <p14:cNvPr id="64" name="Ink 63">
                  <a:extLst>
                    <a:ext uri="{FF2B5EF4-FFF2-40B4-BE49-F238E27FC236}">
                      <a16:creationId xmlns:a16="http://schemas.microsoft.com/office/drawing/2014/main" id="{4769C999-77CB-0026-1182-376BDF6EAE2E}"/>
                    </a:ext>
                  </a:extLst>
                </p14:cNvPr>
                <p14:cNvContentPartPr/>
                <p14:nvPr/>
              </p14:nvContentPartPr>
              <p14:xfrm>
                <a:off x="8260488" y="4952016"/>
                <a:ext cx="115920" cy="12600"/>
              </p14:xfrm>
            </p:contentPart>
          </mc:Choice>
          <mc:Fallback xmlns="">
            <p:pic>
              <p:nvPicPr>
                <p:cNvPr id="64" name="Ink 63">
                  <a:extLst>
                    <a:ext uri="{FF2B5EF4-FFF2-40B4-BE49-F238E27FC236}">
                      <a16:creationId xmlns:a16="http://schemas.microsoft.com/office/drawing/2014/main" id="{4769C999-77CB-0026-1182-376BDF6EAE2E}"/>
                    </a:ext>
                  </a:extLst>
                </p:cNvPr>
                <p:cNvPicPr/>
                <p:nvPr/>
              </p:nvPicPr>
              <p:blipFill>
                <a:blip r:embed="rId79"/>
                <a:stretch>
                  <a:fillRect/>
                </a:stretch>
              </p:blipFill>
              <p:spPr>
                <a:xfrm>
                  <a:off x="8251488" y="4943016"/>
                  <a:ext cx="133560" cy="30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0">
              <p14:nvContentPartPr>
                <p14:cNvPr id="65" name="Ink 64">
                  <a:extLst>
                    <a:ext uri="{FF2B5EF4-FFF2-40B4-BE49-F238E27FC236}">
                      <a16:creationId xmlns:a16="http://schemas.microsoft.com/office/drawing/2014/main" id="{539C5848-4A9A-0F6C-1DB0-8DE6FCBAE466}"/>
                    </a:ext>
                  </a:extLst>
                </p14:cNvPr>
                <p14:cNvContentPartPr/>
                <p14:nvPr/>
              </p14:nvContentPartPr>
              <p14:xfrm>
                <a:off x="8260488" y="4964256"/>
                <a:ext cx="360" cy="360"/>
              </p14:xfrm>
            </p:contentPart>
          </mc:Choice>
          <mc:Fallback xmlns="">
            <p:pic>
              <p:nvPicPr>
                <p:cNvPr id="65" name="Ink 64">
                  <a:extLst>
                    <a:ext uri="{FF2B5EF4-FFF2-40B4-BE49-F238E27FC236}">
                      <a16:creationId xmlns:a16="http://schemas.microsoft.com/office/drawing/2014/main" id="{539C5848-4A9A-0F6C-1DB0-8DE6FCBAE466}"/>
                    </a:ext>
                  </a:extLst>
                </p:cNvPr>
                <p:cNvPicPr/>
                <p:nvPr/>
              </p:nvPicPr>
              <p:blipFill>
                <a:blip r:embed="rId39"/>
                <a:stretch>
                  <a:fillRect/>
                </a:stretch>
              </p:blipFill>
              <p:spPr>
                <a:xfrm>
                  <a:off x="8251488" y="4955256"/>
                  <a:ext cx="18000" cy="18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1">
              <p14:nvContentPartPr>
                <p14:cNvPr id="66" name="Ink 65">
                  <a:extLst>
                    <a:ext uri="{FF2B5EF4-FFF2-40B4-BE49-F238E27FC236}">
                      <a16:creationId xmlns:a16="http://schemas.microsoft.com/office/drawing/2014/main" id="{CE8E49FE-C78D-4893-998D-9CA207E039F1}"/>
                    </a:ext>
                  </a:extLst>
                </p14:cNvPr>
                <p14:cNvContentPartPr/>
                <p14:nvPr/>
              </p14:nvContentPartPr>
              <p14:xfrm>
                <a:off x="8260488" y="4964256"/>
                <a:ext cx="129600" cy="63000"/>
              </p14:xfrm>
            </p:contentPart>
          </mc:Choice>
          <mc:Fallback xmlns="">
            <p:pic>
              <p:nvPicPr>
                <p:cNvPr id="66" name="Ink 65">
                  <a:extLst>
                    <a:ext uri="{FF2B5EF4-FFF2-40B4-BE49-F238E27FC236}">
                      <a16:creationId xmlns:a16="http://schemas.microsoft.com/office/drawing/2014/main" id="{CE8E49FE-C78D-4893-998D-9CA207E039F1}"/>
                    </a:ext>
                  </a:extLst>
                </p:cNvPr>
                <p:cNvPicPr/>
                <p:nvPr/>
              </p:nvPicPr>
              <p:blipFill>
                <a:blip r:embed="rId82"/>
                <a:stretch>
                  <a:fillRect/>
                </a:stretch>
              </p:blipFill>
              <p:spPr>
                <a:xfrm>
                  <a:off x="8251488" y="4955256"/>
                  <a:ext cx="147240" cy="80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3">
              <p14:nvContentPartPr>
                <p14:cNvPr id="67" name="Ink 66">
                  <a:extLst>
                    <a:ext uri="{FF2B5EF4-FFF2-40B4-BE49-F238E27FC236}">
                      <a16:creationId xmlns:a16="http://schemas.microsoft.com/office/drawing/2014/main" id="{1E425CF7-91CF-0021-7052-732F7E03C01C}"/>
                    </a:ext>
                  </a:extLst>
                </p14:cNvPr>
                <p14:cNvContentPartPr/>
                <p14:nvPr/>
              </p14:nvContentPartPr>
              <p14:xfrm>
                <a:off x="8502768" y="4884336"/>
                <a:ext cx="213120" cy="171720"/>
              </p14:xfrm>
            </p:contentPart>
          </mc:Choice>
          <mc:Fallback xmlns="">
            <p:pic>
              <p:nvPicPr>
                <p:cNvPr id="67" name="Ink 66">
                  <a:extLst>
                    <a:ext uri="{FF2B5EF4-FFF2-40B4-BE49-F238E27FC236}">
                      <a16:creationId xmlns:a16="http://schemas.microsoft.com/office/drawing/2014/main" id="{1E425CF7-91CF-0021-7052-732F7E03C01C}"/>
                    </a:ext>
                  </a:extLst>
                </p:cNvPr>
                <p:cNvPicPr/>
                <p:nvPr/>
              </p:nvPicPr>
              <p:blipFill>
                <a:blip r:embed="rId84"/>
                <a:stretch>
                  <a:fillRect/>
                </a:stretch>
              </p:blipFill>
              <p:spPr>
                <a:xfrm>
                  <a:off x="8493768" y="4875696"/>
                  <a:ext cx="230760" cy="18936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85">
            <p14:nvContentPartPr>
              <p14:cNvPr id="69" name="Ink 68">
                <a:extLst>
                  <a:ext uri="{FF2B5EF4-FFF2-40B4-BE49-F238E27FC236}">
                    <a16:creationId xmlns:a16="http://schemas.microsoft.com/office/drawing/2014/main" id="{0F84DAF5-91E8-EA1D-D7B1-0F3C26D559AD}"/>
                  </a:ext>
                </a:extLst>
              </p14:cNvPr>
              <p14:cNvContentPartPr/>
              <p14:nvPr/>
            </p14:nvContentPartPr>
            <p14:xfrm>
              <a:off x="9149518" y="4591850"/>
              <a:ext cx="181442" cy="149089"/>
            </p14:xfrm>
          </p:contentPart>
        </mc:Choice>
        <mc:Fallback xmlns="">
          <p:pic>
            <p:nvPicPr>
              <p:cNvPr id="69" name="Ink 68">
                <a:extLst>
                  <a:ext uri="{FF2B5EF4-FFF2-40B4-BE49-F238E27FC236}">
                    <a16:creationId xmlns:a16="http://schemas.microsoft.com/office/drawing/2014/main" id="{0F84DAF5-91E8-EA1D-D7B1-0F3C26D559AD}"/>
                  </a:ext>
                </a:extLst>
              </p:cNvPr>
              <p:cNvPicPr/>
              <p:nvPr/>
            </p:nvPicPr>
            <p:blipFill>
              <a:blip r:embed="rId86"/>
              <a:stretch>
                <a:fillRect/>
              </a:stretch>
            </p:blipFill>
            <p:spPr>
              <a:xfrm>
                <a:off x="9140518" y="4582825"/>
                <a:ext cx="199082" cy="166778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412090104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109D46E-539D-9FC7-946A-1DE16F255F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 dirty="0" err="1"/>
              <a:t>Lumped</a:t>
            </a:r>
            <a:r>
              <a:rPr lang="da-DK" dirty="0"/>
              <a:t> parameter versus </a:t>
            </a:r>
            <a:r>
              <a:rPr lang="da-DK" dirty="0" err="1"/>
              <a:t>distributed</a:t>
            </a:r>
            <a:r>
              <a:rPr lang="da-DK" dirty="0"/>
              <a:t> parameter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3EACA3D-76E8-004F-3E53-3C4FE0D0520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690688"/>
            <a:ext cx="10515600" cy="4351338"/>
          </a:xfrm>
        </p:spPr>
        <p:txBody>
          <a:bodyPr/>
          <a:lstStyle/>
          <a:p>
            <a:pPr marL="0" indent="0">
              <a:buNone/>
            </a:pPr>
            <a:r>
              <a:rPr lang="da-DK" sz="2000" dirty="0" err="1"/>
              <a:t>Does</a:t>
            </a:r>
            <a:r>
              <a:rPr lang="da-DK" sz="2000" dirty="0"/>
              <a:t> </a:t>
            </a:r>
            <a:r>
              <a:rPr lang="da-DK" sz="2000" dirty="0" err="1"/>
              <a:t>state</a:t>
            </a:r>
            <a:r>
              <a:rPr lang="da-DK" sz="2000" dirty="0"/>
              <a:t> variable and parameters </a:t>
            </a:r>
            <a:r>
              <a:rPr lang="da-DK" sz="2000" dirty="0" err="1"/>
              <a:t>vary</a:t>
            </a:r>
            <a:r>
              <a:rPr lang="da-DK" sz="2000" dirty="0"/>
              <a:t> in </a:t>
            </a:r>
            <a:r>
              <a:rPr lang="da-DK" sz="2000" dirty="0" err="1"/>
              <a:t>space</a:t>
            </a:r>
            <a:r>
              <a:rPr lang="da-DK" sz="2000" dirty="0"/>
              <a:t>? </a:t>
            </a:r>
            <a:r>
              <a:rPr lang="da-DK" sz="2000" dirty="0" err="1"/>
              <a:t>Closely</a:t>
            </a:r>
            <a:r>
              <a:rPr lang="da-DK" sz="2000" dirty="0"/>
              <a:t> </a:t>
            </a:r>
            <a:r>
              <a:rPr lang="da-DK" sz="2000" dirty="0" err="1"/>
              <a:t>related</a:t>
            </a:r>
            <a:r>
              <a:rPr lang="da-DK" sz="2000" dirty="0"/>
              <a:t> to </a:t>
            </a:r>
            <a:r>
              <a:rPr lang="da-DK" sz="2000" dirty="0" err="1"/>
              <a:t>PDEs</a:t>
            </a:r>
            <a:r>
              <a:rPr lang="da-DK" sz="2000" dirty="0"/>
              <a:t>!</a:t>
            </a:r>
          </a:p>
          <a:p>
            <a:pPr marL="0" indent="0">
              <a:buNone/>
            </a:pPr>
            <a:r>
              <a:rPr lang="da-DK" sz="2000" dirty="0">
                <a:sym typeface="Wingdings" panose="05000000000000000000" pitchFamily="2" charset="2"/>
              </a:rPr>
              <a:t>Models </a:t>
            </a:r>
            <a:r>
              <a:rPr lang="da-DK" sz="2000" dirty="0" err="1">
                <a:sym typeface="Wingdings" panose="05000000000000000000" pitchFamily="2" charset="2"/>
              </a:rPr>
              <a:t>are</a:t>
            </a:r>
            <a:r>
              <a:rPr lang="da-DK" sz="2000" dirty="0">
                <a:sym typeface="Wingdings" panose="05000000000000000000" pitchFamily="2" charset="2"/>
              </a:rPr>
              <a:t> </a:t>
            </a:r>
            <a:r>
              <a:rPr lang="da-DK" sz="2000" dirty="0" err="1">
                <a:sym typeface="Wingdings" panose="05000000000000000000" pitchFamily="2" charset="2"/>
              </a:rPr>
              <a:t>often</a:t>
            </a:r>
            <a:r>
              <a:rPr lang="da-DK" sz="2000" dirty="0">
                <a:sym typeface="Wingdings" panose="05000000000000000000" pitchFamily="2" charset="2"/>
              </a:rPr>
              <a:t> hybrids with </a:t>
            </a:r>
            <a:r>
              <a:rPr lang="da-DK" sz="2000" dirty="0" err="1">
                <a:sym typeface="Wingdings" panose="05000000000000000000" pitchFamily="2" charset="2"/>
              </a:rPr>
              <a:t>some</a:t>
            </a:r>
            <a:r>
              <a:rPr lang="da-DK" sz="2000" dirty="0">
                <a:sym typeface="Wingdings" panose="05000000000000000000" pitchFamily="2" charset="2"/>
              </a:rPr>
              <a:t> parameters </a:t>
            </a:r>
            <a:r>
              <a:rPr lang="da-DK" sz="2000" dirty="0" err="1">
                <a:sym typeface="Wingdings" panose="05000000000000000000" pitchFamily="2" charset="2"/>
              </a:rPr>
              <a:t>being</a:t>
            </a:r>
            <a:r>
              <a:rPr lang="da-DK" sz="2000" dirty="0">
                <a:sym typeface="Wingdings" panose="05000000000000000000" pitchFamily="2" charset="2"/>
              </a:rPr>
              <a:t> </a:t>
            </a:r>
            <a:r>
              <a:rPr lang="da-DK" sz="2000" dirty="0" err="1">
                <a:sym typeface="Wingdings" panose="05000000000000000000" pitchFamily="2" charset="2"/>
              </a:rPr>
              <a:t>lumped</a:t>
            </a:r>
            <a:r>
              <a:rPr lang="da-DK" sz="2000" dirty="0">
                <a:sym typeface="Wingdings" panose="05000000000000000000" pitchFamily="2" charset="2"/>
              </a:rPr>
              <a:t> and </a:t>
            </a:r>
            <a:r>
              <a:rPr lang="da-DK" sz="2000" dirty="0" err="1">
                <a:sym typeface="Wingdings" panose="05000000000000000000" pitchFamily="2" charset="2"/>
              </a:rPr>
              <a:t>some</a:t>
            </a:r>
            <a:r>
              <a:rPr lang="da-DK" sz="2000" dirty="0">
                <a:sym typeface="Wingdings" panose="05000000000000000000" pitchFamily="2" charset="2"/>
              </a:rPr>
              <a:t> </a:t>
            </a:r>
            <a:r>
              <a:rPr lang="da-DK" sz="2000" dirty="0" err="1">
                <a:sym typeface="Wingdings" panose="05000000000000000000" pitchFamily="2" charset="2"/>
              </a:rPr>
              <a:t>being</a:t>
            </a:r>
            <a:r>
              <a:rPr lang="da-DK" sz="2000" dirty="0">
                <a:sym typeface="Wingdings" panose="05000000000000000000" pitchFamily="2" charset="2"/>
              </a:rPr>
              <a:t> </a:t>
            </a:r>
            <a:r>
              <a:rPr lang="da-DK" sz="2000" dirty="0" err="1">
                <a:sym typeface="Wingdings" panose="05000000000000000000" pitchFamily="2" charset="2"/>
              </a:rPr>
              <a:t>distributed</a:t>
            </a:r>
            <a:endParaRPr lang="da-DK" sz="2000" dirty="0">
              <a:sym typeface="Wingdings" panose="05000000000000000000" pitchFamily="2" charset="2"/>
            </a:endParaRPr>
          </a:p>
          <a:p>
            <a:pPr marL="0" indent="0">
              <a:buNone/>
            </a:pPr>
            <a:endParaRPr lang="da-DK" dirty="0">
              <a:sym typeface="Wingdings" panose="05000000000000000000" pitchFamily="2" charset="2"/>
            </a:endParaRPr>
          </a:p>
          <a:p>
            <a:pPr marL="0" indent="0">
              <a:buNone/>
            </a:pPr>
            <a:endParaRPr lang="da-DK" dirty="0"/>
          </a:p>
        </p:txBody>
      </p:sp>
      <p:pic>
        <p:nvPicPr>
          <p:cNvPr id="58" name="Picture 57">
            <a:extLst>
              <a:ext uri="{FF2B5EF4-FFF2-40B4-BE49-F238E27FC236}">
                <a16:creationId xmlns:a16="http://schemas.microsoft.com/office/drawing/2014/main" id="{A69BAFB2-0420-3C3D-AC3E-9A94D36F3CF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7460" y="3016251"/>
            <a:ext cx="6144482" cy="2562583"/>
          </a:xfrm>
          <a:prstGeom prst="rect">
            <a:avLst/>
          </a:prstGeom>
        </p:spPr>
      </p:pic>
      <p:sp>
        <p:nvSpPr>
          <p:cNvPr id="59" name="TextBox 58">
            <a:extLst>
              <a:ext uri="{FF2B5EF4-FFF2-40B4-BE49-F238E27FC236}">
                <a16:creationId xmlns:a16="http://schemas.microsoft.com/office/drawing/2014/main" id="{86145262-6F83-68FC-D49D-EB8081C06E18}"/>
              </a:ext>
            </a:extLst>
          </p:cNvPr>
          <p:cNvSpPr txBox="1"/>
          <p:nvPr/>
        </p:nvSpPr>
        <p:spPr>
          <a:xfrm>
            <a:off x="838200" y="5882053"/>
            <a:ext cx="5472973" cy="4770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a-DK" sz="1100" dirty="0" err="1">
                <a:hlinkClick r:id="rId4" tooltip="Binay Kanti Dutta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Binay</a:t>
            </a:r>
            <a:r>
              <a:rPr lang="da-DK" sz="1100" dirty="0">
                <a:hlinkClick r:id="rId4" tooltip="Binay Kanti Dutta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 </a:t>
            </a:r>
            <a:r>
              <a:rPr lang="da-DK" sz="1100" dirty="0" err="1">
                <a:hlinkClick r:id="rId4" tooltip="Binay Kanti Dutta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Kanti</a:t>
            </a:r>
            <a:r>
              <a:rPr lang="da-DK" sz="1100" dirty="0">
                <a:hlinkClick r:id="rId4" tooltip="Binay Kanti Dutta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 </a:t>
            </a:r>
            <a:r>
              <a:rPr lang="da-DK" sz="1100" dirty="0" err="1">
                <a:hlinkClick r:id="rId4" tooltip="Binay Kanti Dutta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Dutta</a:t>
            </a:r>
            <a:r>
              <a:rPr lang="da-DK" sz="1100" dirty="0"/>
              <a:t>. 2020. </a:t>
            </a:r>
            <a:r>
              <a:rPr lang="en-US" sz="1100" dirty="0"/>
              <a:t>Mathematical Methods in Chemical and Biological Engineering</a:t>
            </a:r>
          </a:p>
          <a:p>
            <a:endParaRPr lang="da-DK" sz="1400" dirty="0"/>
          </a:p>
        </p:txBody>
      </p:sp>
      <p:grpSp>
        <p:nvGrpSpPr>
          <p:cNvPr id="36" name="Group 35">
            <a:extLst>
              <a:ext uri="{FF2B5EF4-FFF2-40B4-BE49-F238E27FC236}">
                <a16:creationId xmlns:a16="http://schemas.microsoft.com/office/drawing/2014/main" id="{59920535-3FAC-52F0-7032-D0217D067CBB}"/>
              </a:ext>
            </a:extLst>
          </p:cNvPr>
          <p:cNvGrpSpPr/>
          <p:nvPr/>
        </p:nvGrpSpPr>
        <p:grpSpPr>
          <a:xfrm>
            <a:off x="6842760" y="2589394"/>
            <a:ext cx="5254752" cy="3941323"/>
            <a:chOff x="6842760" y="2589394"/>
            <a:chExt cx="5254752" cy="3941323"/>
          </a:xfrm>
        </p:grpSpPr>
        <p:sp>
          <p:nvSpPr>
            <p:cNvPr id="48" name="Rectangle 47">
              <a:extLst>
                <a:ext uri="{FF2B5EF4-FFF2-40B4-BE49-F238E27FC236}">
                  <a16:creationId xmlns:a16="http://schemas.microsoft.com/office/drawing/2014/main" id="{6DBC8C43-61A3-96A7-702F-31BA61C5EEA1}"/>
                </a:ext>
              </a:extLst>
            </p:cNvPr>
            <p:cNvSpPr/>
            <p:nvPr/>
          </p:nvSpPr>
          <p:spPr>
            <a:xfrm>
              <a:off x="8308848" y="3202863"/>
              <a:ext cx="2322576" cy="2331720"/>
            </a:xfrm>
            <a:prstGeom prst="rect">
              <a:avLst/>
            </a:prstGeom>
            <a:solidFill>
              <a:schemeClr val="accent1">
                <a:lumMod val="40000"/>
                <a:lumOff val="6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a-DK"/>
            </a:p>
          </p:txBody>
        </p:sp>
        <p:sp>
          <p:nvSpPr>
            <p:cNvPr id="49" name="Rectangle 48">
              <a:extLst>
                <a:ext uri="{FF2B5EF4-FFF2-40B4-BE49-F238E27FC236}">
                  <a16:creationId xmlns:a16="http://schemas.microsoft.com/office/drawing/2014/main" id="{5D1B005D-3782-2FE7-1CAA-B7E8FD904DE3}"/>
                </a:ext>
              </a:extLst>
            </p:cNvPr>
            <p:cNvSpPr/>
            <p:nvPr/>
          </p:nvSpPr>
          <p:spPr>
            <a:xfrm>
              <a:off x="8308848" y="5040807"/>
              <a:ext cx="2322576" cy="493774"/>
            </a:xfrm>
            <a:prstGeom prst="rect">
              <a:avLst/>
            </a:prstGeom>
            <a:solidFill>
              <a:srgbClr val="B89843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a-DK"/>
            </a:p>
          </p:txBody>
        </p:sp>
        <p:sp>
          <p:nvSpPr>
            <p:cNvPr id="51" name="TextBox 50">
              <a:extLst>
                <a:ext uri="{FF2B5EF4-FFF2-40B4-BE49-F238E27FC236}">
                  <a16:creationId xmlns:a16="http://schemas.microsoft.com/office/drawing/2014/main" id="{AC7737D9-F11D-0461-560C-6DB43A736D48}"/>
                </a:ext>
              </a:extLst>
            </p:cNvPr>
            <p:cNvSpPr txBox="1"/>
            <p:nvPr/>
          </p:nvSpPr>
          <p:spPr>
            <a:xfrm>
              <a:off x="8270746" y="2589394"/>
              <a:ext cx="2423159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da-DK" dirty="0"/>
                <a:t>Clarifier/</a:t>
              </a:r>
              <a:r>
                <a:rPr lang="da-DK" dirty="0" err="1"/>
                <a:t>settling</a:t>
              </a:r>
              <a:r>
                <a:rPr lang="da-DK" dirty="0"/>
                <a:t> tank</a:t>
              </a:r>
            </a:p>
          </p:txBody>
        </p:sp>
        <p:cxnSp>
          <p:nvCxnSpPr>
            <p:cNvPr id="52" name="Straight Arrow Connector 51">
              <a:extLst>
                <a:ext uri="{FF2B5EF4-FFF2-40B4-BE49-F238E27FC236}">
                  <a16:creationId xmlns:a16="http://schemas.microsoft.com/office/drawing/2014/main" id="{D4721327-8479-11AE-8496-0B17A366BAAE}"/>
                </a:ext>
              </a:extLst>
            </p:cNvPr>
            <p:cNvCxnSpPr/>
            <p:nvPr/>
          </p:nvCxnSpPr>
          <p:spPr>
            <a:xfrm>
              <a:off x="10631424" y="3340023"/>
              <a:ext cx="1466088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53" name="Straight Arrow Connector 52">
              <a:extLst>
                <a:ext uri="{FF2B5EF4-FFF2-40B4-BE49-F238E27FC236}">
                  <a16:creationId xmlns:a16="http://schemas.microsoft.com/office/drawing/2014/main" id="{0B46CE38-E125-CD14-EC01-2D7B51366BB5}"/>
                </a:ext>
              </a:extLst>
            </p:cNvPr>
            <p:cNvCxnSpPr/>
            <p:nvPr/>
          </p:nvCxnSpPr>
          <p:spPr>
            <a:xfrm>
              <a:off x="9482326" y="5534581"/>
              <a:ext cx="0" cy="694944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54" name="TextBox 53">
              <a:extLst>
                <a:ext uri="{FF2B5EF4-FFF2-40B4-BE49-F238E27FC236}">
                  <a16:creationId xmlns:a16="http://schemas.microsoft.com/office/drawing/2014/main" id="{D5E6BEBC-01B6-9305-FF1A-E2F8189EE65C}"/>
                </a:ext>
              </a:extLst>
            </p:cNvPr>
            <p:cNvSpPr txBox="1"/>
            <p:nvPr/>
          </p:nvSpPr>
          <p:spPr>
            <a:xfrm>
              <a:off x="8807961" y="6222940"/>
              <a:ext cx="1312154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da-DK" sz="1400" dirty="0" err="1"/>
                <a:t>Excess</a:t>
              </a:r>
              <a:r>
                <a:rPr lang="da-DK" sz="1400" dirty="0"/>
                <a:t> </a:t>
              </a:r>
              <a:r>
                <a:rPr lang="da-DK" sz="1400" dirty="0" err="1"/>
                <a:t>sludge</a:t>
              </a:r>
              <a:r>
                <a:rPr lang="da-DK" sz="1400" dirty="0"/>
                <a:t> </a:t>
              </a:r>
            </a:p>
          </p:txBody>
        </p:sp>
        <p:sp>
          <p:nvSpPr>
            <p:cNvPr id="55" name="TextBox 54">
              <a:extLst>
                <a:ext uri="{FF2B5EF4-FFF2-40B4-BE49-F238E27FC236}">
                  <a16:creationId xmlns:a16="http://schemas.microsoft.com/office/drawing/2014/main" id="{65D7B98A-518E-9F36-5810-21A2E9DA51E0}"/>
                </a:ext>
              </a:extLst>
            </p:cNvPr>
            <p:cNvSpPr txBox="1"/>
            <p:nvPr/>
          </p:nvSpPr>
          <p:spPr>
            <a:xfrm>
              <a:off x="8944351" y="3829227"/>
              <a:ext cx="105766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da-DK" dirty="0" err="1"/>
                <a:t>stagnant</a:t>
              </a:r>
              <a:endParaRPr lang="da-DK" dirty="0"/>
            </a:p>
          </p:txBody>
        </p:sp>
        <p:cxnSp>
          <p:nvCxnSpPr>
            <p:cNvPr id="56" name="Straight Arrow Connector 55">
              <a:extLst>
                <a:ext uri="{FF2B5EF4-FFF2-40B4-BE49-F238E27FC236}">
                  <a16:creationId xmlns:a16="http://schemas.microsoft.com/office/drawing/2014/main" id="{9AA736C7-2AEF-5618-3368-C3C32E1EA521}"/>
                </a:ext>
              </a:extLst>
            </p:cNvPr>
            <p:cNvCxnSpPr/>
            <p:nvPr/>
          </p:nvCxnSpPr>
          <p:spPr>
            <a:xfrm>
              <a:off x="6842760" y="3321806"/>
              <a:ext cx="1466088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mc:AlternateContent xmlns:mc="http://schemas.openxmlformats.org/markup-compatibility/2006" xmlns:p14="http://schemas.microsoft.com/office/powerpoint/2010/main">
          <mc:Choice Requires="p14">
            <p:contentPart p14:bwMode="auto" r:id="rId5">
              <p14:nvContentPartPr>
                <p14:cNvPr id="5" name="Ink 4">
                  <a:extLst>
                    <a:ext uri="{FF2B5EF4-FFF2-40B4-BE49-F238E27FC236}">
                      <a16:creationId xmlns:a16="http://schemas.microsoft.com/office/drawing/2014/main" id="{90D651C9-B53A-C47C-3C63-64AB9F8907BE}"/>
                    </a:ext>
                  </a:extLst>
                </p14:cNvPr>
                <p14:cNvContentPartPr/>
                <p14:nvPr/>
              </p14:nvContentPartPr>
              <p14:xfrm>
                <a:off x="8642666" y="3791662"/>
                <a:ext cx="19080" cy="12240"/>
              </p14:xfrm>
            </p:contentPart>
          </mc:Choice>
          <mc:Fallback xmlns="">
            <p:pic>
              <p:nvPicPr>
                <p:cNvPr id="5" name="Ink 4">
                  <a:extLst>
                    <a:ext uri="{FF2B5EF4-FFF2-40B4-BE49-F238E27FC236}">
                      <a16:creationId xmlns:a16="http://schemas.microsoft.com/office/drawing/2014/main" id="{90D651C9-B53A-C47C-3C63-64AB9F8907BE}"/>
                    </a:ext>
                  </a:extLst>
                </p:cNvPr>
                <p:cNvPicPr/>
                <p:nvPr/>
              </p:nvPicPr>
              <p:blipFill>
                <a:blip r:embed="rId6"/>
                <a:stretch>
                  <a:fillRect/>
                </a:stretch>
              </p:blipFill>
              <p:spPr>
                <a:xfrm>
                  <a:off x="8633666" y="3782662"/>
                  <a:ext cx="36720" cy="29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">
              <p14:nvContentPartPr>
                <p14:cNvPr id="6" name="Ink 5">
                  <a:extLst>
                    <a:ext uri="{FF2B5EF4-FFF2-40B4-BE49-F238E27FC236}">
                      <a16:creationId xmlns:a16="http://schemas.microsoft.com/office/drawing/2014/main" id="{22FAEBDF-8938-8135-EF89-684E040CAC17}"/>
                    </a:ext>
                  </a:extLst>
                </p14:cNvPr>
                <p14:cNvContentPartPr/>
                <p14:nvPr/>
              </p14:nvContentPartPr>
              <p14:xfrm>
                <a:off x="8551586" y="4073902"/>
                <a:ext cx="59760" cy="69120"/>
              </p14:xfrm>
            </p:contentPart>
          </mc:Choice>
          <mc:Fallback xmlns="">
            <p:pic>
              <p:nvPicPr>
                <p:cNvPr id="6" name="Ink 5">
                  <a:extLst>
                    <a:ext uri="{FF2B5EF4-FFF2-40B4-BE49-F238E27FC236}">
                      <a16:creationId xmlns:a16="http://schemas.microsoft.com/office/drawing/2014/main" id="{22FAEBDF-8938-8135-EF89-684E040CAC17}"/>
                    </a:ext>
                  </a:extLst>
                </p:cNvPr>
                <p:cNvPicPr/>
                <p:nvPr/>
              </p:nvPicPr>
              <p:blipFill>
                <a:blip r:embed="rId8"/>
                <a:stretch>
                  <a:fillRect/>
                </a:stretch>
              </p:blipFill>
              <p:spPr>
                <a:xfrm>
                  <a:off x="8542946" y="4065262"/>
                  <a:ext cx="77400" cy="86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">
              <p14:nvContentPartPr>
                <p14:cNvPr id="7" name="Ink 6">
                  <a:extLst>
                    <a:ext uri="{FF2B5EF4-FFF2-40B4-BE49-F238E27FC236}">
                      <a16:creationId xmlns:a16="http://schemas.microsoft.com/office/drawing/2014/main" id="{D7C68F72-E1CC-59FD-9461-F8764CD50FA2}"/>
                    </a:ext>
                  </a:extLst>
                </p14:cNvPr>
                <p14:cNvContentPartPr/>
                <p14:nvPr/>
              </p14:nvContentPartPr>
              <p14:xfrm>
                <a:off x="8808986" y="4338502"/>
                <a:ext cx="42120" cy="41760"/>
              </p14:xfrm>
            </p:contentPart>
          </mc:Choice>
          <mc:Fallback xmlns="">
            <p:pic>
              <p:nvPicPr>
                <p:cNvPr id="7" name="Ink 6">
                  <a:extLst>
                    <a:ext uri="{FF2B5EF4-FFF2-40B4-BE49-F238E27FC236}">
                      <a16:creationId xmlns:a16="http://schemas.microsoft.com/office/drawing/2014/main" id="{D7C68F72-E1CC-59FD-9461-F8764CD50FA2}"/>
                    </a:ext>
                  </a:extLst>
                </p:cNvPr>
                <p:cNvPicPr/>
                <p:nvPr/>
              </p:nvPicPr>
              <p:blipFill>
                <a:blip r:embed="rId10"/>
                <a:stretch>
                  <a:fillRect/>
                </a:stretch>
              </p:blipFill>
              <p:spPr>
                <a:xfrm>
                  <a:off x="8800346" y="4329862"/>
                  <a:ext cx="59760" cy="59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">
              <p14:nvContentPartPr>
                <p14:cNvPr id="8" name="Ink 7">
                  <a:extLst>
                    <a:ext uri="{FF2B5EF4-FFF2-40B4-BE49-F238E27FC236}">
                      <a16:creationId xmlns:a16="http://schemas.microsoft.com/office/drawing/2014/main" id="{72256231-8B9F-86CB-2742-12C57E687623}"/>
                    </a:ext>
                  </a:extLst>
                </p14:cNvPr>
                <p14:cNvContentPartPr/>
                <p14:nvPr/>
              </p14:nvContentPartPr>
              <p14:xfrm>
                <a:off x="8560586" y="4674742"/>
                <a:ext cx="41760" cy="33480"/>
              </p14:xfrm>
            </p:contentPart>
          </mc:Choice>
          <mc:Fallback xmlns="">
            <p:pic>
              <p:nvPicPr>
                <p:cNvPr id="8" name="Ink 7">
                  <a:extLst>
                    <a:ext uri="{FF2B5EF4-FFF2-40B4-BE49-F238E27FC236}">
                      <a16:creationId xmlns:a16="http://schemas.microsoft.com/office/drawing/2014/main" id="{72256231-8B9F-86CB-2742-12C57E687623}"/>
                    </a:ext>
                  </a:extLst>
                </p:cNvPr>
                <p:cNvPicPr/>
                <p:nvPr/>
              </p:nvPicPr>
              <p:blipFill>
                <a:blip r:embed="rId12"/>
                <a:stretch>
                  <a:fillRect/>
                </a:stretch>
              </p:blipFill>
              <p:spPr>
                <a:xfrm>
                  <a:off x="8551946" y="4665742"/>
                  <a:ext cx="59400" cy="51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">
              <p14:nvContentPartPr>
                <p14:cNvPr id="9" name="Ink 8">
                  <a:extLst>
                    <a:ext uri="{FF2B5EF4-FFF2-40B4-BE49-F238E27FC236}">
                      <a16:creationId xmlns:a16="http://schemas.microsoft.com/office/drawing/2014/main" id="{81CCE328-D216-BA9C-E9B9-3B10A056CE50}"/>
                    </a:ext>
                  </a:extLst>
                </p14:cNvPr>
                <p14:cNvContentPartPr/>
                <p14:nvPr/>
              </p14:nvContentPartPr>
              <p14:xfrm>
                <a:off x="9454826" y="4789582"/>
                <a:ext cx="68400" cy="41400"/>
              </p14:xfrm>
            </p:contentPart>
          </mc:Choice>
          <mc:Fallback xmlns="">
            <p:pic>
              <p:nvPicPr>
                <p:cNvPr id="9" name="Ink 8">
                  <a:extLst>
                    <a:ext uri="{FF2B5EF4-FFF2-40B4-BE49-F238E27FC236}">
                      <a16:creationId xmlns:a16="http://schemas.microsoft.com/office/drawing/2014/main" id="{81CCE328-D216-BA9C-E9B9-3B10A056CE50}"/>
                    </a:ext>
                  </a:extLst>
                </p:cNvPr>
                <p:cNvPicPr/>
                <p:nvPr/>
              </p:nvPicPr>
              <p:blipFill>
                <a:blip r:embed="rId14"/>
                <a:stretch>
                  <a:fillRect/>
                </a:stretch>
              </p:blipFill>
              <p:spPr>
                <a:xfrm>
                  <a:off x="9446186" y="4780942"/>
                  <a:ext cx="86040" cy="59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">
              <p14:nvContentPartPr>
                <p14:cNvPr id="10" name="Ink 9">
                  <a:extLst>
                    <a:ext uri="{FF2B5EF4-FFF2-40B4-BE49-F238E27FC236}">
                      <a16:creationId xmlns:a16="http://schemas.microsoft.com/office/drawing/2014/main" id="{D90ED572-FC42-3185-4733-0E41507448F0}"/>
                    </a:ext>
                  </a:extLst>
                </p14:cNvPr>
                <p14:cNvContentPartPr/>
                <p14:nvPr/>
              </p14:nvContentPartPr>
              <p14:xfrm>
                <a:off x="9330626" y="4551982"/>
                <a:ext cx="28440" cy="6840"/>
              </p14:xfrm>
            </p:contentPart>
          </mc:Choice>
          <mc:Fallback xmlns="">
            <p:pic>
              <p:nvPicPr>
                <p:cNvPr id="10" name="Ink 9">
                  <a:extLst>
                    <a:ext uri="{FF2B5EF4-FFF2-40B4-BE49-F238E27FC236}">
                      <a16:creationId xmlns:a16="http://schemas.microsoft.com/office/drawing/2014/main" id="{D90ED572-FC42-3185-4733-0E41507448F0}"/>
                    </a:ext>
                  </a:extLst>
                </p:cNvPr>
                <p:cNvPicPr/>
                <p:nvPr/>
              </p:nvPicPr>
              <p:blipFill>
                <a:blip r:embed="rId16"/>
                <a:stretch>
                  <a:fillRect/>
                </a:stretch>
              </p:blipFill>
              <p:spPr>
                <a:xfrm>
                  <a:off x="9321626" y="4543342"/>
                  <a:ext cx="46080" cy="24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">
              <p14:nvContentPartPr>
                <p14:cNvPr id="11" name="Ink 10">
                  <a:extLst>
                    <a:ext uri="{FF2B5EF4-FFF2-40B4-BE49-F238E27FC236}">
                      <a16:creationId xmlns:a16="http://schemas.microsoft.com/office/drawing/2014/main" id="{47DB2B2B-A8D2-3734-002A-24555E7E45AE}"/>
                    </a:ext>
                  </a:extLst>
                </p14:cNvPr>
                <p14:cNvContentPartPr/>
                <p14:nvPr/>
              </p14:nvContentPartPr>
              <p14:xfrm>
                <a:off x="10020746" y="4809742"/>
                <a:ext cx="54000" cy="48600"/>
              </p14:xfrm>
            </p:contentPart>
          </mc:Choice>
          <mc:Fallback xmlns="">
            <p:pic>
              <p:nvPicPr>
                <p:cNvPr id="11" name="Ink 10">
                  <a:extLst>
                    <a:ext uri="{FF2B5EF4-FFF2-40B4-BE49-F238E27FC236}">
                      <a16:creationId xmlns:a16="http://schemas.microsoft.com/office/drawing/2014/main" id="{47DB2B2B-A8D2-3734-002A-24555E7E45AE}"/>
                    </a:ext>
                  </a:extLst>
                </p:cNvPr>
                <p:cNvPicPr/>
                <p:nvPr/>
              </p:nvPicPr>
              <p:blipFill>
                <a:blip r:embed="rId18"/>
                <a:stretch>
                  <a:fillRect/>
                </a:stretch>
              </p:blipFill>
              <p:spPr>
                <a:xfrm>
                  <a:off x="10011746" y="4800742"/>
                  <a:ext cx="71640" cy="66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">
              <p14:nvContentPartPr>
                <p14:cNvPr id="12" name="Ink 11">
                  <a:extLst>
                    <a:ext uri="{FF2B5EF4-FFF2-40B4-BE49-F238E27FC236}">
                      <a16:creationId xmlns:a16="http://schemas.microsoft.com/office/drawing/2014/main" id="{48F414F7-BCA0-2D99-A13E-C94835B0453B}"/>
                    </a:ext>
                  </a:extLst>
                </p14:cNvPr>
                <p14:cNvContentPartPr/>
                <p14:nvPr/>
              </p14:nvContentPartPr>
              <p14:xfrm>
                <a:off x="10404866" y="4828102"/>
                <a:ext cx="72000" cy="46080"/>
              </p14:xfrm>
            </p:contentPart>
          </mc:Choice>
          <mc:Fallback xmlns="">
            <p:pic>
              <p:nvPicPr>
                <p:cNvPr id="12" name="Ink 11">
                  <a:extLst>
                    <a:ext uri="{FF2B5EF4-FFF2-40B4-BE49-F238E27FC236}">
                      <a16:creationId xmlns:a16="http://schemas.microsoft.com/office/drawing/2014/main" id="{48F414F7-BCA0-2D99-A13E-C94835B0453B}"/>
                    </a:ext>
                  </a:extLst>
                </p:cNvPr>
                <p:cNvPicPr/>
                <p:nvPr/>
              </p:nvPicPr>
              <p:blipFill>
                <a:blip r:embed="rId20"/>
                <a:stretch>
                  <a:fillRect/>
                </a:stretch>
              </p:blipFill>
              <p:spPr>
                <a:xfrm>
                  <a:off x="10396226" y="4819102"/>
                  <a:ext cx="89640" cy="63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">
              <p14:nvContentPartPr>
                <p14:cNvPr id="13" name="Ink 12">
                  <a:extLst>
                    <a:ext uri="{FF2B5EF4-FFF2-40B4-BE49-F238E27FC236}">
                      <a16:creationId xmlns:a16="http://schemas.microsoft.com/office/drawing/2014/main" id="{8396036B-644F-1445-BF77-459F77A650B6}"/>
                    </a:ext>
                  </a:extLst>
                </p14:cNvPr>
                <p14:cNvContentPartPr/>
                <p14:nvPr/>
              </p14:nvContentPartPr>
              <p14:xfrm>
                <a:off x="9217946" y="4911982"/>
                <a:ext cx="77400" cy="33840"/>
              </p14:xfrm>
            </p:contentPart>
          </mc:Choice>
          <mc:Fallback xmlns="">
            <p:pic>
              <p:nvPicPr>
                <p:cNvPr id="13" name="Ink 12">
                  <a:extLst>
                    <a:ext uri="{FF2B5EF4-FFF2-40B4-BE49-F238E27FC236}">
                      <a16:creationId xmlns:a16="http://schemas.microsoft.com/office/drawing/2014/main" id="{8396036B-644F-1445-BF77-459F77A650B6}"/>
                    </a:ext>
                  </a:extLst>
                </p:cNvPr>
                <p:cNvPicPr/>
                <p:nvPr/>
              </p:nvPicPr>
              <p:blipFill>
                <a:blip r:embed="rId22"/>
                <a:stretch>
                  <a:fillRect/>
                </a:stretch>
              </p:blipFill>
              <p:spPr>
                <a:xfrm>
                  <a:off x="9209306" y="4903342"/>
                  <a:ext cx="95040" cy="51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3">
              <p14:nvContentPartPr>
                <p14:cNvPr id="14" name="Ink 13">
                  <a:extLst>
                    <a:ext uri="{FF2B5EF4-FFF2-40B4-BE49-F238E27FC236}">
                      <a16:creationId xmlns:a16="http://schemas.microsoft.com/office/drawing/2014/main" id="{733EE00F-F2FD-ECFF-9CA6-2BF2494EAD3C}"/>
                    </a:ext>
                  </a:extLst>
                </p14:cNvPr>
                <p14:cNvContentPartPr/>
                <p14:nvPr/>
              </p14:nvContentPartPr>
              <p14:xfrm>
                <a:off x="8726186" y="4848262"/>
                <a:ext cx="46440" cy="92880"/>
              </p14:xfrm>
            </p:contentPart>
          </mc:Choice>
          <mc:Fallback xmlns="">
            <p:pic>
              <p:nvPicPr>
                <p:cNvPr id="14" name="Ink 13">
                  <a:extLst>
                    <a:ext uri="{FF2B5EF4-FFF2-40B4-BE49-F238E27FC236}">
                      <a16:creationId xmlns:a16="http://schemas.microsoft.com/office/drawing/2014/main" id="{733EE00F-F2FD-ECFF-9CA6-2BF2494EAD3C}"/>
                    </a:ext>
                  </a:extLst>
                </p:cNvPr>
                <p:cNvPicPr/>
                <p:nvPr/>
              </p:nvPicPr>
              <p:blipFill>
                <a:blip r:embed="rId24"/>
                <a:stretch>
                  <a:fillRect/>
                </a:stretch>
              </p:blipFill>
              <p:spPr>
                <a:xfrm>
                  <a:off x="8717186" y="4839622"/>
                  <a:ext cx="64080" cy="110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5">
              <p14:nvContentPartPr>
                <p14:cNvPr id="15" name="Ink 14">
                  <a:extLst>
                    <a:ext uri="{FF2B5EF4-FFF2-40B4-BE49-F238E27FC236}">
                      <a16:creationId xmlns:a16="http://schemas.microsoft.com/office/drawing/2014/main" id="{624389B9-C8A2-B203-60C1-84DE7F7A57F9}"/>
                    </a:ext>
                  </a:extLst>
                </p14:cNvPr>
                <p14:cNvContentPartPr/>
                <p14:nvPr/>
              </p14:nvContentPartPr>
              <p14:xfrm>
                <a:off x="9703586" y="4890022"/>
                <a:ext cx="107280" cy="52920"/>
              </p14:xfrm>
            </p:contentPart>
          </mc:Choice>
          <mc:Fallback xmlns="">
            <p:pic>
              <p:nvPicPr>
                <p:cNvPr id="15" name="Ink 14">
                  <a:extLst>
                    <a:ext uri="{FF2B5EF4-FFF2-40B4-BE49-F238E27FC236}">
                      <a16:creationId xmlns:a16="http://schemas.microsoft.com/office/drawing/2014/main" id="{624389B9-C8A2-B203-60C1-84DE7F7A57F9}"/>
                    </a:ext>
                  </a:extLst>
                </p:cNvPr>
                <p:cNvPicPr/>
                <p:nvPr/>
              </p:nvPicPr>
              <p:blipFill>
                <a:blip r:embed="rId26"/>
                <a:stretch>
                  <a:fillRect/>
                </a:stretch>
              </p:blipFill>
              <p:spPr>
                <a:xfrm>
                  <a:off x="9694946" y="4881382"/>
                  <a:ext cx="124920" cy="70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7">
              <p14:nvContentPartPr>
                <p14:cNvPr id="16" name="Ink 15">
                  <a:extLst>
                    <a:ext uri="{FF2B5EF4-FFF2-40B4-BE49-F238E27FC236}">
                      <a16:creationId xmlns:a16="http://schemas.microsoft.com/office/drawing/2014/main" id="{44EAC469-00E4-B9F3-2611-A35231F4CE01}"/>
                    </a:ext>
                  </a:extLst>
                </p14:cNvPr>
                <p14:cNvContentPartPr/>
                <p14:nvPr/>
              </p14:nvContentPartPr>
              <p14:xfrm>
                <a:off x="10245746" y="4586182"/>
                <a:ext cx="169200" cy="62280"/>
              </p14:xfrm>
            </p:contentPart>
          </mc:Choice>
          <mc:Fallback xmlns="">
            <p:pic>
              <p:nvPicPr>
                <p:cNvPr id="16" name="Ink 15">
                  <a:extLst>
                    <a:ext uri="{FF2B5EF4-FFF2-40B4-BE49-F238E27FC236}">
                      <a16:creationId xmlns:a16="http://schemas.microsoft.com/office/drawing/2014/main" id="{44EAC469-00E4-B9F3-2611-A35231F4CE01}"/>
                    </a:ext>
                  </a:extLst>
                </p:cNvPr>
                <p:cNvPicPr/>
                <p:nvPr/>
              </p:nvPicPr>
              <p:blipFill>
                <a:blip r:embed="rId28"/>
                <a:stretch>
                  <a:fillRect/>
                </a:stretch>
              </p:blipFill>
              <p:spPr>
                <a:xfrm>
                  <a:off x="10236746" y="4577182"/>
                  <a:ext cx="186840" cy="79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9">
              <p14:nvContentPartPr>
                <p14:cNvPr id="17" name="Ink 16">
                  <a:extLst>
                    <a:ext uri="{FF2B5EF4-FFF2-40B4-BE49-F238E27FC236}">
                      <a16:creationId xmlns:a16="http://schemas.microsoft.com/office/drawing/2014/main" id="{F2DAE55C-8F34-D404-879E-D180F6DAAC96}"/>
                    </a:ext>
                  </a:extLst>
                </p14:cNvPr>
                <p14:cNvContentPartPr/>
                <p14:nvPr/>
              </p14:nvContentPartPr>
              <p14:xfrm>
                <a:off x="9727346" y="4582222"/>
                <a:ext cx="50760" cy="50400"/>
              </p14:xfrm>
            </p:contentPart>
          </mc:Choice>
          <mc:Fallback xmlns="">
            <p:pic>
              <p:nvPicPr>
                <p:cNvPr id="17" name="Ink 16">
                  <a:extLst>
                    <a:ext uri="{FF2B5EF4-FFF2-40B4-BE49-F238E27FC236}">
                      <a16:creationId xmlns:a16="http://schemas.microsoft.com/office/drawing/2014/main" id="{F2DAE55C-8F34-D404-879E-D180F6DAAC96}"/>
                    </a:ext>
                  </a:extLst>
                </p:cNvPr>
                <p:cNvPicPr/>
                <p:nvPr/>
              </p:nvPicPr>
              <p:blipFill>
                <a:blip r:embed="rId30"/>
                <a:stretch>
                  <a:fillRect/>
                </a:stretch>
              </p:blipFill>
              <p:spPr>
                <a:xfrm>
                  <a:off x="9718706" y="4573582"/>
                  <a:ext cx="68400" cy="68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1">
              <p14:nvContentPartPr>
                <p14:cNvPr id="18" name="Ink 17">
                  <a:extLst>
                    <a:ext uri="{FF2B5EF4-FFF2-40B4-BE49-F238E27FC236}">
                      <a16:creationId xmlns:a16="http://schemas.microsoft.com/office/drawing/2014/main" id="{A297E35E-603C-D2EC-646A-179C2B748E71}"/>
                    </a:ext>
                  </a:extLst>
                </p14:cNvPr>
                <p14:cNvContentPartPr/>
                <p14:nvPr/>
              </p14:nvContentPartPr>
              <p14:xfrm>
                <a:off x="8841746" y="4660342"/>
                <a:ext cx="51120" cy="14760"/>
              </p14:xfrm>
            </p:contentPart>
          </mc:Choice>
          <mc:Fallback xmlns="">
            <p:pic>
              <p:nvPicPr>
                <p:cNvPr id="18" name="Ink 17">
                  <a:extLst>
                    <a:ext uri="{FF2B5EF4-FFF2-40B4-BE49-F238E27FC236}">
                      <a16:creationId xmlns:a16="http://schemas.microsoft.com/office/drawing/2014/main" id="{A297E35E-603C-D2EC-646A-179C2B748E71}"/>
                    </a:ext>
                  </a:extLst>
                </p:cNvPr>
                <p:cNvPicPr/>
                <p:nvPr/>
              </p:nvPicPr>
              <p:blipFill>
                <a:blip r:embed="rId32"/>
                <a:stretch>
                  <a:fillRect/>
                </a:stretch>
              </p:blipFill>
              <p:spPr>
                <a:xfrm>
                  <a:off x="8832746" y="4651702"/>
                  <a:ext cx="68760" cy="32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3">
              <p14:nvContentPartPr>
                <p14:cNvPr id="19" name="Ink 18">
                  <a:extLst>
                    <a:ext uri="{FF2B5EF4-FFF2-40B4-BE49-F238E27FC236}">
                      <a16:creationId xmlns:a16="http://schemas.microsoft.com/office/drawing/2014/main" id="{44025100-7EC5-FF66-7F55-D20E20212EF8}"/>
                    </a:ext>
                  </a:extLst>
                </p14:cNvPr>
                <p14:cNvContentPartPr/>
                <p14:nvPr/>
              </p14:nvContentPartPr>
              <p14:xfrm>
                <a:off x="10041266" y="4416622"/>
                <a:ext cx="3240" cy="6840"/>
              </p14:xfrm>
            </p:contentPart>
          </mc:Choice>
          <mc:Fallback xmlns="">
            <p:pic>
              <p:nvPicPr>
                <p:cNvPr id="19" name="Ink 18">
                  <a:extLst>
                    <a:ext uri="{FF2B5EF4-FFF2-40B4-BE49-F238E27FC236}">
                      <a16:creationId xmlns:a16="http://schemas.microsoft.com/office/drawing/2014/main" id="{44025100-7EC5-FF66-7F55-D20E20212EF8}"/>
                    </a:ext>
                  </a:extLst>
                </p:cNvPr>
                <p:cNvPicPr/>
                <p:nvPr/>
              </p:nvPicPr>
              <p:blipFill>
                <a:blip r:embed="rId34"/>
                <a:stretch>
                  <a:fillRect/>
                </a:stretch>
              </p:blipFill>
              <p:spPr>
                <a:xfrm>
                  <a:off x="10032626" y="4407982"/>
                  <a:ext cx="20880" cy="24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5">
              <p14:nvContentPartPr>
                <p14:cNvPr id="20" name="Ink 19">
                  <a:extLst>
                    <a:ext uri="{FF2B5EF4-FFF2-40B4-BE49-F238E27FC236}">
                      <a16:creationId xmlns:a16="http://schemas.microsoft.com/office/drawing/2014/main" id="{F2BD2978-FA41-3EAC-2128-44B13C4163F0}"/>
                    </a:ext>
                  </a:extLst>
                </p14:cNvPr>
                <p14:cNvContentPartPr/>
                <p14:nvPr/>
              </p14:nvContentPartPr>
              <p14:xfrm>
                <a:off x="9463826" y="4321222"/>
                <a:ext cx="360" cy="360"/>
              </p14:xfrm>
            </p:contentPart>
          </mc:Choice>
          <mc:Fallback xmlns="">
            <p:pic>
              <p:nvPicPr>
                <p:cNvPr id="20" name="Ink 19">
                  <a:extLst>
                    <a:ext uri="{FF2B5EF4-FFF2-40B4-BE49-F238E27FC236}">
                      <a16:creationId xmlns:a16="http://schemas.microsoft.com/office/drawing/2014/main" id="{F2BD2978-FA41-3EAC-2128-44B13C4163F0}"/>
                    </a:ext>
                  </a:extLst>
                </p:cNvPr>
                <p:cNvPicPr/>
                <p:nvPr/>
              </p:nvPicPr>
              <p:blipFill>
                <a:blip r:embed="rId36"/>
                <a:stretch>
                  <a:fillRect/>
                </a:stretch>
              </p:blipFill>
              <p:spPr>
                <a:xfrm>
                  <a:off x="9455186" y="4312222"/>
                  <a:ext cx="18000" cy="18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7">
              <p14:nvContentPartPr>
                <p14:cNvPr id="21" name="Ink 20">
                  <a:extLst>
                    <a:ext uri="{FF2B5EF4-FFF2-40B4-BE49-F238E27FC236}">
                      <a16:creationId xmlns:a16="http://schemas.microsoft.com/office/drawing/2014/main" id="{AF64BCAB-B011-8AF7-55EC-CD98D47ABEFD}"/>
                    </a:ext>
                  </a:extLst>
                </p14:cNvPr>
                <p14:cNvContentPartPr/>
                <p14:nvPr/>
              </p14:nvContentPartPr>
              <p14:xfrm>
                <a:off x="10296146" y="4225462"/>
                <a:ext cx="360" cy="6840"/>
              </p14:xfrm>
            </p:contentPart>
          </mc:Choice>
          <mc:Fallback xmlns="">
            <p:pic>
              <p:nvPicPr>
                <p:cNvPr id="21" name="Ink 20">
                  <a:extLst>
                    <a:ext uri="{FF2B5EF4-FFF2-40B4-BE49-F238E27FC236}">
                      <a16:creationId xmlns:a16="http://schemas.microsoft.com/office/drawing/2014/main" id="{AF64BCAB-B011-8AF7-55EC-CD98D47ABEFD}"/>
                    </a:ext>
                  </a:extLst>
                </p:cNvPr>
                <p:cNvPicPr/>
                <p:nvPr/>
              </p:nvPicPr>
              <p:blipFill>
                <a:blip r:embed="rId34"/>
                <a:stretch>
                  <a:fillRect/>
                </a:stretch>
              </p:blipFill>
              <p:spPr>
                <a:xfrm>
                  <a:off x="10287146" y="4216822"/>
                  <a:ext cx="18000" cy="24480"/>
                </a:xfrm>
                <a:prstGeom prst="rect">
                  <a:avLst/>
                </a:prstGeom>
              </p:spPr>
            </p:pic>
          </mc:Fallback>
        </mc:AlternateContent>
        <p:grpSp>
          <p:nvGrpSpPr>
            <p:cNvPr id="25" name="Group 24">
              <a:extLst>
                <a:ext uri="{FF2B5EF4-FFF2-40B4-BE49-F238E27FC236}">
                  <a16:creationId xmlns:a16="http://schemas.microsoft.com/office/drawing/2014/main" id="{AFBCAC67-5439-804D-C935-44A861C0CB34}"/>
                </a:ext>
              </a:extLst>
            </p:cNvPr>
            <p:cNvGrpSpPr/>
            <p:nvPr/>
          </p:nvGrpSpPr>
          <p:grpSpPr>
            <a:xfrm>
              <a:off x="10100666" y="3822622"/>
              <a:ext cx="201600" cy="110160"/>
              <a:chOff x="10100666" y="3822622"/>
              <a:chExt cx="201600" cy="110160"/>
            </a:xfrm>
          </p:grpSpPr>
          <mc:AlternateContent xmlns:mc="http://schemas.openxmlformats.org/markup-compatibility/2006" xmlns:p14="http://schemas.microsoft.com/office/powerpoint/2010/main">
            <mc:Choice Requires="p14">
              <p:contentPart p14:bwMode="auto" r:id="rId38">
                <p14:nvContentPartPr>
                  <p14:cNvPr id="22" name="Ink 21">
                    <a:extLst>
                      <a:ext uri="{FF2B5EF4-FFF2-40B4-BE49-F238E27FC236}">
                        <a16:creationId xmlns:a16="http://schemas.microsoft.com/office/drawing/2014/main" id="{B93771EC-3D77-E17E-4CCF-A30EEA217D13}"/>
                      </a:ext>
                    </a:extLst>
                  </p14:cNvPr>
                  <p14:cNvContentPartPr/>
                  <p14:nvPr/>
                </p14:nvContentPartPr>
                <p14:xfrm>
                  <a:off x="10287146" y="3930982"/>
                  <a:ext cx="15120" cy="1800"/>
                </p14:xfrm>
              </p:contentPart>
            </mc:Choice>
            <mc:Fallback xmlns="">
              <p:pic>
                <p:nvPicPr>
                  <p:cNvPr id="22" name="Ink 21">
                    <a:extLst>
                      <a:ext uri="{FF2B5EF4-FFF2-40B4-BE49-F238E27FC236}">
                        <a16:creationId xmlns:a16="http://schemas.microsoft.com/office/drawing/2014/main" id="{B93771EC-3D77-E17E-4CCF-A30EEA217D13}"/>
                      </a:ext>
                    </a:extLst>
                  </p:cNvPr>
                  <p:cNvPicPr/>
                  <p:nvPr/>
                </p:nvPicPr>
                <p:blipFill>
                  <a:blip r:embed="rId39"/>
                  <a:stretch>
                    <a:fillRect/>
                  </a:stretch>
                </p:blipFill>
                <p:spPr>
                  <a:xfrm>
                    <a:off x="10278146" y="3921982"/>
                    <a:ext cx="32760" cy="19440"/>
                  </a:xfrm>
                  <a:prstGeom prst="rect">
                    <a:avLst/>
                  </a:prstGeom>
                </p:spPr>
              </p:pic>
            </mc:Fallback>
          </mc:AlternateContent>
          <mc:AlternateContent xmlns:mc="http://schemas.openxmlformats.org/markup-compatibility/2006" xmlns:p14="http://schemas.microsoft.com/office/powerpoint/2010/main">
            <mc:Choice Requires="p14">
              <p:contentPart p14:bwMode="auto" r:id="rId40">
                <p14:nvContentPartPr>
                  <p14:cNvPr id="23" name="Ink 22">
                    <a:extLst>
                      <a:ext uri="{FF2B5EF4-FFF2-40B4-BE49-F238E27FC236}">
                        <a16:creationId xmlns:a16="http://schemas.microsoft.com/office/drawing/2014/main" id="{99272578-4C8B-53B8-9FCC-7280F80FA4BB}"/>
                      </a:ext>
                    </a:extLst>
                  </p14:cNvPr>
                  <p14:cNvContentPartPr/>
                  <p14:nvPr/>
                </p14:nvContentPartPr>
                <p14:xfrm>
                  <a:off x="10100666" y="3822622"/>
                  <a:ext cx="201600" cy="108720"/>
                </p14:xfrm>
              </p:contentPart>
            </mc:Choice>
            <mc:Fallback xmlns="">
              <p:pic>
                <p:nvPicPr>
                  <p:cNvPr id="23" name="Ink 22">
                    <a:extLst>
                      <a:ext uri="{FF2B5EF4-FFF2-40B4-BE49-F238E27FC236}">
                        <a16:creationId xmlns:a16="http://schemas.microsoft.com/office/drawing/2014/main" id="{99272578-4C8B-53B8-9FCC-7280F80FA4BB}"/>
                      </a:ext>
                    </a:extLst>
                  </p:cNvPr>
                  <p:cNvPicPr/>
                  <p:nvPr/>
                </p:nvPicPr>
                <p:blipFill>
                  <a:blip r:embed="rId41"/>
                  <a:stretch>
                    <a:fillRect/>
                  </a:stretch>
                </p:blipFill>
                <p:spPr>
                  <a:xfrm>
                    <a:off x="10091666" y="3813622"/>
                    <a:ext cx="219240" cy="126360"/>
                  </a:xfrm>
                  <a:prstGeom prst="rect">
                    <a:avLst/>
                  </a:prstGeom>
                </p:spPr>
              </p:pic>
            </mc:Fallback>
          </mc:AlternateContent>
        </p:grpSp>
        <mc:AlternateContent xmlns:mc="http://schemas.openxmlformats.org/markup-compatibility/2006" xmlns:p14="http://schemas.microsoft.com/office/powerpoint/2010/main">
          <mc:Choice Requires="p14">
            <p:contentPart p14:bwMode="auto" r:id="rId42">
              <p14:nvContentPartPr>
                <p14:cNvPr id="24" name="Ink 23">
                  <a:extLst>
                    <a:ext uri="{FF2B5EF4-FFF2-40B4-BE49-F238E27FC236}">
                      <a16:creationId xmlns:a16="http://schemas.microsoft.com/office/drawing/2014/main" id="{D700ED38-E8ED-0AB0-14AA-0BD9EE0FFA7C}"/>
                    </a:ext>
                  </a:extLst>
                </p14:cNvPr>
                <p14:cNvContentPartPr/>
                <p14:nvPr/>
              </p14:nvContentPartPr>
              <p14:xfrm>
                <a:off x="9247826" y="3715702"/>
                <a:ext cx="32760" cy="12960"/>
              </p14:xfrm>
            </p:contentPart>
          </mc:Choice>
          <mc:Fallback xmlns="">
            <p:pic>
              <p:nvPicPr>
                <p:cNvPr id="24" name="Ink 23">
                  <a:extLst>
                    <a:ext uri="{FF2B5EF4-FFF2-40B4-BE49-F238E27FC236}">
                      <a16:creationId xmlns:a16="http://schemas.microsoft.com/office/drawing/2014/main" id="{D700ED38-E8ED-0AB0-14AA-0BD9EE0FFA7C}"/>
                    </a:ext>
                  </a:extLst>
                </p:cNvPr>
                <p:cNvPicPr/>
                <p:nvPr/>
              </p:nvPicPr>
              <p:blipFill>
                <a:blip r:embed="rId43"/>
                <a:stretch>
                  <a:fillRect/>
                </a:stretch>
              </p:blipFill>
              <p:spPr>
                <a:xfrm>
                  <a:off x="9238826" y="3707062"/>
                  <a:ext cx="50400" cy="30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4">
              <p14:nvContentPartPr>
                <p14:cNvPr id="26" name="Ink 25">
                  <a:extLst>
                    <a:ext uri="{FF2B5EF4-FFF2-40B4-BE49-F238E27FC236}">
                      <a16:creationId xmlns:a16="http://schemas.microsoft.com/office/drawing/2014/main" id="{BC06F83E-7896-1BFA-5A88-F51D5C7F19CA}"/>
                    </a:ext>
                  </a:extLst>
                </p14:cNvPr>
                <p14:cNvContentPartPr/>
                <p14:nvPr/>
              </p14:nvContentPartPr>
              <p14:xfrm>
                <a:off x="8972066" y="4808302"/>
                <a:ext cx="42120" cy="68400"/>
              </p14:xfrm>
            </p:contentPart>
          </mc:Choice>
          <mc:Fallback xmlns="">
            <p:pic>
              <p:nvPicPr>
                <p:cNvPr id="26" name="Ink 25">
                  <a:extLst>
                    <a:ext uri="{FF2B5EF4-FFF2-40B4-BE49-F238E27FC236}">
                      <a16:creationId xmlns:a16="http://schemas.microsoft.com/office/drawing/2014/main" id="{BC06F83E-7896-1BFA-5A88-F51D5C7F19CA}"/>
                    </a:ext>
                  </a:extLst>
                </p:cNvPr>
                <p:cNvPicPr/>
                <p:nvPr/>
              </p:nvPicPr>
              <p:blipFill>
                <a:blip r:embed="rId45"/>
                <a:stretch>
                  <a:fillRect/>
                </a:stretch>
              </p:blipFill>
              <p:spPr>
                <a:xfrm>
                  <a:off x="8963066" y="4799662"/>
                  <a:ext cx="59760" cy="86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6">
              <p14:nvContentPartPr>
                <p14:cNvPr id="27" name="Ink 26">
                  <a:extLst>
                    <a:ext uri="{FF2B5EF4-FFF2-40B4-BE49-F238E27FC236}">
                      <a16:creationId xmlns:a16="http://schemas.microsoft.com/office/drawing/2014/main" id="{7141D018-3BA8-0EA3-6B83-34E15CA69557}"/>
                    </a:ext>
                  </a:extLst>
                </p14:cNvPr>
                <p14:cNvContentPartPr/>
                <p14:nvPr/>
              </p14:nvContentPartPr>
              <p14:xfrm>
                <a:off x="9258986" y="4650622"/>
                <a:ext cx="68760" cy="66240"/>
              </p14:xfrm>
            </p:contentPart>
          </mc:Choice>
          <mc:Fallback xmlns="">
            <p:pic>
              <p:nvPicPr>
                <p:cNvPr id="27" name="Ink 26">
                  <a:extLst>
                    <a:ext uri="{FF2B5EF4-FFF2-40B4-BE49-F238E27FC236}">
                      <a16:creationId xmlns:a16="http://schemas.microsoft.com/office/drawing/2014/main" id="{7141D018-3BA8-0EA3-6B83-34E15CA69557}"/>
                    </a:ext>
                  </a:extLst>
                </p:cNvPr>
                <p:cNvPicPr/>
                <p:nvPr/>
              </p:nvPicPr>
              <p:blipFill>
                <a:blip r:embed="rId47"/>
                <a:stretch>
                  <a:fillRect/>
                </a:stretch>
              </p:blipFill>
              <p:spPr>
                <a:xfrm>
                  <a:off x="9250346" y="4641982"/>
                  <a:ext cx="86400" cy="83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8">
              <p14:nvContentPartPr>
                <p14:cNvPr id="28" name="Ink 27">
                  <a:extLst>
                    <a:ext uri="{FF2B5EF4-FFF2-40B4-BE49-F238E27FC236}">
                      <a16:creationId xmlns:a16="http://schemas.microsoft.com/office/drawing/2014/main" id="{A92163BE-EFED-4A29-D676-2B100DEFBA09}"/>
                    </a:ext>
                  </a:extLst>
                </p14:cNvPr>
                <p14:cNvContentPartPr/>
                <p14:nvPr/>
              </p14:nvContentPartPr>
              <p14:xfrm>
                <a:off x="9723386" y="4691662"/>
                <a:ext cx="64800" cy="90360"/>
              </p14:xfrm>
            </p:contentPart>
          </mc:Choice>
          <mc:Fallback xmlns="">
            <p:pic>
              <p:nvPicPr>
                <p:cNvPr id="28" name="Ink 27">
                  <a:extLst>
                    <a:ext uri="{FF2B5EF4-FFF2-40B4-BE49-F238E27FC236}">
                      <a16:creationId xmlns:a16="http://schemas.microsoft.com/office/drawing/2014/main" id="{A92163BE-EFED-4A29-D676-2B100DEFBA09}"/>
                    </a:ext>
                  </a:extLst>
                </p:cNvPr>
                <p:cNvPicPr/>
                <p:nvPr/>
              </p:nvPicPr>
              <p:blipFill>
                <a:blip r:embed="rId49"/>
                <a:stretch>
                  <a:fillRect/>
                </a:stretch>
              </p:blipFill>
              <p:spPr>
                <a:xfrm>
                  <a:off x="9714386" y="4682662"/>
                  <a:ext cx="82440" cy="108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0">
              <p14:nvContentPartPr>
                <p14:cNvPr id="29" name="Ink 28">
                  <a:extLst>
                    <a:ext uri="{FF2B5EF4-FFF2-40B4-BE49-F238E27FC236}">
                      <a16:creationId xmlns:a16="http://schemas.microsoft.com/office/drawing/2014/main" id="{C47C6FD0-5DE4-3B86-18AB-7DA78D923DED}"/>
                    </a:ext>
                  </a:extLst>
                </p14:cNvPr>
                <p14:cNvContentPartPr/>
                <p14:nvPr/>
              </p14:nvContentPartPr>
              <p14:xfrm>
                <a:off x="10289666" y="4833862"/>
                <a:ext cx="154800" cy="33480"/>
              </p14:xfrm>
            </p:contentPart>
          </mc:Choice>
          <mc:Fallback xmlns="">
            <p:pic>
              <p:nvPicPr>
                <p:cNvPr id="29" name="Ink 28">
                  <a:extLst>
                    <a:ext uri="{FF2B5EF4-FFF2-40B4-BE49-F238E27FC236}">
                      <a16:creationId xmlns:a16="http://schemas.microsoft.com/office/drawing/2014/main" id="{C47C6FD0-5DE4-3B86-18AB-7DA78D923DED}"/>
                    </a:ext>
                  </a:extLst>
                </p:cNvPr>
                <p:cNvPicPr/>
                <p:nvPr/>
              </p:nvPicPr>
              <p:blipFill>
                <a:blip r:embed="rId51"/>
                <a:stretch>
                  <a:fillRect/>
                </a:stretch>
              </p:blipFill>
              <p:spPr>
                <a:xfrm>
                  <a:off x="10280666" y="4825222"/>
                  <a:ext cx="172440" cy="51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2">
              <p14:nvContentPartPr>
                <p14:cNvPr id="30" name="Ink 29">
                  <a:extLst>
                    <a:ext uri="{FF2B5EF4-FFF2-40B4-BE49-F238E27FC236}">
                      <a16:creationId xmlns:a16="http://schemas.microsoft.com/office/drawing/2014/main" id="{704317A6-C937-B237-A95E-6BD2740FB892}"/>
                    </a:ext>
                  </a:extLst>
                </p14:cNvPr>
                <p14:cNvContentPartPr/>
                <p14:nvPr/>
              </p14:nvContentPartPr>
              <p14:xfrm>
                <a:off x="8445026" y="4840342"/>
                <a:ext cx="65880" cy="57960"/>
              </p14:xfrm>
            </p:contentPart>
          </mc:Choice>
          <mc:Fallback xmlns="">
            <p:pic>
              <p:nvPicPr>
                <p:cNvPr id="30" name="Ink 29">
                  <a:extLst>
                    <a:ext uri="{FF2B5EF4-FFF2-40B4-BE49-F238E27FC236}">
                      <a16:creationId xmlns:a16="http://schemas.microsoft.com/office/drawing/2014/main" id="{704317A6-C937-B237-A95E-6BD2740FB892}"/>
                    </a:ext>
                  </a:extLst>
                </p:cNvPr>
                <p:cNvPicPr/>
                <p:nvPr/>
              </p:nvPicPr>
              <p:blipFill>
                <a:blip r:embed="rId53"/>
                <a:stretch>
                  <a:fillRect/>
                </a:stretch>
              </p:blipFill>
              <p:spPr>
                <a:xfrm>
                  <a:off x="8436386" y="4831342"/>
                  <a:ext cx="83520" cy="75600"/>
                </a:xfrm>
                <a:prstGeom prst="rect">
                  <a:avLst/>
                </a:prstGeom>
              </p:spPr>
            </p:pic>
          </mc:Fallback>
        </mc:AlternateContent>
        <p:grpSp>
          <p:nvGrpSpPr>
            <p:cNvPr id="35" name="Group 34">
              <a:extLst>
                <a:ext uri="{FF2B5EF4-FFF2-40B4-BE49-F238E27FC236}">
                  <a16:creationId xmlns:a16="http://schemas.microsoft.com/office/drawing/2014/main" id="{733B7221-742B-1CF7-86BA-B43A72FF7615}"/>
                </a:ext>
              </a:extLst>
            </p:cNvPr>
            <p:cNvGrpSpPr/>
            <p:nvPr/>
          </p:nvGrpSpPr>
          <p:grpSpPr>
            <a:xfrm>
              <a:off x="9081866" y="4486822"/>
              <a:ext cx="62640" cy="49680"/>
              <a:chOff x="9081866" y="4486822"/>
              <a:chExt cx="62640" cy="49680"/>
            </a:xfrm>
          </p:grpSpPr>
          <mc:AlternateContent xmlns:mc="http://schemas.openxmlformats.org/markup-compatibility/2006" xmlns:p14="http://schemas.microsoft.com/office/powerpoint/2010/main">
            <mc:Choice Requires="p14">
              <p:contentPart p14:bwMode="auto" r:id="rId54">
                <p14:nvContentPartPr>
                  <p14:cNvPr id="31" name="Ink 30">
                    <a:extLst>
                      <a:ext uri="{FF2B5EF4-FFF2-40B4-BE49-F238E27FC236}">
                        <a16:creationId xmlns:a16="http://schemas.microsoft.com/office/drawing/2014/main" id="{FDAB0153-F176-411A-B900-34F74DDA77DD}"/>
                      </a:ext>
                    </a:extLst>
                  </p14:cNvPr>
                  <p14:cNvContentPartPr/>
                  <p14:nvPr/>
                </p14:nvContentPartPr>
                <p14:xfrm>
                  <a:off x="9105626" y="4486822"/>
                  <a:ext cx="38880" cy="35640"/>
                </p14:xfrm>
              </p:contentPart>
            </mc:Choice>
            <mc:Fallback xmlns="">
              <p:pic>
                <p:nvPicPr>
                  <p:cNvPr id="31" name="Ink 30">
                    <a:extLst>
                      <a:ext uri="{FF2B5EF4-FFF2-40B4-BE49-F238E27FC236}">
                        <a16:creationId xmlns:a16="http://schemas.microsoft.com/office/drawing/2014/main" id="{FDAB0153-F176-411A-B900-34F74DDA77DD}"/>
                      </a:ext>
                    </a:extLst>
                  </p:cNvPr>
                  <p:cNvPicPr/>
                  <p:nvPr/>
                </p:nvPicPr>
                <p:blipFill>
                  <a:blip r:embed="rId55"/>
                  <a:stretch>
                    <a:fillRect/>
                  </a:stretch>
                </p:blipFill>
                <p:spPr>
                  <a:xfrm>
                    <a:off x="9096626" y="4477822"/>
                    <a:ext cx="56520" cy="53280"/>
                  </a:xfrm>
                  <a:prstGeom prst="rect">
                    <a:avLst/>
                  </a:prstGeom>
                </p:spPr>
              </p:pic>
            </mc:Fallback>
          </mc:AlternateContent>
          <mc:AlternateContent xmlns:mc="http://schemas.openxmlformats.org/markup-compatibility/2006" xmlns:p14="http://schemas.microsoft.com/office/powerpoint/2010/main">
            <mc:Choice Requires="p14">
              <p:contentPart p14:bwMode="auto" r:id="rId56">
                <p14:nvContentPartPr>
                  <p14:cNvPr id="32" name="Ink 31">
                    <a:extLst>
                      <a:ext uri="{FF2B5EF4-FFF2-40B4-BE49-F238E27FC236}">
                        <a16:creationId xmlns:a16="http://schemas.microsoft.com/office/drawing/2014/main" id="{B0434B1C-15F4-7290-A59A-F5F693F47DFF}"/>
                      </a:ext>
                    </a:extLst>
                  </p14:cNvPr>
                  <p14:cNvContentPartPr/>
                  <p14:nvPr/>
                </p14:nvContentPartPr>
                <p14:xfrm>
                  <a:off x="9081866" y="4531462"/>
                  <a:ext cx="24120" cy="5040"/>
                </p14:xfrm>
              </p:contentPart>
            </mc:Choice>
            <mc:Fallback xmlns="">
              <p:pic>
                <p:nvPicPr>
                  <p:cNvPr id="32" name="Ink 31">
                    <a:extLst>
                      <a:ext uri="{FF2B5EF4-FFF2-40B4-BE49-F238E27FC236}">
                        <a16:creationId xmlns:a16="http://schemas.microsoft.com/office/drawing/2014/main" id="{B0434B1C-15F4-7290-A59A-F5F693F47DFF}"/>
                      </a:ext>
                    </a:extLst>
                  </p:cNvPr>
                  <p:cNvPicPr/>
                  <p:nvPr/>
                </p:nvPicPr>
                <p:blipFill>
                  <a:blip r:embed="rId57"/>
                  <a:stretch>
                    <a:fillRect/>
                  </a:stretch>
                </p:blipFill>
                <p:spPr>
                  <a:xfrm>
                    <a:off x="9072866" y="4522462"/>
                    <a:ext cx="41760" cy="22680"/>
                  </a:xfrm>
                  <a:prstGeom prst="rect">
                    <a:avLst/>
                  </a:prstGeom>
                </p:spPr>
              </p:pic>
            </mc:Fallback>
          </mc:AlternateContent>
        </p:grpSp>
        <mc:AlternateContent xmlns:mc="http://schemas.openxmlformats.org/markup-compatibility/2006" xmlns:p14="http://schemas.microsoft.com/office/powerpoint/2010/main">
          <mc:Choice Requires="p14">
            <p:contentPart p14:bwMode="auto" r:id="rId58">
              <p14:nvContentPartPr>
                <p14:cNvPr id="33" name="Ink 32">
                  <a:extLst>
                    <a:ext uri="{FF2B5EF4-FFF2-40B4-BE49-F238E27FC236}">
                      <a16:creationId xmlns:a16="http://schemas.microsoft.com/office/drawing/2014/main" id="{551F24ED-8F68-4E73-C333-DF14849142BA}"/>
                    </a:ext>
                  </a:extLst>
                </p14:cNvPr>
                <p14:cNvContentPartPr/>
                <p14:nvPr/>
              </p14:nvContentPartPr>
              <p14:xfrm>
                <a:off x="9395786" y="4324102"/>
                <a:ext cx="6120" cy="11520"/>
              </p14:xfrm>
            </p:contentPart>
          </mc:Choice>
          <mc:Fallback xmlns="">
            <p:pic>
              <p:nvPicPr>
                <p:cNvPr id="33" name="Ink 32">
                  <a:extLst>
                    <a:ext uri="{FF2B5EF4-FFF2-40B4-BE49-F238E27FC236}">
                      <a16:creationId xmlns:a16="http://schemas.microsoft.com/office/drawing/2014/main" id="{551F24ED-8F68-4E73-C333-DF14849142BA}"/>
                    </a:ext>
                  </a:extLst>
                </p:cNvPr>
                <p:cNvPicPr/>
                <p:nvPr/>
              </p:nvPicPr>
              <p:blipFill>
                <a:blip r:embed="rId59"/>
                <a:stretch>
                  <a:fillRect/>
                </a:stretch>
              </p:blipFill>
              <p:spPr>
                <a:xfrm>
                  <a:off x="9386786" y="4315462"/>
                  <a:ext cx="23760" cy="29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0">
              <p14:nvContentPartPr>
                <p14:cNvPr id="34" name="Ink 33">
                  <a:extLst>
                    <a:ext uri="{FF2B5EF4-FFF2-40B4-BE49-F238E27FC236}">
                      <a16:creationId xmlns:a16="http://schemas.microsoft.com/office/drawing/2014/main" id="{4B1F0884-9E1C-79B0-9831-86E9F7C904EC}"/>
                    </a:ext>
                  </a:extLst>
                </p14:cNvPr>
                <p14:cNvContentPartPr/>
                <p14:nvPr/>
              </p14:nvContentPartPr>
              <p14:xfrm>
                <a:off x="9745346" y="4281262"/>
                <a:ext cx="360" cy="360"/>
              </p14:xfrm>
            </p:contentPart>
          </mc:Choice>
          <mc:Fallback xmlns="">
            <p:pic>
              <p:nvPicPr>
                <p:cNvPr id="34" name="Ink 33">
                  <a:extLst>
                    <a:ext uri="{FF2B5EF4-FFF2-40B4-BE49-F238E27FC236}">
                      <a16:creationId xmlns:a16="http://schemas.microsoft.com/office/drawing/2014/main" id="{4B1F0884-9E1C-79B0-9831-86E9F7C904EC}"/>
                    </a:ext>
                  </a:extLst>
                </p:cNvPr>
                <p:cNvPicPr/>
                <p:nvPr/>
              </p:nvPicPr>
              <p:blipFill>
                <a:blip r:embed="rId36"/>
                <a:stretch>
                  <a:fillRect/>
                </a:stretch>
              </p:blipFill>
              <p:spPr>
                <a:xfrm>
                  <a:off x="9736346" y="4272622"/>
                  <a:ext cx="18000" cy="18000"/>
                </a:xfrm>
                <a:prstGeom prst="rect">
                  <a:avLst/>
                </a:prstGeom>
              </p:spPr>
            </p:pic>
          </mc:Fallback>
        </mc:AlternateContent>
      </p:grpSp>
    </p:spTree>
    <p:extLst>
      <p:ext uri="{BB962C8B-B14F-4D97-AF65-F5344CB8AC3E}">
        <p14:creationId xmlns:p14="http://schemas.microsoft.com/office/powerpoint/2010/main" val="330513138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B42EC0-A66C-1F27-97C4-6988B9635B4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1352" y="68705"/>
            <a:ext cx="10515600" cy="1325563"/>
          </a:xfrm>
        </p:spPr>
        <p:txBody>
          <a:bodyPr>
            <a:normAutofit/>
          </a:bodyPr>
          <a:lstStyle/>
          <a:p>
            <a:r>
              <a:rPr lang="da-DK" sz="2800" dirty="0" err="1"/>
              <a:t>Continuous</a:t>
            </a:r>
            <a:r>
              <a:rPr lang="da-DK" sz="2800" dirty="0"/>
              <a:t> and </a:t>
            </a:r>
            <a:r>
              <a:rPr lang="da-DK" sz="2800" dirty="0" err="1"/>
              <a:t>discrete</a:t>
            </a:r>
            <a:r>
              <a:rPr lang="da-DK" sz="2800" dirty="0"/>
              <a:t> models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BE7A528A-DF39-F504-1022-CAEA0A978F9F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911352" y="956945"/>
                <a:ext cx="10515600" cy="4351338"/>
              </a:xfrm>
            </p:spPr>
            <p:txBody>
              <a:bodyPr>
                <a:normAutofit/>
              </a:bodyPr>
              <a:lstStyle/>
              <a:p>
                <a:pPr marL="0" indent="0">
                  <a:buNone/>
                </a:pPr>
                <a:endParaRPr lang="da-DK" sz="2000" dirty="0"/>
              </a:p>
              <a:p>
                <a:pPr marL="0" indent="0">
                  <a:buNone/>
                </a:pPr>
                <a:r>
                  <a:rPr lang="da-DK" sz="2000" dirty="0"/>
                  <a:t>differential </a:t>
                </a:r>
                <a:r>
                  <a:rPr lang="da-DK" sz="2000" dirty="0" err="1"/>
                  <a:t>equation</a:t>
                </a:r>
                <a:r>
                  <a:rPr lang="da-DK" sz="2000" dirty="0"/>
                  <a:t>: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da-DK" sz="200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da-DK" sz="2000" i="1" smtClean="0">
                            <a:latin typeface="Cambria Math" panose="02040503050406030204" pitchFamily="18" charset="0"/>
                          </a:rPr>
                          <m:t>𝑑𝑦</m:t>
                        </m:r>
                      </m:num>
                      <m:den>
                        <m:r>
                          <a:rPr lang="da-DK" sz="2000" i="1" smtClean="0"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da-DK" sz="2000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</m:den>
                    </m:f>
                    <m:r>
                      <a:rPr lang="da-DK" sz="2000" b="0" i="1" smtClean="0">
                        <a:latin typeface="Cambria Math" panose="02040503050406030204" pitchFamily="18" charset="0"/>
                      </a:rPr>
                      <m:t>=−</m:t>
                    </m:r>
                    <m:r>
                      <a:rPr lang="da-DK" sz="2000" b="0" i="1" smtClean="0">
                        <a:latin typeface="Cambria Math" panose="02040503050406030204" pitchFamily="18" charset="0"/>
                      </a:rPr>
                      <m:t>𝑘𝐶</m:t>
                    </m:r>
                  </m:oMath>
                </a14:m>
                <a:r>
                  <a:rPr lang="da-DK" sz="2000" dirty="0"/>
                  <a:t>	</a:t>
                </a:r>
              </a:p>
              <a:p>
                <a:pPr marL="0" indent="0">
                  <a:buNone/>
                </a:pPr>
                <a:r>
                  <a:rPr lang="da-DK" sz="2000" dirty="0"/>
                  <a:t>difference </a:t>
                </a:r>
                <a:r>
                  <a:rPr lang="da-DK" sz="2000" dirty="0" err="1"/>
                  <a:t>equation</a:t>
                </a:r>
                <a:r>
                  <a:rPr lang="da-DK" sz="2000" dirty="0"/>
                  <a:t>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da-DK" sz="20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da-DK" sz="2000" b="0" i="1" smtClean="0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da-DK" sz="2000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da-DK" sz="2000" b="0" i="1" smtClean="0">
                            <a:latin typeface="Cambria Math" panose="02040503050406030204" pitchFamily="18" charset="0"/>
                          </a:rPr>
                          <m:t>+1</m:t>
                        </m:r>
                      </m:sub>
                    </m:sSub>
                    <m:r>
                      <a:rPr lang="da-DK" sz="2000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da-DK" sz="2000" b="0" i="0" smtClean="0">
                        <a:latin typeface="Cambria Math" panose="02040503050406030204" pitchFamily="18" charset="0"/>
                      </a:rPr>
                      <m:t> </m:t>
                    </m:r>
                    <m:sSub>
                      <m:sSubPr>
                        <m:ctrlPr>
                          <a:rPr lang="da-DK" sz="20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da-DK" sz="2000" b="0" i="1" smtClean="0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da-DK" sz="2000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da-DK" sz="2000" b="0" i="1" smtClean="0">
                        <a:latin typeface="Cambria Math" panose="02040503050406030204" pitchFamily="18" charset="0"/>
                      </a:rPr>
                      <m:t>+</m:t>
                    </m:r>
                    <m:r>
                      <a:rPr lang="da-DK" sz="2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∆</m:t>
                    </m:r>
                    <m:r>
                      <a:rPr lang="da-DK" sz="2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𝑡</m:t>
                    </m:r>
                    <m:r>
                      <a:rPr lang="da-DK" sz="2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∙ </m:t>
                    </m:r>
                    <m:r>
                      <a:rPr lang="da-DK" sz="2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𝑓</m:t>
                    </m:r>
                    <m:r>
                      <a:rPr lang="da-DK" sz="2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(</m:t>
                    </m:r>
                    <m:sSub>
                      <m:sSubPr>
                        <m:ctrlPr>
                          <a:rPr lang="da-DK" sz="2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da-DK" sz="2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𝑡</m:t>
                        </m:r>
                      </m:e>
                      <m:sub>
                        <m:r>
                          <a:rPr lang="da-DK" sz="2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da-DK" sz="2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da-DK" sz="2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da-DK" sz="2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da-DK" sz="2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da-DK" sz="2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)</m:t>
                    </m:r>
                  </m:oMath>
                </a14:m>
                <a:endParaRPr lang="da-DK" sz="2000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BE7A528A-DF39-F504-1022-CAEA0A978F9F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911352" y="956945"/>
                <a:ext cx="10515600" cy="4351338"/>
              </a:xfrm>
              <a:blipFill>
                <a:blip r:embed="rId2"/>
                <a:stretch>
                  <a:fillRect l="-638"/>
                </a:stretch>
              </a:blipFill>
            </p:spPr>
            <p:txBody>
              <a:bodyPr/>
              <a:lstStyle/>
              <a:p>
                <a:r>
                  <a:rPr lang="da-DK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5" name="Picture 4">
            <a:extLst>
              <a:ext uri="{FF2B5EF4-FFF2-40B4-BE49-F238E27FC236}">
                <a16:creationId xmlns:a16="http://schemas.microsoft.com/office/drawing/2014/main" id="{01B6C6C1-11F5-CE00-D674-5921D88F394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093001" y="406286"/>
            <a:ext cx="2333951" cy="3448531"/>
          </a:xfrm>
          <a:prstGeom prst="rect">
            <a:avLst/>
          </a:prstGeom>
        </p:spPr>
      </p:pic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E4989750-0E9C-2A45-F886-6A05CBC23895}"/>
              </a:ext>
            </a:extLst>
          </p:cNvPr>
          <p:cNvCxnSpPr>
            <a:cxnSpLocks/>
          </p:cNvCxnSpPr>
          <p:nvPr/>
        </p:nvCxnSpPr>
        <p:spPr>
          <a:xfrm flipH="1" flipV="1">
            <a:off x="4888992" y="2340864"/>
            <a:ext cx="67056" cy="532138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9" name="TextBox 8">
            <a:extLst>
              <a:ext uri="{FF2B5EF4-FFF2-40B4-BE49-F238E27FC236}">
                <a16:creationId xmlns:a16="http://schemas.microsoft.com/office/drawing/2014/main" id="{6E28E0A4-F1C8-BC79-DB9F-36A69148C7F8}"/>
              </a:ext>
            </a:extLst>
          </p:cNvPr>
          <p:cNvSpPr txBox="1"/>
          <p:nvPr/>
        </p:nvSpPr>
        <p:spPr>
          <a:xfrm>
            <a:off x="4369512" y="2873002"/>
            <a:ext cx="250677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a-DK" dirty="0"/>
              <a:t>Looks </a:t>
            </a:r>
            <a:r>
              <a:rPr lang="da-DK" dirty="0" err="1"/>
              <a:t>familiar</a:t>
            </a:r>
            <a:r>
              <a:rPr lang="da-DK" dirty="0"/>
              <a:t>?</a:t>
            </a:r>
          </a:p>
        </p:txBody>
      </p:sp>
      <p:sp>
        <p:nvSpPr>
          <p:cNvPr id="11" name="Title 1">
            <a:extLst>
              <a:ext uri="{FF2B5EF4-FFF2-40B4-BE49-F238E27FC236}">
                <a16:creationId xmlns:a16="http://schemas.microsoft.com/office/drawing/2014/main" id="{80DD4AC6-3C8A-08D2-29EB-2A5F99470695}"/>
              </a:ext>
            </a:extLst>
          </p:cNvPr>
          <p:cNvSpPr txBox="1">
            <a:spLocks/>
          </p:cNvSpPr>
          <p:nvPr/>
        </p:nvSpPr>
        <p:spPr>
          <a:xfrm>
            <a:off x="838200" y="3255986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da-DK" sz="2800" dirty="0" err="1"/>
              <a:t>Algebraic</a:t>
            </a:r>
            <a:r>
              <a:rPr lang="da-DK" sz="2800" dirty="0"/>
              <a:t> </a:t>
            </a:r>
            <a:r>
              <a:rPr lang="da-DK" sz="2800" dirty="0" err="1"/>
              <a:t>equation</a:t>
            </a:r>
            <a:endParaRPr lang="da-DK" sz="2800" dirty="0"/>
          </a:p>
        </p:txBody>
      </p:sp>
      <p:sp>
        <p:nvSpPr>
          <p:cNvPr id="12" name="Content Placeholder 2">
            <a:extLst>
              <a:ext uri="{FF2B5EF4-FFF2-40B4-BE49-F238E27FC236}">
                <a16:creationId xmlns:a16="http://schemas.microsoft.com/office/drawing/2014/main" id="{9BCC08B2-A66E-1DA8-B01C-C93897B90C81}"/>
              </a:ext>
            </a:extLst>
          </p:cNvPr>
          <p:cNvSpPr txBox="1">
            <a:spLocks/>
          </p:cNvSpPr>
          <p:nvPr/>
        </p:nvSpPr>
        <p:spPr>
          <a:xfrm>
            <a:off x="838200" y="3854817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endParaRPr lang="da-DK" sz="20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E352F1D6-4036-EB32-D0CD-AEA88498273E}"/>
                  </a:ext>
                </a:extLst>
              </p:cNvPr>
              <p:cNvSpPr txBox="1"/>
              <p:nvPr/>
            </p:nvSpPr>
            <p:spPr>
              <a:xfrm>
                <a:off x="975360" y="4167070"/>
                <a:ext cx="8245719" cy="92333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da-DK" dirty="0" err="1"/>
                  <a:t>Algebraic</a:t>
                </a:r>
                <a:r>
                  <a:rPr lang="da-DK" dirty="0"/>
                  <a:t> </a:t>
                </a:r>
                <a:r>
                  <a:rPr lang="da-DK" dirty="0" err="1"/>
                  <a:t>equations</a:t>
                </a:r>
                <a:r>
                  <a:rPr lang="da-DK" dirty="0"/>
                  <a:t> </a:t>
                </a:r>
                <a:r>
                  <a:rPr lang="da-DK" dirty="0" err="1"/>
                  <a:t>contain</a:t>
                </a:r>
                <a:r>
                  <a:rPr lang="da-DK" dirty="0"/>
                  <a:t> no derivatives (</a:t>
                </a:r>
                <a:r>
                  <a:rPr lang="da-DK" dirty="0" err="1"/>
                  <a:t>involves</a:t>
                </a:r>
                <a:r>
                  <a:rPr lang="da-DK" dirty="0"/>
                  <a:t> variables and </a:t>
                </a:r>
                <a:r>
                  <a:rPr lang="da-DK" dirty="0" err="1"/>
                  <a:t>constants</a:t>
                </a:r>
                <a:r>
                  <a:rPr lang="da-DK" dirty="0"/>
                  <a:t> </a:t>
                </a:r>
                <a:r>
                  <a:rPr lang="da-DK" dirty="0" err="1"/>
                  <a:t>only</a:t>
                </a:r>
                <a:r>
                  <a:rPr lang="da-DK" dirty="0"/>
                  <a:t>)</a:t>
                </a:r>
              </a:p>
              <a:p>
                <a14:m>
                  <m:oMath xmlns:m="http://schemas.openxmlformats.org/officeDocument/2006/math">
                    <m:r>
                      <a:rPr lang="da-DK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𝑦</m:t>
                    </m:r>
                    <m:r>
                      <a:rPr lang="da-DK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=2</m:t>
                    </m:r>
                    <m:r>
                      <a:rPr lang="da-DK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𝑥</m:t>
                    </m:r>
                    <m:r>
                      <a:rPr lang="da-DK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+5</m:t>
                    </m:r>
                  </m:oMath>
                </a14:m>
                <a:r>
                  <a:rPr lang="da-DK" b="0" i="1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	</a:t>
                </a:r>
              </a:p>
              <a:p>
                <a14:m>
                  <m:oMath xmlns:m="http://schemas.openxmlformats.org/officeDocument/2006/math">
                    <m:r>
                      <a:rPr lang="da-DK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𝑦</m:t>
                    </m:r>
                    <m:r>
                      <a:rPr lang="da-DK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da-DK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da-DK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da-DK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a:rPr lang="da-DK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−</m:t>
                    </m:r>
                    <m:sSup>
                      <m:sSupPr>
                        <m:ctrlPr>
                          <a:rPr lang="da-DK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da-DK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da-DK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lang="da-DK" dirty="0"/>
                  <a:t>	</a:t>
                </a:r>
              </a:p>
            </p:txBody>
          </p:sp>
        </mc:Choice>
        <mc:Fallback xmlns="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E352F1D6-4036-EB32-D0CD-AEA88498273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75360" y="4167070"/>
                <a:ext cx="8245719" cy="923330"/>
              </a:xfrm>
              <a:prstGeom prst="rect">
                <a:avLst/>
              </a:prstGeom>
              <a:blipFill>
                <a:blip r:embed="rId4"/>
                <a:stretch>
                  <a:fillRect l="-591" t="-3311" b="-1987"/>
                </a:stretch>
              </a:blipFill>
            </p:spPr>
            <p:txBody>
              <a:bodyPr/>
              <a:lstStyle/>
              <a:p>
                <a:r>
                  <a:rPr lang="da-DK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5" name="Picture 14">
            <a:extLst>
              <a:ext uri="{FF2B5EF4-FFF2-40B4-BE49-F238E27FC236}">
                <a16:creationId xmlns:a16="http://schemas.microsoft.com/office/drawing/2014/main" id="{F00C771E-38DB-B0B5-8B9D-35816075B05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517748" y="5001429"/>
            <a:ext cx="3762900" cy="1619476"/>
          </a:xfrm>
          <a:prstGeom prst="rect">
            <a:avLst/>
          </a:prstGeom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C67F33B5-20A4-F709-FC44-1C118C99FAB8}"/>
              </a:ext>
            </a:extLst>
          </p:cNvPr>
          <p:cNvSpPr txBox="1"/>
          <p:nvPr/>
        </p:nvSpPr>
        <p:spPr>
          <a:xfrm>
            <a:off x="4194211" y="4575584"/>
            <a:ext cx="727179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a-DK" dirty="0"/>
              <a:t>The </a:t>
            </a:r>
            <a:r>
              <a:rPr lang="da-DK" dirty="0" err="1"/>
              <a:t>finite</a:t>
            </a:r>
            <a:r>
              <a:rPr lang="da-DK" dirty="0"/>
              <a:t> difference </a:t>
            </a:r>
            <a:r>
              <a:rPr lang="da-DK" dirty="0" err="1"/>
              <a:t>method</a:t>
            </a:r>
            <a:r>
              <a:rPr lang="da-DK" dirty="0"/>
              <a:t> </a:t>
            </a:r>
            <a:r>
              <a:rPr lang="da-DK" dirty="0" err="1"/>
              <a:t>converted</a:t>
            </a:r>
            <a:r>
              <a:rPr lang="da-DK" dirty="0"/>
              <a:t> to system of </a:t>
            </a:r>
            <a:r>
              <a:rPr lang="da-DK" dirty="0" err="1"/>
              <a:t>algebraic</a:t>
            </a:r>
            <a:r>
              <a:rPr lang="da-DK" dirty="0"/>
              <a:t> </a:t>
            </a:r>
            <a:r>
              <a:rPr lang="da-DK" dirty="0" err="1"/>
              <a:t>equations</a:t>
            </a:r>
            <a:endParaRPr lang="da-DK" dirty="0"/>
          </a:p>
        </p:txBody>
      </p:sp>
      <p:sp>
        <p:nvSpPr>
          <p:cNvPr id="6" name="Cloud 5">
            <a:extLst>
              <a:ext uri="{FF2B5EF4-FFF2-40B4-BE49-F238E27FC236}">
                <a16:creationId xmlns:a16="http://schemas.microsoft.com/office/drawing/2014/main" id="{16ED9F65-8E45-6035-D267-1BED134CE30A}"/>
              </a:ext>
            </a:extLst>
          </p:cNvPr>
          <p:cNvSpPr/>
          <p:nvPr/>
        </p:nvSpPr>
        <p:spPr>
          <a:xfrm>
            <a:off x="1916938" y="5091317"/>
            <a:ext cx="5177198" cy="1619476"/>
          </a:xfrm>
          <a:prstGeom prst="cloud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a-DK" dirty="0"/>
              <a:t>An </a:t>
            </a:r>
            <a:r>
              <a:rPr lang="da-DK" dirty="0" err="1"/>
              <a:t>equation</a:t>
            </a:r>
            <a:r>
              <a:rPr lang="da-DK" dirty="0"/>
              <a:t> or system with </a:t>
            </a:r>
            <a:r>
              <a:rPr lang="da-DK" dirty="0" err="1"/>
              <a:t>both</a:t>
            </a:r>
            <a:r>
              <a:rPr lang="da-DK" dirty="0"/>
              <a:t> differential and </a:t>
            </a:r>
            <a:r>
              <a:rPr lang="da-DK" dirty="0" err="1"/>
              <a:t>algebraic</a:t>
            </a:r>
            <a:r>
              <a:rPr lang="da-DK" dirty="0"/>
              <a:t> </a:t>
            </a:r>
            <a:r>
              <a:rPr lang="da-DK" dirty="0" err="1"/>
              <a:t>equations</a:t>
            </a:r>
            <a:r>
              <a:rPr lang="da-DK" dirty="0"/>
              <a:t> is a ”Differential-</a:t>
            </a:r>
            <a:r>
              <a:rPr lang="da-DK" dirty="0" err="1"/>
              <a:t>algebraic</a:t>
            </a:r>
            <a:r>
              <a:rPr lang="da-DK" dirty="0"/>
              <a:t> </a:t>
            </a:r>
            <a:r>
              <a:rPr lang="da-DK" dirty="0" err="1"/>
              <a:t>equation</a:t>
            </a:r>
            <a:r>
              <a:rPr lang="da-DK" dirty="0"/>
              <a:t>/model” </a:t>
            </a:r>
          </a:p>
        </p:txBody>
      </p:sp>
    </p:spTree>
    <p:extLst>
      <p:ext uri="{BB962C8B-B14F-4D97-AF65-F5344CB8AC3E}">
        <p14:creationId xmlns:p14="http://schemas.microsoft.com/office/powerpoint/2010/main" val="51308871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/>
      <p:bldP spid="13" grpId="0"/>
      <p:bldP spid="16" grpId="0"/>
      <p:bldP spid="6" grpId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D1B08A-E98E-FECD-FF87-18F3C202813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549275"/>
          </a:xfrm>
        </p:spPr>
        <p:txBody>
          <a:bodyPr>
            <a:normAutofit/>
          </a:bodyPr>
          <a:lstStyle/>
          <a:p>
            <a:pPr algn="ctr"/>
            <a:r>
              <a:rPr lang="da-DK" sz="2800" dirty="0" err="1"/>
              <a:t>Mechanistic</a:t>
            </a:r>
            <a:r>
              <a:rPr lang="da-DK" sz="2800" dirty="0"/>
              <a:t> or </a:t>
            </a:r>
            <a:r>
              <a:rPr lang="da-DK" sz="2800" dirty="0" err="1"/>
              <a:t>emperical</a:t>
            </a:r>
            <a:endParaRPr lang="da-DK" sz="2800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04B07399-757B-ECF1-BACF-AA7C8A2C2142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690836" y="878299"/>
                <a:ext cx="10515600" cy="5506497"/>
              </a:xfrm>
            </p:spPr>
            <p:txBody>
              <a:bodyPr>
                <a:normAutofit/>
              </a:bodyPr>
              <a:lstStyle/>
              <a:p>
                <a:pPr marL="0" indent="0">
                  <a:buNone/>
                </a:pPr>
                <a:r>
                  <a:rPr lang="da-DK" sz="1800" dirty="0"/>
                  <a:t>Mechanistic: </a:t>
                </a:r>
                <a:r>
                  <a:rPr lang="da-DK" sz="1800" dirty="0" err="1"/>
                  <a:t>based</a:t>
                </a:r>
                <a:r>
                  <a:rPr lang="da-DK" sz="1800" dirty="0"/>
                  <a:t> on </a:t>
                </a:r>
                <a:r>
                  <a:rPr lang="da-DK" sz="1800" dirty="0" err="1"/>
                  <a:t>underlying</a:t>
                </a:r>
                <a:r>
                  <a:rPr lang="da-DK" sz="1800" dirty="0"/>
                  <a:t> </a:t>
                </a:r>
                <a:r>
                  <a:rPr lang="da-DK" sz="1800" dirty="0" err="1"/>
                  <a:t>laws</a:t>
                </a:r>
                <a:r>
                  <a:rPr lang="da-DK" sz="1800" dirty="0"/>
                  <a:t> of </a:t>
                </a:r>
                <a:r>
                  <a:rPr lang="da-DK" sz="1800" dirty="0" err="1"/>
                  <a:t>physics</a:t>
                </a:r>
                <a:r>
                  <a:rPr lang="da-DK" sz="1800" dirty="0"/>
                  <a:t> and </a:t>
                </a:r>
                <a:r>
                  <a:rPr lang="da-DK" sz="1800" dirty="0" err="1"/>
                  <a:t>chemistry</a:t>
                </a:r>
                <a:r>
                  <a:rPr lang="da-DK" sz="1800" dirty="0"/>
                  <a:t> (</a:t>
                </a:r>
                <a:r>
                  <a:rPr lang="da-DK" sz="1800" dirty="0" err="1"/>
                  <a:t>ideally</a:t>
                </a:r>
                <a:r>
                  <a:rPr lang="da-DK" sz="1800" dirty="0"/>
                  <a:t> </a:t>
                </a:r>
                <a:r>
                  <a:rPr lang="da-DK" sz="1800" dirty="0" err="1"/>
                  <a:t>we</a:t>
                </a:r>
                <a:r>
                  <a:rPr lang="da-DK" sz="1800" dirty="0"/>
                  <a:t> do not </a:t>
                </a:r>
                <a:r>
                  <a:rPr lang="da-DK" sz="1800" dirty="0" err="1"/>
                  <a:t>need</a:t>
                </a:r>
                <a:r>
                  <a:rPr lang="da-DK" sz="1800" dirty="0"/>
                  <a:t> data to </a:t>
                </a:r>
                <a:r>
                  <a:rPr lang="da-DK" sz="1800" dirty="0" err="1"/>
                  <a:t>formulate</a:t>
                </a:r>
                <a:r>
                  <a:rPr lang="da-DK" sz="1800" dirty="0"/>
                  <a:t> the model). </a:t>
                </a:r>
              </a:p>
              <a:p>
                <a:pPr marL="0" indent="0">
                  <a:buNone/>
                </a:pPr>
                <a14:m>
                  <m:oMath xmlns:m="http://schemas.openxmlformats.org/officeDocument/2006/math">
                    <m:f>
                      <m:fPr>
                        <m:ctrlPr>
                          <a:rPr lang="da-DK" sz="1800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sSupPr>
                            <m:ctrlPr>
                              <a:rPr lang="da-DK" sz="1800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da-DK" sz="1800" b="0" i="1" smtClean="0">
                                <a:latin typeface="Cambria Math" panose="02040503050406030204" pitchFamily="18" charset="0"/>
                              </a:rPr>
                              <m:t>𝑑</m:t>
                            </m:r>
                          </m:e>
                          <m:sup>
                            <m:r>
                              <a:rPr lang="da-DK" sz="1800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a:rPr lang="da-DK" sz="1800" b="0" i="1" smtClean="0">
                            <a:latin typeface="Cambria Math" panose="02040503050406030204" pitchFamily="18" charset="0"/>
                          </a:rPr>
                          <m:t>ℎ</m:t>
                        </m:r>
                      </m:num>
                      <m:den>
                        <m:r>
                          <a:rPr lang="da-DK" sz="1800" i="1" smtClean="0">
                            <a:latin typeface="Cambria Math" panose="02040503050406030204" pitchFamily="18" charset="0"/>
                          </a:rPr>
                          <m:t>𝑑</m:t>
                        </m:r>
                        <m:sSup>
                          <m:sSupPr>
                            <m:ctrlPr>
                              <a:rPr lang="da-DK" sz="1800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da-DK" sz="1800" b="0" i="1" smtClean="0">
                                <a:latin typeface="Cambria Math" panose="02040503050406030204" pitchFamily="18" charset="0"/>
                              </a:rPr>
                              <m:t>𝑡</m:t>
                            </m:r>
                          </m:e>
                          <m:sup>
                            <m:r>
                              <a:rPr lang="da-DK" sz="1800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  <m:r>
                      <a:rPr lang="da-DK" sz="1800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da-DK" sz="1800" b="0" i="1" smtClean="0">
                        <a:latin typeface="Cambria Math" panose="02040503050406030204" pitchFamily="18" charset="0"/>
                      </a:rPr>
                      <m:t>𝑔</m:t>
                    </m:r>
                  </m:oMath>
                </a14:m>
                <a:r>
                  <a:rPr lang="da-DK" sz="1800" dirty="0"/>
                  <a:t>	position of </a:t>
                </a:r>
                <a:r>
                  <a:rPr lang="da-DK" sz="1800" dirty="0" err="1"/>
                  <a:t>falling</a:t>
                </a:r>
                <a:r>
                  <a:rPr lang="da-DK" sz="1800" dirty="0"/>
                  <a:t> </a:t>
                </a:r>
                <a:r>
                  <a:rPr lang="da-DK" sz="1800" dirty="0" err="1"/>
                  <a:t>object</a:t>
                </a:r>
                <a:r>
                  <a:rPr lang="da-DK" sz="1800" dirty="0"/>
                  <a:t> in </a:t>
                </a:r>
                <a:r>
                  <a:rPr lang="da-DK" sz="1800" dirty="0" err="1"/>
                  <a:t>vacuum</a:t>
                </a:r>
                <a:r>
                  <a:rPr lang="da-DK" sz="1800" dirty="0"/>
                  <a:t> (</a:t>
                </a:r>
                <a:r>
                  <a:rPr lang="da-DK" sz="1800" dirty="0" err="1"/>
                  <a:t>mechanistic</a:t>
                </a:r>
                <a:r>
                  <a:rPr lang="da-DK" sz="1800" dirty="0"/>
                  <a:t>)</a:t>
                </a:r>
              </a:p>
              <a:p>
                <a:pPr marL="0" indent="0">
                  <a:buNone/>
                </a:pPr>
                <a:endParaRPr lang="da-DK" sz="1800" dirty="0"/>
              </a:p>
              <a:p>
                <a:pPr marL="0" indent="0">
                  <a:buNone/>
                </a:pPr>
                <a:endParaRPr lang="da-DK" sz="1800" dirty="0"/>
              </a:p>
              <a:p>
                <a:pPr marL="0" indent="0">
                  <a:buNone/>
                </a:pPr>
                <a:endParaRPr lang="da-DK" sz="1800" b="0" i="1" dirty="0">
                  <a:latin typeface="Cambria Math" panose="02040503050406030204" pitchFamily="18" charset="0"/>
                </a:endParaRPr>
              </a:p>
              <a:p>
                <a:pPr marL="0" indent="0">
                  <a:buNone/>
                </a:pPr>
                <a14:m>
                  <m:oMath xmlns:m="http://schemas.openxmlformats.org/officeDocument/2006/math">
                    <m:f>
                      <m:fPr>
                        <m:ctrlPr>
                          <a:rPr lang="da-DK" sz="1800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da-DK" sz="1800" b="0" i="1" smtClean="0">
                            <a:latin typeface="Cambria Math" panose="02040503050406030204" pitchFamily="18" charset="0"/>
                          </a:rPr>
                          <m:t>𝑑𝑋</m:t>
                        </m:r>
                      </m:num>
                      <m:den>
                        <m:r>
                          <a:rPr lang="da-DK" sz="1800" b="0" i="1" smtClean="0">
                            <a:latin typeface="Cambria Math" panose="02040503050406030204" pitchFamily="18" charset="0"/>
                          </a:rPr>
                          <m:t>𝑑𝑡</m:t>
                        </m:r>
                      </m:den>
                    </m:f>
                    <m:r>
                      <a:rPr lang="da-DK" sz="1800" b="0" i="1" smtClean="0">
                        <a:latin typeface="Cambria Math" panose="02040503050406030204" pitchFamily="18" charset="0"/>
                      </a:rPr>
                      <m:t>= </m:t>
                    </m:r>
                    <m:f>
                      <m:fPr>
                        <m:ctrlPr>
                          <a:rPr lang="da-DK" sz="1800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da-DK" sz="18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da-DK" sz="1800" b="0" i="1" smtClean="0">
                                <a:latin typeface="Cambria Math" panose="02040503050406030204" pitchFamily="18" charset="0"/>
                              </a:rPr>
                              <m:t>𝑢</m:t>
                            </m:r>
                          </m:e>
                          <m:sub>
                            <m:r>
                              <a:rPr lang="da-DK" sz="1800" b="0" i="1" smtClean="0">
                                <a:latin typeface="Cambria Math" panose="02040503050406030204" pitchFamily="18" charset="0"/>
                              </a:rPr>
                              <m:t>𝑚𝑎𝑥</m:t>
                            </m:r>
                          </m:sub>
                        </m:sSub>
                        <m:r>
                          <a:rPr lang="da-DK" sz="18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∙</m:t>
                        </m:r>
                        <m:r>
                          <a:rPr lang="da-DK" sz="18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𝑆</m:t>
                        </m:r>
                      </m:num>
                      <m:den>
                        <m:sSub>
                          <m:sSubPr>
                            <m:ctrlPr>
                              <a:rPr lang="da-DK" sz="18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da-DK" sz="1800" b="0" i="1" smtClean="0">
                                <a:latin typeface="Cambria Math" panose="02040503050406030204" pitchFamily="18" charset="0"/>
                              </a:rPr>
                              <m:t>𝐾</m:t>
                            </m:r>
                          </m:e>
                          <m:sub>
                            <m:r>
                              <a:rPr lang="da-DK" sz="1800" b="0" i="1" smtClean="0">
                                <a:latin typeface="Cambria Math" panose="02040503050406030204" pitchFamily="18" charset="0"/>
                              </a:rPr>
                              <m:t>𝑆</m:t>
                            </m:r>
                          </m:sub>
                        </m:sSub>
                        <m:r>
                          <a:rPr lang="da-DK" sz="1800" b="0" i="1" smtClean="0"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da-DK" sz="1800" b="0" i="1" smtClean="0">
                            <a:latin typeface="Cambria Math" panose="02040503050406030204" pitchFamily="18" charset="0"/>
                          </a:rPr>
                          <m:t>𝑆</m:t>
                        </m:r>
                      </m:den>
                    </m:f>
                    <m:r>
                      <a:rPr lang="da-DK" sz="18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∙</m:t>
                    </m:r>
                    <m:r>
                      <a:rPr lang="da-DK" sz="18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𝑋</m:t>
                    </m:r>
                  </m:oMath>
                </a14:m>
                <a:r>
                  <a:rPr lang="da-DK" sz="1800" dirty="0"/>
                  <a:t>	</a:t>
                </a:r>
                <a:r>
                  <a:rPr lang="da-DK" sz="1800" dirty="0" err="1"/>
                  <a:t>growth</a:t>
                </a:r>
                <a:r>
                  <a:rPr lang="da-DK" sz="1800" dirty="0"/>
                  <a:t> of </a:t>
                </a:r>
                <a:r>
                  <a:rPr lang="da-DK" sz="1800" dirty="0" err="1"/>
                  <a:t>bacteria</a:t>
                </a:r>
                <a:r>
                  <a:rPr lang="da-DK" sz="1800" dirty="0"/>
                  <a:t> or </a:t>
                </a:r>
                <a:r>
                  <a:rPr lang="da-DK" sz="1800" dirty="0" err="1"/>
                  <a:t>enzyme</a:t>
                </a:r>
                <a:r>
                  <a:rPr lang="da-DK" sz="1800" dirty="0"/>
                  <a:t> kinetics in a </a:t>
                </a:r>
              </a:p>
              <a:p>
                <a:pPr marL="0" indent="0">
                  <a:buNone/>
                </a:pPr>
                <a:r>
                  <a:rPr lang="da-DK" sz="1800" dirty="0"/>
                  <a:t>		batch </a:t>
                </a:r>
                <a:r>
                  <a:rPr lang="da-DK" sz="1800" dirty="0" err="1"/>
                  <a:t>reactor</a:t>
                </a:r>
                <a:r>
                  <a:rPr lang="da-DK" sz="1800" dirty="0"/>
                  <a:t> (</a:t>
                </a:r>
                <a:r>
                  <a:rPr lang="da-DK" sz="1800" dirty="0" err="1"/>
                  <a:t>semi-mechanistic</a:t>
                </a:r>
                <a:r>
                  <a:rPr lang="da-DK" sz="1800" dirty="0"/>
                  <a:t>)</a:t>
                </a:r>
              </a:p>
              <a:p>
                <a:pPr marL="0" indent="0">
                  <a:buNone/>
                </a:pPr>
                <a:endParaRPr lang="da-DK" sz="1800" b="0" i="1" dirty="0">
                  <a:latin typeface="Cambria Math" panose="02040503050406030204" pitchFamily="18" charset="0"/>
                </a:endParaRPr>
              </a:p>
              <a:p>
                <a:pPr marL="0" indent="0">
                  <a:buNone/>
                </a:pPr>
                <a:endParaRPr lang="da-DK" sz="1800" i="1" dirty="0">
                  <a:latin typeface="Cambria Math" panose="02040503050406030204" pitchFamily="18" charset="0"/>
                </a:endParaRPr>
              </a:p>
              <a:p>
                <a:pPr marL="0" indent="0">
                  <a:buNone/>
                </a:pPr>
                <a14:m>
                  <m:oMath xmlns:m="http://schemas.openxmlformats.org/officeDocument/2006/math">
                    <m:r>
                      <a:rPr lang="da-DK" sz="1800" b="0" i="1" smtClean="0">
                        <a:latin typeface="Cambria Math" panose="02040503050406030204" pitchFamily="18" charset="0"/>
                      </a:rPr>
                      <m:t>𝑦</m:t>
                    </m:r>
                    <m:r>
                      <a:rPr lang="da-DK" sz="1800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da-DK" sz="1800" b="0" i="1" smtClean="0">
                        <a:latin typeface="Cambria Math" panose="02040503050406030204" pitchFamily="18" charset="0"/>
                      </a:rPr>
                      <m:t>𝐴</m:t>
                    </m:r>
                    <m:r>
                      <a:rPr lang="da-DK" sz="18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∙</m:t>
                    </m:r>
                    <m:r>
                      <a:rPr lang="da-DK" sz="18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𝑥</m:t>
                    </m:r>
                    <m:r>
                      <a:rPr lang="da-DK" sz="18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+</m:t>
                    </m:r>
                    <m:r>
                      <a:rPr lang="da-DK" sz="18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𝐵</m:t>
                    </m:r>
                    <m:r>
                      <a:rPr lang="da-DK" sz="18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∙</m:t>
                    </m:r>
                    <m:r>
                      <a:rPr lang="da-DK" sz="18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𝑥</m:t>
                    </m:r>
                    <m:r>
                      <a:rPr lang="da-DK" sz="18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+</m:t>
                    </m:r>
                    <m:r>
                      <a:rPr lang="da-DK" sz="18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𝐶</m:t>
                    </m:r>
                    <m:r>
                      <a:rPr lang="da-DK" sz="18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∙</m:t>
                    </m:r>
                    <m:sSup>
                      <m:sSupPr>
                        <m:ctrlPr>
                          <a:rPr lang="da-DK" sz="18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da-DK" sz="18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da-DK" sz="18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da-DK" sz="18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…</m:t>
                    </m:r>
                  </m:oMath>
                </a14:m>
                <a:r>
                  <a:rPr lang="da-DK" sz="1800" dirty="0"/>
                  <a:t>	 </a:t>
                </a:r>
              </a:p>
              <a:p>
                <a:pPr marL="0" indent="0">
                  <a:buNone/>
                </a:pPr>
                <a:r>
                  <a:rPr lang="da-DK" sz="1800" dirty="0" err="1"/>
                  <a:t>Enteric</a:t>
                </a:r>
                <a:r>
                  <a:rPr lang="da-DK" sz="1800" dirty="0"/>
                  <a:t> </a:t>
                </a:r>
                <a:r>
                  <a:rPr lang="da-DK" sz="1800" dirty="0" err="1"/>
                  <a:t>methane</a:t>
                </a:r>
                <a:r>
                  <a:rPr lang="da-DK" sz="1800" dirty="0"/>
                  <a:t> </a:t>
                </a:r>
                <a:r>
                  <a:rPr lang="da-DK" sz="1800" dirty="0" err="1"/>
                  <a:t>produced</a:t>
                </a:r>
                <a:r>
                  <a:rPr lang="da-DK" sz="1800" dirty="0"/>
                  <a:t> by a </a:t>
                </a:r>
                <a:r>
                  <a:rPr lang="da-DK" sz="1800" dirty="0" err="1"/>
                  <a:t>dairy</a:t>
                </a:r>
                <a:r>
                  <a:rPr lang="da-DK" sz="1800" dirty="0"/>
                  <a:t> </a:t>
                </a:r>
                <a:r>
                  <a:rPr lang="da-DK" sz="1800" dirty="0" err="1"/>
                  <a:t>cow</a:t>
                </a:r>
                <a:r>
                  <a:rPr lang="da-DK" sz="1800" dirty="0"/>
                  <a:t>, </a:t>
                </a:r>
                <a:r>
                  <a:rPr lang="da-DK" sz="1800" dirty="0" err="1"/>
                  <a:t>where</a:t>
                </a:r>
                <a:r>
                  <a:rPr lang="da-DK" sz="1800" dirty="0"/>
                  <a:t> x is feed </a:t>
                </a:r>
                <a:r>
                  <a:rPr lang="da-DK" sz="1800" dirty="0" err="1"/>
                  <a:t>intake</a:t>
                </a:r>
                <a:r>
                  <a:rPr lang="da-DK" sz="1800" dirty="0"/>
                  <a:t>, A 				 is age of </a:t>
                </a:r>
                <a:r>
                  <a:rPr lang="da-DK" sz="1800" dirty="0" err="1"/>
                  <a:t>cow</a:t>
                </a:r>
                <a:r>
                  <a:rPr lang="da-DK" sz="1800" dirty="0"/>
                  <a:t>, B is % of fat in diet, C is </a:t>
                </a:r>
                <a:r>
                  <a:rPr lang="da-DK" sz="1800" dirty="0" err="1"/>
                  <a:t>number</a:t>
                </a:r>
                <a:r>
                  <a:rPr lang="da-DK" sz="1800" dirty="0"/>
                  <a:t> of hours </a:t>
                </a:r>
                <a:r>
                  <a:rPr lang="da-DK" sz="1800" dirty="0" err="1"/>
                  <a:t>spend</a:t>
                </a:r>
                <a:r>
                  <a:rPr lang="da-DK" sz="1800" dirty="0"/>
                  <a:t> 					 </a:t>
                </a:r>
                <a:r>
                  <a:rPr lang="da-DK" sz="1800" dirty="0" err="1"/>
                  <a:t>grazing</a:t>
                </a:r>
                <a:r>
                  <a:rPr lang="da-DK" sz="1800" dirty="0"/>
                  <a:t> in the </a:t>
                </a:r>
                <a:r>
                  <a:rPr lang="da-DK" sz="1800" dirty="0" err="1"/>
                  <a:t>field</a:t>
                </a:r>
                <a:r>
                  <a:rPr lang="da-DK" sz="1800" dirty="0"/>
                  <a:t>. (</a:t>
                </a:r>
                <a:r>
                  <a:rPr lang="da-DK" sz="1800" dirty="0" err="1"/>
                  <a:t>finding</a:t>
                </a:r>
                <a:r>
                  <a:rPr lang="da-DK" sz="1800" dirty="0"/>
                  <a:t> </a:t>
                </a:r>
                <a:r>
                  <a:rPr lang="da-DK" sz="1800" dirty="0" err="1"/>
                  <a:t>correlations</a:t>
                </a:r>
                <a:r>
                  <a:rPr lang="da-DK" sz="1800" dirty="0"/>
                  <a:t>, but not </a:t>
                </a:r>
                <a:r>
                  <a:rPr lang="da-DK" sz="1800" dirty="0" err="1"/>
                  <a:t>neccesary</a:t>
                </a:r>
                <a:r>
                  <a:rPr lang="da-DK" sz="1800" dirty="0"/>
                  <a:t> </a:t>
                </a:r>
                <a:r>
                  <a:rPr lang="da-DK" sz="1800" dirty="0" err="1"/>
                  <a:t>causality</a:t>
                </a:r>
                <a:r>
                  <a:rPr lang="da-DK" sz="1800" dirty="0"/>
                  <a:t>)</a:t>
                </a:r>
              </a:p>
              <a:p>
                <a:pPr marL="0" indent="0">
                  <a:buNone/>
                </a:pPr>
                <a:endParaRPr lang="da-DK" sz="1800" dirty="0"/>
              </a:p>
              <a:p>
                <a:pPr marL="0" indent="0">
                  <a:buNone/>
                </a:pPr>
                <a:endParaRPr lang="da-DK" sz="1800" dirty="0"/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04B07399-757B-ECF1-BACF-AA7C8A2C2142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690836" y="878299"/>
                <a:ext cx="10515600" cy="5506497"/>
              </a:xfrm>
              <a:blipFill>
                <a:blip r:embed="rId2"/>
                <a:stretch>
                  <a:fillRect l="-464" t="-997" r="-348"/>
                </a:stretch>
              </a:blipFill>
            </p:spPr>
            <p:txBody>
              <a:bodyPr/>
              <a:lstStyle/>
              <a:p>
                <a:r>
                  <a:rPr lang="da-DK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4" name="Picture 3" descr="Newton's laws of motion">
            <a:extLst>
              <a:ext uri="{FF2B5EF4-FFF2-40B4-BE49-F238E27FC236}">
                <a16:creationId xmlns:a16="http://schemas.microsoft.com/office/drawing/2014/main" id="{7972FBE2-74C7-5A3C-18EB-A7E7E64EB84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56193" y="1283430"/>
            <a:ext cx="2204213" cy="1610458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DB21EB95-7FE6-DD38-0925-B3269D938D0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712061" y="2376340"/>
            <a:ext cx="2029108" cy="2105319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3B7ED5C7-1D73-0445-C10F-EA3C60B08BB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020098" y="4891735"/>
            <a:ext cx="2999596" cy="13656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4741550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FA08E6-A248-408C-4A55-9136D541026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 dirty="0" err="1"/>
              <a:t>Deterministic</a:t>
            </a:r>
            <a:r>
              <a:rPr lang="da-DK" dirty="0"/>
              <a:t> or </a:t>
            </a:r>
            <a:r>
              <a:rPr lang="da-DK" dirty="0" err="1"/>
              <a:t>stoichastic</a:t>
            </a:r>
            <a:endParaRPr lang="da-DK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30C7B5A-E2A6-C8EE-E9DE-542CFF2C282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da-DK" dirty="0" err="1"/>
              <a:t>Deterministic</a:t>
            </a:r>
            <a:r>
              <a:rPr lang="da-DK" dirty="0"/>
              <a:t> models have </a:t>
            </a:r>
            <a:r>
              <a:rPr lang="da-DK" dirty="0" err="1"/>
              <a:t>fixed</a:t>
            </a:r>
            <a:r>
              <a:rPr lang="da-DK" dirty="0"/>
              <a:t> </a:t>
            </a:r>
            <a:r>
              <a:rPr lang="da-DK" dirty="0" err="1"/>
              <a:t>numbers</a:t>
            </a:r>
            <a:r>
              <a:rPr lang="da-DK" dirty="0"/>
              <a:t> for parameters (</a:t>
            </a:r>
            <a:r>
              <a:rPr lang="da-DK" dirty="0" err="1"/>
              <a:t>inherently</a:t>
            </a:r>
            <a:r>
              <a:rPr lang="da-DK" dirty="0"/>
              <a:t> </a:t>
            </a:r>
            <a:r>
              <a:rPr lang="da-DK" dirty="0" err="1"/>
              <a:t>there</a:t>
            </a:r>
            <a:r>
              <a:rPr lang="da-DK" dirty="0"/>
              <a:t> is no </a:t>
            </a:r>
            <a:r>
              <a:rPr lang="da-DK" dirty="0" err="1"/>
              <a:t>uncertainty</a:t>
            </a:r>
            <a:r>
              <a:rPr lang="da-DK" dirty="0"/>
              <a:t>)</a:t>
            </a:r>
          </a:p>
          <a:p>
            <a:pPr marL="0" indent="0">
              <a:buNone/>
            </a:pPr>
            <a:r>
              <a:rPr lang="da-DK" dirty="0" err="1"/>
              <a:t>Example</a:t>
            </a:r>
            <a:r>
              <a:rPr lang="da-DK" dirty="0"/>
              <a:t>: </a:t>
            </a:r>
            <a:r>
              <a:rPr lang="da-DK" dirty="0" err="1"/>
              <a:t>Income</a:t>
            </a:r>
            <a:r>
              <a:rPr lang="da-DK" dirty="0"/>
              <a:t> = </a:t>
            </a:r>
            <a:r>
              <a:rPr lang="da-DK" dirty="0" err="1"/>
              <a:t>hourly</a:t>
            </a:r>
            <a:r>
              <a:rPr lang="da-DK" dirty="0"/>
              <a:t> rate * hours </a:t>
            </a:r>
            <a:r>
              <a:rPr lang="da-DK" dirty="0" err="1"/>
              <a:t>worked</a:t>
            </a:r>
            <a:endParaRPr lang="da-DK" dirty="0"/>
          </a:p>
          <a:p>
            <a:pPr marL="0" indent="0">
              <a:buNone/>
            </a:pPr>
            <a:r>
              <a:rPr lang="da-DK" dirty="0" err="1"/>
              <a:t>Stoichastic</a:t>
            </a:r>
            <a:r>
              <a:rPr lang="da-DK" dirty="0"/>
              <a:t> model </a:t>
            </a:r>
            <a:r>
              <a:rPr lang="da-DK" dirty="0" err="1"/>
              <a:t>are</a:t>
            </a:r>
            <a:r>
              <a:rPr lang="da-DK" dirty="0"/>
              <a:t> </a:t>
            </a:r>
            <a:r>
              <a:rPr lang="da-DK" dirty="0" err="1"/>
              <a:t>somewhat</a:t>
            </a:r>
            <a:r>
              <a:rPr lang="da-DK" dirty="0"/>
              <a:t> </a:t>
            </a:r>
            <a:r>
              <a:rPr lang="da-DK" dirty="0" err="1"/>
              <a:t>random</a:t>
            </a:r>
            <a:endParaRPr lang="da-DK" dirty="0"/>
          </a:p>
          <a:p>
            <a:pPr marL="0" indent="0">
              <a:buNone/>
            </a:pPr>
            <a:r>
              <a:rPr lang="da-DK" dirty="0" err="1"/>
              <a:t>Example</a:t>
            </a:r>
            <a:r>
              <a:rPr lang="da-DK" dirty="0"/>
              <a:t>: Chance of rolling 6</a:t>
            </a:r>
          </a:p>
          <a:p>
            <a:pPr marL="0" indent="0">
              <a:buNone/>
            </a:pPr>
            <a:endParaRPr lang="da-DK" dirty="0"/>
          </a:p>
          <a:p>
            <a:pPr marL="0" indent="0">
              <a:buNone/>
            </a:pPr>
            <a:endParaRPr lang="da-DK" dirty="0"/>
          </a:p>
          <a:p>
            <a:pPr marL="0" indent="0">
              <a:buNone/>
            </a:pPr>
            <a:r>
              <a:rPr lang="da-DK" dirty="0"/>
              <a:t>Example2: Chance of </a:t>
            </a:r>
            <a:r>
              <a:rPr lang="da-DK" dirty="0" err="1"/>
              <a:t>heart</a:t>
            </a:r>
            <a:r>
              <a:rPr lang="da-DK" dirty="0"/>
              <a:t> </a:t>
            </a:r>
            <a:r>
              <a:rPr lang="da-DK" dirty="0" err="1"/>
              <a:t>attack</a:t>
            </a:r>
            <a:r>
              <a:rPr lang="da-DK" dirty="0"/>
              <a:t>?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F35789B-B824-43D2-AC11-76F0FAD77F8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88003" y="5221916"/>
            <a:ext cx="4804338" cy="549067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6B5E426C-D88E-F527-82F7-71E5B1ADED9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91538" y="3548807"/>
            <a:ext cx="2172003" cy="1295581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4778E16E-8B58-F0CF-F948-3DE9660311A0}"/>
              </a:ext>
            </a:extLst>
          </p:cNvPr>
          <p:cNvSpPr txBox="1"/>
          <p:nvPr/>
        </p:nvSpPr>
        <p:spPr>
          <a:xfrm>
            <a:off x="838200" y="5992297"/>
            <a:ext cx="252986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a-DK" dirty="0" err="1"/>
              <a:t>Deterministic</a:t>
            </a:r>
            <a:r>
              <a:rPr lang="da-DK" dirty="0"/>
              <a:t> </a:t>
            </a:r>
            <a:r>
              <a:rPr lang="da-DK" dirty="0" err="1"/>
              <a:t>universe</a:t>
            </a:r>
            <a:r>
              <a:rPr lang="da-DK" dirty="0"/>
              <a:t>?</a:t>
            </a:r>
          </a:p>
        </p:txBody>
      </p:sp>
    </p:spTree>
    <p:extLst>
      <p:ext uri="{BB962C8B-B14F-4D97-AF65-F5344CB8AC3E}">
        <p14:creationId xmlns:p14="http://schemas.microsoft.com/office/powerpoint/2010/main" val="231388957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4091BCF-4DD2-B897-9D03-800129DFF4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da-DK" dirty="0"/>
              <a:t>Interpolation/</a:t>
            </a:r>
            <a:r>
              <a:rPr lang="da-DK" dirty="0" err="1"/>
              <a:t>extrapolation</a:t>
            </a:r>
            <a:endParaRPr lang="da-DK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1BCFA75-B382-A011-FE19-D68284483434}"/>
              </a:ext>
            </a:extLst>
          </p:cNvPr>
          <p:cNvSpPr txBox="1"/>
          <p:nvPr/>
        </p:nvSpPr>
        <p:spPr>
          <a:xfrm>
            <a:off x="838200" y="1690688"/>
            <a:ext cx="8062272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a-DK" dirty="0" err="1"/>
              <a:t>Applying</a:t>
            </a:r>
            <a:r>
              <a:rPr lang="da-DK" dirty="0"/>
              <a:t> a model </a:t>
            </a:r>
            <a:r>
              <a:rPr lang="da-DK" dirty="0" err="1"/>
              <a:t>within</a:t>
            </a:r>
            <a:r>
              <a:rPr lang="da-DK" dirty="0"/>
              <a:t> </a:t>
            </a:r>
            <a:r>
              <a:rPr lang="da-DK" dirty="0" err="1"/>
              <a:t>observed</a:t>
            </a:r>
            <a:r>
              <a:rPr lang="da-DK" dirty="0"/>
              <a:t> data range is </a:t>
            </a:r>
            <a:r>
              <a:rPr lang="da-DK" u="sng" dirty="0"/>
              <a:t>interpolation</a:t>
            </a:r>
          </a:p>
          <a:p>
            <a:r>
              <a:rPr lang="da-DK" dirty="0" err="1"/>
              <a:t>Applying</a:t>
            </a:r>
            <a:r>
              <a:rPr lang="da-DK" dirty="0"/>
              <a:t> it </a:t>
            </a:r>
            <a:r>
              <a:rPr lang="da-DK" dirty="0" err="1"/>
              <a:t>outside</a:t>
            </a:r>
            <a:r>
              <a:rPr lang="da-DK" dirty="0"/>
              <a:t> of the </a:t>
            </a:r>
            <a:r>
              <a:rPr lang="da-DK" dirty="0" err="1"/>
              <a:t>observed</a:t>
            </a:r>
            <a:r>
              <a:rPr lang="da-DK" dirty="0"/>
              <a:t> data range is </a:t>
            </a:r>
            <a:r>
              <a:rPr lang="da-DK" dirty="0" err="1"/>
              <a:t>risky</a:t>
            </a:r>
            <a:r>
              <a:rPr lang="da-DK" dirty="0"/>
              <a:t> and is </a:t>
            </a:r>
            <a:r>
              <a:rPr lang="da-DK" dirty="0" err="1"/>
              <a:t>called</a:t>
            </a:r>
            <a:r>
              <a:rPr lang="da-DK" dirty="0"/>
              <a:t> </a:t>
            </a:r>
            <a:r>
              <a:rPr lang="da-DK" u="sng" dirty="0" err="1"/>
              <a:t>extrapolation</a:t>
            </a:r>
            <a:r>
              <a:rPr lang="da-DK" u="sng" dirty="0"/>
              <a:t> </a:t>
            </a:r>
          </a:p>
        </p:txBody>
      </p:sp>
      <p:grpSp>
        <p:nvGrpSpPr>
          <p:cNvPr id="14" name="Group 13">
            <a:extLst>
              <a:ext uri="{FF2B5EF4-FFF2-40B4-BE49-F238E27FC236}">
                <a16:creationId xmlns:a16="http://schemas.microsoft.com/office/drawing/2014/main" id="{BD4A891E-5F09-7FB3-3BEB-63CCD77C9DE9}"/>
              </a:ext>
            </a:extLst>
          </p:cNvPr>
          <p:cNvGrpSpPr/>
          <p:nvPr/>
        </p:nvGrpSpPr>
        <p:grpSpPr>
          <a:xfrm>
            <a:off x="6001512" y="2436743"/>
            <a:ext cx="6190488" cy="3997399"/>
            <a:chOff x="6001512" y="2436743"/>
            <a:chExt cx="6190488" cy="3997399"/>
          </a:xfrm>
        </p:grpSpPr>
        <p:cxnSp>
          <p:nvCxnSpPr>
            <p:cNvPr id="8" name="Straight Arrow Connector 7">
              <a:extLst>
                <a:ext uri="{FF2B5EF4-FFF2-40B4-BE49-F238E27FC236}">
                  <a16:creationId xmlns:a16="http://schemas.microsoft.com/office/drawing/2014/main" id="{71692821-57E3-12F9-BD79-C0B5D6E3CCEF}"/>
                </a:ext>
              </a:extLst>
            </p:cNvPr>
            <p:cNvCxnSpPr>
              <a:cxnSpLocks/>
            </p:cNvCxnSpPr>
            <p:nvPr/>
          </p:nvCxnSpPr>
          <p:spPr>
            <a:xfrm>
              <a:off x="9449209" y="2883821"/>
              <a:ext cx="389735" cy="453425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447ED1DC-9BCC-6A0A-9CE7-89B08088EE6F}"/>
                </a:ext>
              </a:extLst>
            </p:cNvPr>
            <p:cNvSpPr txBox="1"/>
            <p:nvPr/>
          </p:nvSpPr>
          <p:spPr>
            <a:xfrm>
              <a:off x="6001512" y="2436743"/>
              <a:ext cx="619048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da-DK" dirty="0" err="1"/>
                <a:t>Depending</a:t>
              </a:r>
              <a:r>
                <a:rPr lang="da-DK" dirty="0"/>
                <a:t> on the model it is more or </a:t>
              </a:r>
              <a:r>
                <a:rPr lang="da-DK" dirty="0" err="1"/>
                <a:t>less</a:t>
              </a:r>
              <a:r>
                <a:rPr lang="da-DK" dirty="0"/>
                <a:t> </a:t>
              </a:r>
              <a:r>
                <a:rPr lang="da-DK" dirty="0" err="1"/>
                <a:t>risky</a:t>
              </a:r>
              <a:r>
                <a:rPr lang="da-DK" dirty="0"/>
                <a:t> to </a:t>
              </a:r>
              <a:r>
                <a:rPr lang="da-DK" dirty="0" err="1"/>
                <a:t>extrapolate</a:t>
              </a:r>
              <a:endParaRPr lang="da-DK" dirty="0"/>
            </a:p>
          </p:txBody>
        </p:sp>
        <p:grpSp>
          <p:nvGrpSpPr>
            <p:cNvPr id="20" name="Group 19">
              <a:extLst>
                <a:ext uri="{FF2B5EF4-FFF2-40B4-BE49-F238E27FC236}">
                  <a16:creationId xmlns:a16="http://schemas.microsoft.com/office/drawing/2014/main" id="{CF51B2E0-13CE-709F-E65D-9C61053A1377}"/>
                </a:ext>
              </a:extLst>
            </p:cNvPr>
            <p:cNvGrpSpPr/>
            <p:nvPr/>
          </p:nvGrpSpPr>
          <p:grpSpPr>
            <a:xfrm>
              <a:off x="8290614" y="3662582"/>
              <a:ext cx="3803796" cy="2771560"/>
              <a:chOff x="6973878" y="3290912"/>
              <a:chExt cx="3803796" cy="2771560"/>
            </a:xfrm>
          </p:grpSpPr>
          <p:pic>
            <p:nvPicPr>
              <p:cNvPr id="13" name="Picture 12">
                <a:extLst>
                  <a:ext uri="{FF2B5EF4-FFF2-40B4-BE49-F238E27FC236}">
                    <a16:creationId xmlns:a16="http://schemas.microsoft.com/office/drawing/2014/main" id="{6F1F9645-281C-C009-B030-4D3B3BDBA18F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/>
              <a:stretch>
                <a:fillRect/>
              </a:stretch>
            </p:blipFill>
            <p:spPr>
              <a:xfrm>
                <a:off x="6973878" y="3644463"/>
                <a:ext cx="3570838" cy="2418009"/>
              </a:xfrm>
              <a:prstGeom prst="rect">
                <a:avLst/>
              </a:prstGeom>
            </p:spPr>
          </p:pic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57BC1A68-3540-32DE-3475-D64ED4E3339F}"/>
                  </a:ext>
                </a:extLst>
              </p:cNvPr>
              <p:cNvSpPr txBox="1"/>
              <p:nvPr/>
            </p:nvSpPr>
            <p:spPr>
              <a:xfrm>
                <a:off x="8132473" y="3927243"/>
                <a:ext cx="1535998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da-DK" dirty="0" err="1"/>
                  <a:t>CubicSpline</a:t>
                </a:r>
                <a:r>
                  <a:rPr lang="da-DK" dirty="0"/>
                  <a:t>()</a:t>
                </a:r>
              </a:p>
            </p:txBody>
          </p:sp>
          <p:pic>
            <p:nvPicPr>
              <p:cNvPr id="17" name="Picture 16">
                <a:extLst>
                  <a:ext uri="{FF2B5EF4-FFF2-40B4-BE49-F238E27FC236}">
                    <a16:creationId xmlns:a16="http://schemas.microsoft.com/office/drawing/2014/main" id="{426376B7-CD9A-A308-4B48-526F87CEC066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7218581" y="3290912"/>
                <a:ext cx="3559093" cy="261218"/>
              </a:xfrm>
              <a:prstGeom prst="rect">
                <a:avLst/>
              </a:prstGeom>
            </p:spPr>
          </p:pic>
        </p:grpSp>
      </p:grp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89C821AB-1626-B1BA-BB32-F4839C6CFEFB}"/>
              </a:ext>
            </a:extLst>
          </p:cNvPr>
          <p:cNvCxnSpPr>
            <a:cxnSpLocks/>
          </p:cNvCxnSpPr>
          <p:nvPr/>
        </p:nvCxnSpPr>
        <p:spPr>
          <a:xfrm flipH="1">
            <a:off x="6600343" y="2944009"/>
            <a:ext cx="209531" cy="45698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pic>
        <p:nvPicPr>
          <p:cNvPr id="24" name="Picture 23">
            <a:extLst>
              <a:ext uri="{FF2B5EF4-FFF2-40B4-BE49-F238E27FC236}">
                <a16:creationId xmlns:a16="http://schemas.microsoft.com/office/drawing/2014/main" id="{3819619D-6593-2C40-AA72-FA602D4C12F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28862" y="3958307"/>
            <a:ext cx="3731304" cy="2418009"/>
          </a:xfrm>
          <a:prstGeom prst="rect">
            <a:avLst/>
          </a:prstGeom>
        </p:spPr>
      </p:pic>
      <p:pic>
        <p:nvPicPr>
          <p:cNvPr id="26" name="Picture 25">
            <a:extLst>
              <a:ext uri="{FF2B5EF4-FFF2-40B4-BE49-F238E27FC236}">
                <a16:creationId xmlns:a16="http://schemas.microsoft.com/office/drawing/2014/main" id="{31E1A993-E67F-DFD9-E51F-499ACC4C8DA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255394" y="3457010"/>
            <a:ext cx="2152950" cy="466790"/>
          </a:xfrm>
          <a:prstGeom prst="rect">
            <a:avLst/>
          </a:prstGeom>
        </p:spPr>
      </p:pic>
      <p:grpSp>
        <p:nvGrpSpPr>
          <p:cNvPr id="12" name="Group 11">
            <a:extLst>
              <a:ext uri="{FF2B5EF4-FFF2-40B4-BE49-F238E27FC236}">
                <a16:creationId xmlns:a16="http://schemas.microsoft.com/office/drawing/2014/main" id="{0AC5E5AD-DE1E-AE76-5674-E58EE0E5ED52}"/>
              </a:ext>
            </a:extLst>
          </p:cNvPr>
          <p:cNvGrpSpPr/>
          <p:nvPr/>
        </p:nvGrpSpPr>
        <p:grpSpPr>
          <a:xfrm>
            <a:off x="526646" y="2423729"/>
            <a:ext cx="3605190" cy="2514031"/>
            <a:chOff x="526646" y="2423729"/>
            <a:chExt cx="3605190" cy="2514031"/>
          </a:xfrm>
        </p:grpSpPr>
        <p:pic>
          <p:nvPicPr>
            <p:cNvPr id="5" name="Picture 4">
              <a:extLst>
                <a:ext uri="{FF2B5EF4-FFF2-40B4-BE49-F238E27FC236}">
                  <a16:creationId xmlns:a16="http://schemas.microsoft.com/office/drawing/2014/main" id="{5AFF7748-11B3-8FDD-813C-80A176DE21F3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526646" y="2423729"/>
              <a:ext cx="3605190" cy="2514031"/>
            </a:xfrm>
            <a:prstGeom prst="rect">
              <a:avLst/>
            </a:prstGeom>
          </p:spPr>
        </p:pic>
        <p:cxnSp>
          <p:nvCxnSpPr>
            <p:cNvPr id="4" name="Straight Arrow Connector 3">
              <a:extLst>
                <a:ext uri="{FF2B5EF4-FFF2-40B4-BE49-F238E27FC236}">
                  <a16:creationId xmlns:a16="http://schemas.microsoft.com/office/drawing/2014/main" id="{044F5836-43BC-B6F8-1063-901C2EDE3120}"/>
                </a:ext>
              </a:extLst>
            </p:cNvPr>
            <p:cNvCxnSpPr/>
            <p:nvPr/>
          </p:nvCxnSpPr>
          <p:spPr>
            <a:xfrm>
              <a:off x="1280160" y="3662582"/>
              <a:ext cx="283464" cy="168754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sp>
          <p:nvSpPr>
            <p:cNvPr id="7" name="Oval 6">
              <a:extLst>
                <a:ext uri="{FF2B5EF4-FFF2-40B4-BE49-F238E27FC236}">
                  <a16:creationId xmlns:a16="http://schemas.microsoft.com/office/drawing/2014/main" id="{23C8D04B-F7C1-5F93-3E36-ABD46DDAEC0D}"/>
                </a:ext>
              </a:extLst>
            </p:cNvPr>
            <p:cNvSpPr/>
            <p:nvPr/>
          </p:nvSpPr>
          <p:spPr>
            <a:xfrm>
              <a:off x="1606893" y="3853003"/>
              <a:ext cx="45720" cy="45719"/>
            </a:xfrm>
            <a:prstGeom prst="ellipse">
              <a:avLst/>
            </a:prstGeom>
            <a:solidFill>
              <a:schemeClr val="bg1"/>
            </a:solidFill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a-DK"/>
            </a:p>
          </p:txBody>
        </p:sp>
        <p:sp>
          <p:nvSpPr>
            <p:cNvPr id="9" name="Oval 8">
              <a:extLst>
                <a:ext uri="{FF2B5EF4-FFF2-40B4-BE49-F238E27FC236}">
                  <a16:creationId xmlns:a16="http://schemas.microsoft.com/office/drawing/2014/main" id="{A30ECBF0-B42B-5CA6-86CA-30B8458B4191}"/>
                </a:ext>
              </a:extLst>
            </p:cNvPr>
            <p:cNvSpPr/>
            <p:nvPr/>
          </p:nvSpPr>
          <p:spPr>
            <a:xfrm>
              <a:off x="2352580" y="2778453"/>
              <a:ext cx="45720" cy="45719"/>
            </a:xfrm>
            <a:prstGeom prst="ellipse">
              <a:avLst/>
            </a:prstGeom>
            <a:solidFill>
              <a:schemeClr val="bg1"/>
            </a:solidFill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a-DK"/>
            </a:p>
          </p:txBody>
        </p:sp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CF759587-C9E2-1DEF-A273-F5D90BACACA8}"/>
                </a:ext>
              </a:extLst>
            </p:cNvPr>
            <p:cNvSpPr txBox="1"/>
            <p:nvPr/>
          </p:nvSpPr>
          <p:spPr>
            <a:xfrm>
              <a:off x="838200" y="3426828"/>
              <a:ext cx="931665" cy="25391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da-DK" sz="1000" dirty="0"/>
                <a:t>Interpolation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66901578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01395983-D40A-206E-0A86-FB877A580B0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016901"/>
            <a:ext cx="5997148" cy="5296182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E3EB5310-4D49-AC36-60CF-6B2FD7BA88AA}"/>
              </a:ext>
            </a:extLst>
          </p:cNvPr>
          <p:cNvSpPr txBox="1"/>
          <p:nvPr/>
        </p:nvSpPr>
        <p:spPr>
          <a:xfrm>
            <a:off x="5090276" y="296017"/>
            <a:ext cx="201144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a-DK" sz="2800" dirty="0" err="1"/>
              <a:t>Complexity</a:t>
            </a:r>
            <a:r>
              <a:rPr lang="da-DK" sz="2800" dirty="0"/>
              <a:t> 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F0F7739A-AF94-F43C-4141-3D3A904B683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97148" y="2470632"/>
            <a:ext cx="6173061" cy="2191056"/>
          </a:xfrm>
          <a:prstGeom prst="rect">
            <a:avLst/>
          </a:prstGeom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3" name="Ink 2">
                <a:extLst>
                  <a:ext uri="{FF2B5EF4-FFF2-40B4-BE49-F238E27FC236}">
                    <a16:creationId xmlns:a16="http://schemas.microsoft.com/office/drawing/2014/main" id="{4422254E-B0CB-9C28-C396-3076D02742E2}"/>
                  </a:ext>
                </a:extLst>
              </p14:cNvPr>
              <p14:cNvContentPartPr/>
              <p14:nvPr/>
            </p14:nvContentPartPr>
            <p14:xfrm>
              <a:off x="9897626" y="2733262"/>
              <a:ext cx="2085120" cy="823680"/>
            </p14:xfrm>
          </p:contentPart>
        </mc:Choice>
        <mc:Fallback xmlns="">
          <p:pic>
            <p:nvPicPr>
              <p:cNvPr id="3" name="Ink 2">
                <a:extLst>
                  <a:ext uri="{FF2B5EF4-FFF2-40B4-BE49-F238E27FC236}">
                    <a16:creationId xmlns:a16="http://schemas.microsoft.com/office/drawing/2014/main" id="{4422254E-B0CB-9C28-C396-3076D02742E2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9888986" y="2724622"/>
                <a:ext cx="2102760" cy="841320"/>
              </a:xfrm>
              <a:prstGeom prst="rect">
                <a:avLst/>
              </a:prstGeom>
            </p:spPr>
          </p:pic>
        </mc:Fallback>
      </mc:AlternateContent>
      <p:sp>
        <p:nvSpPr>
          <p:cNvPr id="2" name="TextBox 1">
            <a:extLst>
              <a:ext uri="{FF2B5EF4-FFF2-40B4-BE49-F238E27FC236}">
                <a16:creationId xmlns:a16="http://schemas.microsoft.com/office/drawing/2014/main" id="{B0A4258E-273B-45CC-1CBE-B892204DCC1C}"/>
              </a:ext>
            </a:extLst>
          </p:cNvPr>
          <p:cNvSpPr txBox="1"/>
          <p:nvPr/>
        </p:nvSpPr>
        <p:spPr>
          <a:xfrm>
            <a:off x="6472900" y="1559101"/>
            <a:ext cx="550984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a-DK" dirty="0" err="1"/>
              <a:t>Analytical</a:t>
            </a:r>
            <a:r>
              <a:rPr lang="da-DK" dirty="0"/>
              <a:t> solvable or </a:t>
            </a:r>
            <a:r>
              <a:rPr lang="da-DK" dirty="0" err="1"/>
              <a:t>numerical</a:t>
            </a:r>
            <a:r>
              <a:rPr lang="da-DK" dirty="0"/>
              <a:t> solutions </a:t>
            </a:r>
            <a:r>
              <a:rPr lang="da-DK" dirty="0" err="1"/>
              <a:t>needed</a:t>
            </a:r>
            <a:r>
              <a:rPr lang="da-DK" dirty="0"/>
              <a:t>?</a:t>
            </a:r>
          </a:p>
        </p:txBody>
      </p:sp>
    </p:spTree>
    <p:extLst>
      <p:ext uri="{BB962C8B-B14F-4D97-AF65-F5344CB8AC3E}">
        <p14:creationId xmlns:p14="http://schemas.microsoft.com/office/powerpoint/2010/main" val="390834483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81B4669-BEC3-60AA-316F-8453DE23B2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3246" y="337693"/>
            <a:ext cx="10515600" cy="1325563"/>
          </a:xfrm>
        </p:spPr>
        <p:txBody>
          <a:bodyPr/>
          <a:lstStyle/>
          <a:p>
            <a:pPr algn="ctr"/>
            <a:r>
              <a:rPr lang="da-DK" dirty="0"/>
              <a:t>Model </a:t>
            </a:r>
            <a:r>
              <a:rPr lang="da-DK" dirty="0" err="1"/>
              <a:t>scale</a:t>
            </a:r>
            <a:endParaRPr lang="da-DK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1A008F90-5B37-6B31-470E-FD9BD6F6AF9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1" y="1584365"/>
            <a:ext cx="5654040" cy="2281455"/>
          </a:xfrm>
          <a:prstGeom prst="rect">
            <a:avLst/>
          </a:prstGeom>
        </p:spPr>
      </p:pic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262EE68D-C861-4F18-31E5-6B722BF5E28A}"/>
              </a:ext>
            </a:extLst>
          </p:cNvPr>
          <p:cNvCxnSpPr/>
          <p:nvPr/>
        </p:nvCxnSpPr>
        <p:spPr>
          <a:xfrm flipV="1">
            <a:off x="308674" y="1530098"/>
            <a:ext cx="0" cy="2496312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8" name="TextBox 7">
            <a:extLst>
              <a:ext uri="{FF2B5EF4-FFF2-40B4-BE49-F238E27FC236}">
                <a16:creationId xmlns:a16="http://schemas.microsoft.com/office/drawing/2014/main" id="{3E1EFAC4-D0EE-2EFB-961F-1F9026EDD4E0}"/>
              </a:ext>
            </a:extLst>
          </p:cNvPr>
          <p:cNvSpPr txBox="1"/>
          <p:nvPr/>
        </p:nvSpPr>
        <p:spPr>
          <a:xfrm rot="16200000">
            <a:off x="-642302" y="2593588"/>
            <a:ext cx="259167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a-DK" dirty="0"/>
              <a:t>Detail of </a:t>
            </a:r>
            <a:r>
              <a:rPr lang="da-DK" dirty="0" err="1"/>
              <a:t>internal</a:t>
            </a:r>
            <a:r>
              <a:rPr lang="da-DK" dirty="0"/>
              <a:t> system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855A3AEE-5F31-CBB9-051E-FDBF49E778E9}"/>
              </a:ext>
            </a:extLst>
          </p:cNvPr>
          <p:cNvSpPr txBox="1"/>
          <p:nvPr/>
        </p:nvSpPr>
        <p:spPr>
          <a:xfrm>
            <a:off x="6598920" y="3429000"/>
            <a:ext cx="352044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a-DK" dirty="0" err="1"/>
              <a:t>Lumped</a:t>
            </a:r>
            <a:r>
              <a:rPr lang="da-DK" dirty="0"/>
              <a:t> models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F12FD733-511D-B5E5-81CF-18499C5767E9}"/>
              </a:ext>
            </a:extLst>
          </p:cNvPr>
          <p:cNvSpPr txBox="1"/>
          <p:nvPr/>
        </p:nvSpPr>
        <p:spPr>
          <a:xfrm>
            <a:off x="6598920" y="2743497"/>
            <a:ext cx="429768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a-DK" dirty="0"/>
              <a:t>Distributed parameter models</a:t>
            </a:r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C4D7F18D-E9E8-FB56-0E44-333C2B6D138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03706" y="4026410"/>
            <a:ext cx="1495634" cy="562053"/>
          </a:xfrm>
          <a:prstGeom prst="rect">
            <a:avLst/>
          </a:prstGeom>
        </p:spPr>
      </p:pic>
      <p:grpSp>
        <p:nvGrpSpPr>
          <p:cNvPr id="19" name="Group 18">
            <a:extLst>
              <a:ext uri="{FF2B5EF4-FFF2-40B4-BE49-F238E27FC236}">
                <a16:creationId xmlns:a16="http://schemas.microsoft.com/office/drawing/2014/main" id="{B1DC13FE-A5E6-B04E-4985-09E8F130B3EE}"/>
              </a:ext>
            </a:extLst>
          </p:cNvPr>
          <p:cNvGrpSpPr/>
          <p:nvPr/>
        </p:nvGrpSpPr>
        <p:grpSpPr>
          <a:xfrm>
            <a:off x="833246" y="3865820"/>
            <a:ext cx="3812416" cy="2917526"/>
            <a:chOff x="1045018" y="3787140"/>
            <a:chExt cx="3812416" cy="2917526"/>
          </a:xfrm>
        </p:grpSpPr>
        <p:pic>
          <p:nvPicPr>
            <p:cNvPr id="16" name="Picture 15">
              <a:extLst>
                <a:ext uri="{FF2B5EF4-FFF2-40B4-BE49-F238E27FC236}">
                  <a16:creationId xmlns:a16="http://schemas.microsoft.com/office/drawing/2014/main" id="{F81B00A9-91FA-E526-579B-EAFAA6FC0464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1189797" y="3865820"/>
              <a:ext cx="3667637" cy="2838846"/>
            </a:xfrm>
            <a:prstGeom prst="rect">
              <a:avLst/>
            </a:prstGeom>
          </p:spPr>
        </p:pic>
        <p:sp>
          <p:nvSpPr>
            <p:cNvPr id="17" name="Rectangle 16">
              <a:extLst>
                <a:ext uri="{FF2B5EF4-FFF2-40B4-BE49-F238E27FC236}">
                  <a16:creationId xmlns:a16="http://schemas.microsoft.com/office/drawing/2014/main" id="{2807F5E6-1EBD-738A-AD95-C7091DE8583F}"/>
                </a:ext>
              </a:extLst>
            </p:cNvPr>
            <p:cNvSpPr/>
            <p:nvPr/>
          </p:nvSpPr>
          <p:spPr>
            <a:xfrm>
              <a:off x="1069848" y="4919472"/>
              <a:ext cx="256032" cy="704088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a-DK"/>
            </a:p>
          </p:txBody>
        </p:sp>
        <p:sp>
          <p:nvSpPr>
            <p:cNvPr id="18" name="Rectangle 17">
              <a:extLst>
                <a:ext uri="{FF2B5EF4-FFF2-40B4-BE49-F238E27FC236}">
                  <a16:creationId xmlns:a16="http://schemas.microsoft.com/office/drawing/2014/main" id="{583CA88F-D35D-7863-FEA8-F4685F94C6C1}"/>
                </a:ext>
              </a:extLst>
            </p:cNvPr>
            <p:cNvSpPr/>
            <p:nvPr/>
          </p:nvSpPr>
          <p:spPr>
            <a:xfrm>
              <a:off x="1045018" y="3787140"/>
              <a:ext cx="256032" cy="519684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a-DK"/>
            </a:p>
          </p:txBody>
        </p:sp>
      </p:grpSp>
      <p:pic>
        <p:nvPicPr>
          <p:cNvPr id="21" name="Picture 20">
            <a:extLst>
              <a:ext uri="{FF2B5EF4-FFF2-40B4-BE49-F238E27FC236}">
                <a16:creationId xmlns:a16="http://schemas.microsoft.com/office/drawing/2014/main" id="{4F08D7F9-86CA-5A66-7C1B-F07A34D3309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03706" y="5584900"/>
            <a:ext cx="2143424" cy="476316"/>
          </a:xfrm>
          <a:prstGeom prst="rect">
            <a:avLst/>
          </a:prstGeom>
        </p:spPr>
      </p:pic>
      <p:sp>
        <p:nvSpPr>
          <p:cNvPr id="22" name="TextBox 21">
            <a:extLst>
              <a:ext uri="{FF2B5EF4-FFF2-40B4-BE49-F238E27FC236}">
                <a16:creationId xmlns:a16="http://schemas.microsoft.com/office/drawing/2014/main" id="{C0E01B1E-EC28-69B6-3405-4CEDA28F93B4}"/>
              </a:ext>
            </a:extLst>
          </p:cNvPr>
          <p:cNvSpPr txBox="1"/>
          <p:nvPr/>
        </p:nvSpPr>
        <p:spPr>
          <a:xfrm>
            <a:off x="5282634" y="4684938"/>
            <a:ext cx="492333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a-DK" dirty="0" err="1"/>
              <a:t>Microscopic</a:t>
            </a:r>
            <a:r>
              <a:rPr lang="da-DK" dirty="0"/>
              <a:t> approach: </a:t>
            </a:r>
            <a:r>
              <a:rPr lang="da-DK" dirty="0" err="1"/>
              <a:t>descretization</a:t>
            </a:r>
            <a:r>
              <a:rPr lang="da-DK" dirty="0"/>
              <a:t>, diffusion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94DD84A2-CD59-4573-3476-7980B7B1D44B}"/>
              </a:ext>
            </a:extLst>
          </p:cNvPr>
          <p:cNvSpPr txBox="1"/>
          <p:nvPr/>
        </p:nvSpPr>
        <p:spPr>
          <a:xfrm>
            <a:off x="5297793" y="6123279"/>
            <a:ext cx="5506123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a-DK" dirty="0" err="1"/>
              <a:t>Macroscopic</a:t>
            </a:r>
            <a:r>
              <a:rPr lang="da-DK" dirty="0"/>
              <a:t> approach: average bulk </a:t>
            </a:r>
            <a:r>
              <a:rPr lang="da-DK" dirty="0" err="1"/>
              <a:t>concentrations</a:t>
            </a:r>
            <a:r>
              <a:rPr lang="da-DK" dirty="0"/>
              <a:t>, </a:t>
            </a:r>
          </a:p>
          <a:p>
            <a:r>
              <a:rPr lang="da-DK" dirty="0"/>
              <a:t>average </a:t>
            </a:r>
            <a:r>
              <a:rPr lang="da-DK" dirty="0" err="1"/>
              <a:t>mass</a:t>
            </a:r>
            <a:r>
              <a:rPr lang="da-DK" dirty="0"/>
              <a:t> transfer </a:t>
            </a:r>
            <a:r>
              <a:rPr lang="da-DK" dirty="0" err="1"/>
              <a:t>coefficient</a:t>
            </a:r>
            <a:endParaRPr lang="da-DK" dirty="0"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C43DB9EA-F70E-0412-F0AB-32564EDD68C0}"/>
              </a:ext>
            </a:extLst>
          </p:cNvPr>
          <p:cNvSpPr txBox="1"/>
          <p:nvPr/>
        </p:nvSpPr>
        <p:spPr>
          <a:xfrm>
            <a:off x="6598920" y="2242660"/>
            <a:ext cx="397154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a-DK" dirty="0" err="1"/>
              <a:t>Often</a:t>
            </a:r>
            <a:r>
              <a:rPr lang="da-DK" dirty="0"/>
              <a:t> </a:t>
            </a:r>
            <a:r>
              <a:rPr lang="da-DK" dirty="0" err="1"/>
              <a:t>involves</a:t>
            </a:r>
            <a:r>
              <a:rPr lang="da-DK" dirty="0"/>
              <a:t> </a:t>
            </a:r>
            <a:r>
              <a:rPr lang="da-DK" dirty="0" err="1"/>
              <a:t>stoichastic</a:t>
            </a:r>
            <a:r>
              <a:rPr lang="da-DK" dirty="0"/>
              <a:t> models</a:t>
            </a:r>
          </a:p>
        </p:txBody>
      </p:sp>
    </p:spTree>
    <p:extLst>
      <p:ext uri="{BB962C8B-B14F-4D97-AF65-F5344CB8AC3E}">
        <p14:creationId xmlns:p14="http://schemas.microsoft.com/office/powerpoint/2010/main" val="394107577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" grpId="0"/>
      <p:bldP spid="23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C149B4-72F7-8CAC-3B50-0500675B756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 dirty="0" err="1"/>
              <a:t>Menti</a:t>
            </a:r>
            <a:r>
              <a:rPr lang="da-DK" dirty="0"/>
              <a:t> quiz: 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8402D9A2-42B8-A0DC-7D1F-595069DB2EB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88792" y="1645170"/>
            <a:ext cx="4847705" cy="4847705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831FA195-8560-2A30-D11B-38CB8BD94F60}"/>
              </a:ext>
            </a:extLst>
          </p:cNvPr>
          <p:cNvSpPr txBox="1"/>
          <p:nvPr/>
        </p:nvSpPr>
        <p:spPr>
          <a:xfrm>
            <a:off x="3792979" y="762000"/>
            <a:ext cx="6476436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da-DK" sz="2800" dirty="0"/>
              <a:t>https://www.menti.com/al4yuib4sox4</a:t>
            </a:r>
          </a:p>
        </p:txBody>
      </p:sp>
    </p:spTree>
    <p:extLst>
      <p:ext uri="{BB962C8B-B14F-4D97-AF65-F5344CB8AC3E}">
        <p14:creationId xmlns:p14="http://schemas.microsoft.com/office/powerpoint/2010/main" val="274823356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Metadata/LabelInfo.xml><?xml version="1.0" encoding="utf-8"?>
<clbl:labelList xmlns:clbl="http://schemas.microsoft.com/office/2020/mipLabelMetadata">
  <clbl:label id="{61fd1d36-fecb-47ca-b7d7-d0df0370a198}" enabled="0" method="" siteId="{61fd1d36-fecb-47ca-b7d7-d0df0370a198}" removed="1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686</TotalTime>
  <Words>626</Words>
  <Application>Microsoft Office PowerPoint</Application>
  <PresentationFormat>Widescreen</PresentationFormat>
  <Paragraphs>99</Paragraphs>
  <Slides>14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20" baseType="lpstr">
      <vt:lpstr>Aptos</vt:lpstr>
      <vt:lpstr>Aptos Display</vt:lpstr>
      <vt:lpstr>Arial</vt:lpstr>
      <vt:lpstr>Cambria Math</vt:lpstr>
      <vt:lpstr>Wingdings</vt:lpstr>
      <vt:lpstr>Office Theme</vt:lpstr>
      <vt:lpstr>Model classification</vt:lpstr>
      <vt:lpstr>Why do we need to classify models?</vt:lpstr>
      <vt:lpstr>Examples of model descriptions in litterature</vt:lpstr>
      <vt:lpstr>Stages in model development</vt:lpstr>
      <vt:lpstr>PowerPoint Presentation</vt:lpstr>
      <vt:lpstr>Steady-state versus transient</vt:lpstr>
      <vt:lpstr>Lumped parameter versus distributed parameter</vt:lpstr>
      <vt:lpstr>Continuous and discrete models</vt:lpstr>
      <vt:lpstr>Mechanistic or emperical</vt:lpstr>
      <vt:lpstr>Deterministic or stoichastic</vt:lpstr>
      <vt:lpstr>Interpolation/extrapolation</vt:lpstr>
      <vt:lpstr>PowerPoint Presentation</vt:lpstr>
      <vt:lpstr>Model scale</vt:lpstr>
      <vt:lpstr>Menti quiz: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Frederik Rask Dalby</dc:creator>
  <cp:lastModifiedBy>Frederik Rask Dalby</cp:lastModifiedBy>
  <cp:revision>2</cp:revision>
  <dcterms:created xsi:type="dcterms:W3CDTF">2025-05-06T09:42:57Z</dcterms:created>
  <dcterms:modified xsi:type="dcterms:W3CDTF">2026-08-03T14:05:29Z</dcterms:modified>
</cp:coreProperties>
</file>