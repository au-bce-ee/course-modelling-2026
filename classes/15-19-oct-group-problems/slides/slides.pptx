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8" r:id="rId4"/>
    <p:sldId id="259" r:id="rId5"/>
    <p:sldId id="257" r:id="rId6"/>
    <p:sldId id="260" r:id="rId7"/>
    <p:sldId id="261" r:id="rId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744DD-2765-406A-8088-653F24022C52}" v="1" dt="2026-10-19T05:43:57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undo custSel addSld delSld modSld sldOrd">
      <pc:chgData name="Frederik Rask Dalby" userId="12c7c68b-47c4-4858-a883-dbd84be7356f" providerId="ADAL" clId="{E9883B15-7D20-4C63-9A3F-08E95C9A44CC}" dt="2026-10-19T05:46:03.181" v="3894" actId="6549"/>
      <pc:docMkLst>
        <pc:docMk/>
      </pc:docMkLst>
      <pc:sldChg chg="delSp modSp new mod">
        <pc:chgData name="Frederik Rask Dalby" userId="12c7c68b-47c4-4858-a883-dbd84be7356f" providerId="ADAL" clId="{E9883B15-7D20-4C63-9A3F-08E95C9A44CC}" dt="2026-10-19T05:40:51.243" v="3070" actId="20577"/>
        <pc:sldMkLst>
          <pc:docMk/>
          <pc:sldMk cId="321463097" sldId="256"/>
        </pc:sldMkLst>
        <pc:spChg chg="mod">
          <ac:chgData name="Frederik Rask Dalby" userId="12c7c68b-47c4-4858-a883-dbd84be7356f" providerId="ADAL" clId="{E9883B15-7D20-4C63-9A3F-08E95C9A44CC}" dt="2026-10-19T05:40:51.243" v="3070" actId="20577"/>
          <ac:spMkLst>
            <pc:docMk/>
            <pc:sldMk cId="321463097" sldId="256"/>
            <ac:spMk id="2" creationId="{A04C51CE-DFC1-AA3E-A6CE-8B6489B4AC5F}"/>
          </ac:spMkLst>
        </pc:spChg>
      </pc:sldChg>
      <pc:sldChg chg="addSp delSp modSp new mod ord">
        <pc:chgData name="Frederik Rask Dalby" userId="12c7c68b-47c4-4858-a883-dbd84be7356f" providerId="ADAL" clId="{E9883B15-7D20-4C63-9A3F-08E95C9A44CC}" dt="2026-10-14T07:58:17.394" v="1021" actId="14100"/>
        <pc:sldMkLst>
          <pc:docMk/>
          <pc:sldMk cId="1572140436" sldId="257"/>
        </pc:sldMkLst>
        <pc:spChg chg="add mod">
          <ac:chgData name="Frederik Rask Dalby" userId="12c7c68b-47c4-4858-a883-dbd84be7356f" providerId="ADAL" clId="{E9883B15-7D20-4C63-9A3F-08E95C9A44CC}" dt="2026-10-14T07:52:14.659" v="635" actId="1038"/>
          <ac:spMkLst>
            <pc:docMk/>
            <pc:sldMk cId="1572140436" sldId="257"/>
            <ac:spMk id="16" creationId="{73DF1172-B906-F076-5655-05C26698198E}"/>
          </ac:spMkLst>
        </pc:spChg>
        <pc:spChg chg="add mod">
          <ac:chgData name="Frederik Rask Dalby" userId="12c7c68b-47c4-4858-a883-dbd84be7356f" providerId="ADAL" clId="{E9883B15-7D20-4C63-9A3F-08E95C9A44CC}" dt="2026-10-14T07:52:14.659" v="635" actId="1038"/>
          <ac:spMkLst>
            <pc:docMk/>
            <pc:sldMk cId="1572140436" sldId="257"/>
            <ac:spMk id="18" creationId="{02A96F19-2DF6-ADA2-A4CD-265124C8A38E}"/>
          </ac:spMkLst>
        </pc:spChg>
        <pc:spChg chg="add mod">
          <ac:chgData name="Frederik Rask Dalby" userId="12c7c68b-47c4-4858-a883-dbd84be7356f" providerId="ADAL" clId="{E9883B15-7D20-4C63-9A3F-08E95C9A44CC}" dt="2026-10-14T07:52:14.659" v="635" actId="1038"/>
          <ac:spMkLst>
            <pc:docMk/>
            <pc:sldMk cId="1572140436" sldId="257"/>
            <ac:spMk id="20" creationId="{A4AB5BB2-A6A4-0DE5-B52E-EB0D821AC9B3}"/>
          </ac:spMkLst>
        </pc:spChg>
        <pc:spChg chg="add mod">
          <ac:chgData name="Frederik Rask Dalby" userId="12c7c68b-47c4-4858-a883-dbd84be7356f" providerId="ADAL" clId="{E9883B15-7D20-4C63-9A3F-08E95C9A44CC}" dt="2026-10-14T07:53:07.268" v="674" actId="1035"/>
          <ac:spMkLst>
            <pc:docMk/>
            <pc:sldMk cId="1572140436" sldId="257"/>
            <ac:spMk id="25" creationId="{CBE46608-8221-10CF-80A9-244E3953B3ED}"/>
          </ac:spMkLst>
        </pc:spChg>
        <pc:spChg chg="add mod">
          <ac:chgData name="Frederik Rask Dalby" userId="12c7c68b-47c4-4858-a883-dbd84be7356f" providerId="ADAL" clId="{E9883B15-7D20-4C63-9A3F-08E95C9A44CC}" dt="2026-10-14T07:53:26.010" v="698" actId="1076"/>
          <ac:spMkLst>
            <pc:docMk/>
            <pc:sldMk cId="1572140436" sldId="257"/>
            <ac:spMk id="27" creationId="{3D8BC2E2-6327-F0FE-605E-EF75436309F3}"/>
          </ac:spMkLst>
        </pc:spChg>
        <pc:spChg chg="add mod">
          <ac:chgData name="Frederik Rask Dalby" userId="12c7c68b-47c4-4858-a883-dbd84be7356f" providerId="ADAL" clId="{E9883B15-7D20-4C63-9A3F-08E95C9A44CC}" dt="2026-10-14T07:53:54.853" v="715" actId="1036"/>
          <ac:spMkLst>
            <pc:docMk/>
            <pc:sldMk cId="1572140436" sldId="257"/>
            <ac:spMk id="32" creationId="{CEABF7F5-A1DC-F7A1-AA91-D40B9A36D379}"/>
          </ac:spMkLst>
        </pc:spChg>
        <pc:spChg chg="add mod">
          <ac:chgData name="Frederik Rask Dalby" userId="12c7c68b-47c4-4858-a883-dbd84be7356f" providerId="ADAL" clId="{E9883B15-7D20-4C63-9A3F-08E95C9A44CC}" dt="2026-10-14T07:55:41.041" v="805" actId="1038"/>
          <ac:spMkLst>
            <pc:docMk/>
            <pc:sldMk cId="1572140436" sldId="257"/>
            <ac:spMk id="33" creationId="{8B4FE724-1273-51D6-7040-2477C710B3A8}"/>
          </ac:spMkLst>
        </pc:spChg>
        <pc:spChg chg="add mod">
          <ac:chgData name="Frederik Rask Dalby" userId="12c7c68b-47c4-4858-a883-dbd84be7356f" providerId="ADAL" clId="{E9883B15-7D20-4C63-9A3F-08E95C9A44CC}" dt="2026-10-14T07:56:50.474" v="933" actId="1038"/>
          <ac:spMkLst>
            <pc:docMk/>
            <pc:sldMk cId="1572140436" sldId="257"/>
            <ac:spMk id="35" creationId="{9B25B6EE-C18E-0D52-04FB-6C39CA570F7D}"/>
          </ac:spMkLst>
        </pc:spChg>
        <pc:spChg chg="add mod">
          <ac:chgData name="Frederik Rask Dalby" userId="12c7c68b-47c4-4858-a883-dbd84be7356f" providerId="ADAL" clId="{E9883B15-7D20-4C63-9A3F-08E95C9A44CC}" dt="2026-10-14T07:55:57.480" v="846" actId="1037"/>
          <ac:spMkLst>
            <pc:docMk/>
            <pc:sldMk cId="1572140436" sldId="257"/>
            <ac:spMk id="39" creationId="{29D3437A-17A1-9536-794B-F4F001613668}"/>
          </ac:spMkLst>
        </pc:spChg>
        <pc:spChg chg="add mod">
          <ac:chgData name="Frederik Rask Dalby" userId="12c7c68b-47c4-4858-a883-dbd84be7356f" providerId="ADAL" clId="{E9883B15-7D20-4C63-9A3F-08E95C9A44CC}" dt="2026-10-14T07:56:46.671" v="932" actId="1037"/>
          <ac:spMkLst>
            <pc:docMk/>
            <pc:sldMk cId="1572140436" sldId="257"/>
            <ac:spMk id="41" creationId="{77DD854E-1307-1147-71B9-265BFFF4B7EE}"/>
          </ac:spMkLst>
        </pc:spChg>
        <pc:spChg chg="add mod">
          <ac:chgData name="Frederik Rask Dalby" userId="12c7c68b-47c4-4858-a883-dbd84be7356f" providerId="ADAL" clId="{E9883B15-7D20-4C63-9A3F-08E95C9A44CC}" dt="2026-10-14T07:57:21.991" v="964" actId="1076"/>
          <ac:spMkLst>
            <pc:docMk/>
            <pc:sldMk cId="1572140436" sldId="257"/>
            <ac:spMk id="42" creationId="{09867895-DC49-1041-7A46-78F360C4214F}"/>
          </ac:spMkLst>
        </pc:spChg>
        <pc:spChg chg="add mod">
          <ac:chgData name="Frederik Rask Dalby" userId="12c7c68b-47c4-4858-a883-dbd84be7356f" providerId="ADAL" clId="{E9883B15-7D20-4C63-9A3F-08E95C9A44CC}" dt="2026-10-14T07:58:17.394" v="1021" actId="14100"/>
          <ac:spMkLst>
            <pc:docMk/>
            <pc:sldMk cId="1572140436" sldId="257"/>
            <ac:spMk id="52" creationId="{BAAAC643-279E-82ED-F54D-986CECE30157}"/>
          </ac:spMkLst>
        </pc:spChg>
        <pc:picChg chg="add del mod">
          <ac:chgData name="Frederik Rask Dalby" userId="12c7c68b-47c4-4858-a883-dbd84be7356f" providerId="ADAL" clId="{E9883B15-7D20-4C63-9A3F-08E95C9A44CC}" dt="2026-10-14T07:57:36.202" v="976" actId="1076"/>
          <ac:picMkLst>
            <pc:docMk/>
            <pc:sldMk cId="1572140436" sldId="257"/>
            <ac:picMk id="5" creationId="{48F2E8D6-C446-0C3D-3D5D-716EF92C8F78}"/>
          </ac:picMkLst>
        </pc:picChg>
        <pc:cxnChg chg="add mod">
          <ac:chgData name="Frederik Rask Dalby" userId="12c7c68b-47c4-4858-a883-dbd84be7356f" providerId="ADAL" clId="{E9883B15-7D20-4C63-9A3F-08E95C9A44CC}" dt="2026-10-14T07:55:03.644" v="751" actId="1076"/>
          <ac:cxnSpMkLst>
            <pc:docMk/>
            <pc:sldMk cId="1572140436" sldId="257"/>
            <ac:cxnSpMk id="9" creationId="{8F56EB45-6B6F-AD43-C2C2-173F5E384E72}"/>
          </ac:cxnSpMkLst>
        </pc:cxnChg>
        <pc:cxnChg chg="add mod">
          <ac:chgData name="Frederik Rask Dalby" userId="12c7c68b-47c4-4858-a883-dbd84be7356f" providerId="ADAL" clId="{E9883B15-7D20-4C63-9A3F-08E95C9A44CC}" dt="2026-10-14T07:52:14.659" v="635" actId="1038"/>
          <ac:cxnSpMkLst>
            <pc:docMk/>
            <pc:sldMk cId="1572140436" sldId="257"/>
            <ac:cxnSpMk id="12" creationId="{65ED5E2A-E186-212C-C588-0D7D38655124}"/>
          </ac:cxnSpMkLst>
        </pc:cxnChg>
        <pc:cxnChg chg="add mod">
          <ac:chgData name="Frederik Rask Dalby" userId="12c7c68b-47c4-4858-a883-dbd84be7356f" providerId="ADAL" clId="{E9883B15-7D20-4C63-9A3F-08E95C9A44CC}" dt="2026-10-14T07:52:14.659" v="635" actId="1038"/>
          <ac:cxnSpMkLst>
            <pc:docMk/>
            <pc:sldMk cId="1572140436" sldId="257"/>
            <ac:cxnSpMk id="14" creationId="{6F6071C9-AF63-5D6F-BED8-24D418809FF9}"/>
          </ac:cxnSpMkLst>
        </pc:cxnChg>
        <pc:cxnChg chg="add mod">
          <ac:chgData name="Frederik Rask Dalby" userId="12c7c68b-47c4-4858-a883-dbd84be7356f" providerId="ADAL" clId="{E9883B15-7D20-4C63-9A3F-08E95C9A44CC}" dt="2026-10-14T07:52:14.659" v="635" actId="1038"/>
          <ac:cxnSpMkLst>
            <pc:docMk/>
            <pc:sldMk cId="1572140436" sldId="257"/>
            <ac:cxnSpMk id="15" creationId="{54B30053-EE01-3305-77F1-2BA86CB73EE8}"/>
          </ac:cxnSpMkLst>
        </pc:cxnChg>
        <pc:cxnChg chg="add mod">
          <ac:chgData name="Frederik Rask Dalby" userId="12c7c68b-47c4-4858-a883-dbd84be7356f" providerId="ADAL" clId="{E9883B15-7D20-4C63-9A3F-08E95C9A44CC}" dt="2026-10-14T07:52:18.868" v="637" actId="1035"/>
          <ac:cxnSpMkLst>
            <pc:docMk/>
            <pc:sldMk cId="1572140436" sldId="257"/>
            <ac:cxnSpMk id="21" creationId="{46176E97-D22A-259D-117C-FB731EC943B6}"/>
          </ac:cxnSpMkLst>
        </pc:cxnChg>
        <pc:cxnChg chg="add mod">
          <ac:chgData name="Frederik Rask Dalby" userId="12c7c68b-47c4-4858-a883-dbd84be7356f" providerId="ADAL" clId="{E9883B15-7D20-4C63-9A3F-08E95C9A44CC}" dt="2026-10-14T07:52:43.156" v="641" actId="693"/>
          <ac:cxnSpMkLst>
            <pc:docMk/>
            <pc:sldMk cId="1572140436" sldId="257"/>
            <ac:cxnSpMk id="23" creationId="{0335F748-0F20-F60B-540F-76D404640578}"/>
          </ac:cxnSpMkLst>
        </pc:cxnChg>
        <pc:cxnChg chg="add mod">
          <ac:chgData name="Frederik Rask Dalby" userId="12c7c68b-47c4-4858-a883-dbd84be7356f" providerId="ADAL" clId="{E9883B15-7D20-4C63-9A3F-08E95C9A44CC}" dt="2026-10-14T07:53:34.923" v="704" actId="13822"/>
          <ac:cxnSpMkLst>
            <pc:docMk/>
            <pc:sldMk cId="1572140436" sldId="257"/>
            <ac:cxnSpMk id="29" creationId="{94DD0BA3-DDB4-75B8-FD15-C42AB4176EF1}"/>
          </ac:cxnSpMkLst>
        </pc:cxnChg>
        <pc:cxnChg chg="add mod">
          <ac:chgData name="Frederik Rask Dalby" userId="12c7c68b-47c4-4858-a883-dbd84be7356f" providerId="ADAL" clId="{E9883B15-7D20-4C63-9A3F-08E95C9A44CC}" dt="2026-10-14T07:57:29.618" v="968" actId="13822"/>
          <ac:cxnSpMkLst>
            <pc:docMk/>
            <pc:sldMk cId="1572140436" sldId="257"/>
            <ac:cxnSpMk id="44" creationId="{A3E2C8FC-1533-4F3D-1441-17A6DF5B0C87}"/>
          </ac:cxnSpMkLst>
        </pc:cxnChg>
        <pc:cxnChg chg="add mod">
          <ac:chgData name="Frederik Rask Dalby" userId="12c7c68b-47c4-4858-a883-dbd84be7356f" providerId="ADAL" clId="{E9883B15-7D20-4C63-9A3F-08E95C9A44CC}" dt="2026-10-14T07:57:45.161" v="980" actId="14100"/>
          <ac:cxnSpMkLst>
            <pc:docMk/>
            <pc:sldMk cId="1572140436" sldId="257"/>
            <ac:cxnSpMk id="47" creationId="{B9E5C408-9988-AD39-00AF-3FA274E7F986}"/>
          </ac:cxnSpMkLst>
        </pc:cxnChg>
      </pc:sldChg>
      <pc:sldChg chg="addSp delSp modSp new mod ord">
        <pc:chgData name="Frederik Rask Dalby" userId="12c7c68b-47c4-4858-a883-dbd84be7356f" providerId="ADAL" clId="{E9883B15-7D20-4C63-9A3F-08E95C9A44CC}" dt="2026-10-14T07:47:05.592" v="281" actId="1076"/>
        <pc:sldMkLst>
          <pc:docMk/>
          <pc:sldMk cId="3390887589" sldId="258"/>
        </pc:sldMkLst>
        <pc:spChg chg="add mod">
          <ac:chgData name="Frederik Rask Dalby" userId="12c7c68b-47c4-4858-a883-dbd84be7356f" providerId="ADAL" clId="{E9883B15-7D20-4C63-9A3F-08E95C9A44CC}" dt="2026-10-14T07:47:05.592" v="281" actId="1076"/>
          <ac:spMkLst>
            <pc:docMk/>
            <pc:sldMk cId="3390887589" sldId="258"/>
            <ac:spMk id="13" creationId="{895CD62E-0772-50B6-9150-F0963EAB0ADD}"/>
          </ac:spMkLst>
        </pc:spChg>
        <pc:picChg chg="add mod modCrop">
          <ac:chgData name="Frederik Rask Dalby" userId="12c7c68b-47c4-4858-a883-dbd84be7356f" providerId="ADAL" clId="{E9883B15-7D20-4C63-9A3F-08E95C9A44CC}" dt="2026-10-14T07:44:08.432" v="185" actId="732"/>
          <ac:picMkLst>
            <pc:docMk/>
            <pc:sldMk cId="3390887589" sldId="258"/>
            <ac:picMk id="5" creationId="{45B6ADB4-A38D-ECCE-C06B-6DF910790B79}"/>
          </ac:picMkLst>
        </pc:picChg>
        <pc:picChg chg="add mod">
          <ac:chgData name="Frederik Rask Dalby" userId="12c7c68b-47c4-4858-a883-dbd84be7356f" providerId="ADAL" clId="{E9883B15-7D20-4C63-9A3F-08E95C9A44CC}" dt="2026-10-14T07:44:11.482" v="186" actId="14100"/>
          <ac:picMkLst>
            <pc:docMk/>
            <pc:sldMk cId="3390887589" sldId="258"/>
            <ac:picMk id="9" creationId="{BA0EDCF3-4D37-CA75-BAB6-EABDB4049422}"/>
          </ac:picMkLst>
        </pc:picChg>
        <pc:picChg chg="add mod">
          <ac:chgData name="Frederik Rask Dalby" userId="12c7c68b-47c4-4858-a883-dbd84be7356f" providerId="ADAL" clId="{E9883B15-7D20-4C63-9A3F-08E95C9A44CC}" dt="2026-10-14T07:44:51.043" v="217" actId="1076"/>
          <ac:picMkLst>
            <pc:docMk/>
            <pc:sldMk cId="3390887589" sldId="258"/>
            <ac:picMk id="12" creationId="{8468D0F2-B29B-0C12-BA2C-5A44D9495A60}"/>
          </ac:picMkLst>
        </pc:picChg>
      </pc:sldChg>
      <pc:sldChg chg="addSp delSp modSp new mod">
        <pc:chgData name="Frederik Rask Dalby" userId="12c7c68b-47c4-4858-a883-dbd84be7356f" providerId="ADAL" clId="{E9883B15-7D20-4C63-9A3F-08E95C9A44CC}" dt="2026-10-14T07:47:12.876" v="296" actId="6549"/>
        <pc:sldMkLst>
          <pc:docMk/>
          <pc:sldMk cId="1039556322" sldId="259"/>
        </pc:sldMkLst>
        <pc:spChg chg="add mod">
          <ac:chgData name="Frederik Rask Dalby" userId="12c7c68b-47c4-4858-a883-dbd84be7356f" providerId="ADAL" clId="{E9883B15-7D20-4C63-9A3F-08E95C9A44CC}" dt="2026-10-14T07:46:39.989" v="243" actId="164"/>
          <ac:spMkLst>
            <pc:docMk/>
            <pc:sldMk cId="1039556322" sldId="259"/>
            <ac:spMk id="8" creationId="{7689E37B-748A-476B-0EAB-D7E5A6BFC344}"/>
          </ac:spMkLst>
        </pc:spChg>
        <pc:spChg chg="add mod">
          <ac:chgData name="Frederik Rask Dalby" userId="12c7c68b-47c4-4858-a883-dbd84be7356f" providerId="ADAL" clId="{E9883B15-7D20-4C63-9A3F-08E95C9A44CC}" dt="2026-10-14T07:47:12.876" v="296" actId="6549"/>
          <ac:spMkLst>
            <pc:docMk/>
            <pc:sldMk cId="1039556322" sldId="259"/>
            <ac:spMk id="11" creationId="{8496AFC5-49AC-0180-B6AA-91D2666E5D6B}"/>
          </ac:spMkLst>
        </pc:spChg>
        <pc:grpChg chg="add mod">
          <ac:chgData name="Frederik Rask Dalby" userId="12c7c68b-47c4-4858-a883-dbd84be7356f" providerId="ADAL" clId="{E9883B15-7D20-4C63-9A3F-08E95C9A44CC}" dt="2026-10-14T07:46:39.989" v="243" actId="164"/>
          <ac:grpSpMkLst>
            <pc:docMk/>
            <pc:sldMk cId="1039556322" sldId="259"/>
            <ac:grpSpMk id="9" creationId="{3C7247BB-A161-BE16-27A4-E8E3345B07E3}"/>
          </ac:grpSpMkLst>
        </pc:grpChg>
        <pc:picChg chg="add mod">
          <ac:chgData name="Frederik Rask Dalby" userId="12c7c68b-47c4-4858-a883-dbd84be7356f" providerId="ADAL" clId="{E9883B15-7D20-4C63-9A3F-08E95C9A44CC}" dt="2026-10-14T07:45:58.120" v="225" actId="14100"/>
          <ac:picMkLst>
            <pc:docMk/>
            <pc:sldMk cId="1039556322" sldId="259"/>
            <ac:picMk id="5" creationId="{1881BCB4-6696-25E6-B01B-D0C2E269E242}"/>
          </ac:picMkLst>
        </pc:picChg>
        <pc:picChg chg="add mod">
          <ac:chgData name="Frederik Rask Dalby" userId="12c7c68b-47c4-4858-a883-dbd84be7356f" providerId="ADAL" clId="{E9883B15-7D20-4C63-9A3F-08E95C9A44CC}" dt="2026-10-14T07:46:39.989" v="243" actId="164"/>
          <ac:picMkLst>
            <pc:docMk/>
            <pc:sldMk cId="1039556322" sldId="259"/>
            <ac:picMk id="7" creationId="{47A47E70-6D39-665A-D68D-C9745B20BDD6}"/>
          </ac:picMkLst>
        </pc:picChg>
      </pc:sldChg>
      <pc:sldChg chg="addSp delSp modSp new mod">
        <pc:chgData name="Frederik Rask Dalby" userId="12c7c68b-47c4-4858-a883-dbd84be7356f" providerId="ADAL" clId="{E9883B15-7D20-4C63-9A3F-08E95C9A44CC}" dt="2026-10-14T08:11:32.885" v="1989" actId="20577"/>
        <pc:sldMkLst>
          <pc:docMk/>
          <pc:sldMk cId="2704506522" sldId="260"/>
        </pc:sldMkLst>
        <pc:spChg chg="mod">
          <ac:chgData name="Frederik Rask Dalby" userId="12c7c68b-47c4-4858-a883-dbd84be7356f" providerId="ADAL" clId="{E9883B15-7D20-4C63-9A3F-08E95C9A44CC}" dt="2026-10-14T07:59:29.734" v="1046" actId="20577"/>
          <ac:spMkLst>
            <pc:docMk/>
            <pc:sldMk cId="2704506522" sldId="260"/>
            <ac:spMk id="2" creationId="{A10F880B-9C8C-B33B-80B1-5507B8253584}"/>
          </ac:spMkLst>
        </pc:spChg>
        <pc:spChg chg="mod">
          <ac:chgData name="Frederik Rask Dalby" userId="12c7c68b-47c4-4858-a883-dbd84be7356f" providerId="ADAL" clId="{E9883B15-7D20-4C63-9A3F-08E95C9A44CC}" dt="2026-10-14T08:07:31.284" v="1482" actId="27636"/>
          <ac:spMkLst>
            <pc:docMk/>
            <pc:sldMk cId="2704506522" sldId="260"/>
            <ac:spMk id="3" creationId="{50D2EEA1-9BC3-2C91-A0D4-AF0EAC658B15}"/>
          </ac:spMkLst>
        </pc:spChg>
        <pc:spChg chg="add mod">
          <ac:chgData name="Frederik Rask Dalby" userId="12c7c68b-47c4-4858-a883-dbd84be7356f" providerId="ADAL" clId="{E9883B15-7D20-4C63-9A3F-08E95C9A44CC}" dt="2026-10-14T08:01:37.770" v="1248" actId="1076"/>
          <ac:spMkLst>
            <pc:docMk/>
            <pc:sldMk cId="2704506522" sldId="260"/>
            <ac:spMk id="7" creationId="{FEE896F7-931B-83B4-C82A-85C0BD4DF60E}"/>
          </ac:spMkLst>
        </pc:spChg>
        <pc:spChg chg="add mod">
          <ac:chgData name="Frederik Rask Dalby" userId="12c7c68b-47c4-4858-a883-dbd84be7356f" providerId="ADAL" clId="{E9883B15-7D20-4C63-9A3F-08E95C9A44CC}" dt="2026-10-14T08:01:50.880" v="1262" actId="1036"/>
          <ac:spMkLst>
            <pc:docMk/>
            <pc:sldMk cId="2704506522" sldId="260"/>
            <ac:spMk id="9" creationId="{2F9AD667-427D-4769-B99B-D38C9C510460}"/>
          </ac:spMkLst>
        </pc:spChg>
        <pc:spChg chg="add mod">
          <ac:chgData name="Frederik Rask Dalby" userId="12c7c68b-47c4-4858-a883-dbd84be7356f" providerId="ADAL" clId="{E9883B15-7D20-4C63-9A3F-08E95C9A44CC}" dt="2026-10-14T08:01:46.078" v="1255" actId="1076"/>
          <ac:spMkLst>
            <pc:docMk/>
            <pc:sldMk cId="2704506522" sldId="260"/>
            <ac:spMk id="11" creationId="{6CD09F10-4236-6021-7ED5-2A27D4BCB4F6}"/>
          </ac:spMkLst>
        </pc:spChg>
        <pc:spChg chg="add mod">
          <ac:chgData name="Frederik Rask Dalby" userId="12c7c68b-47c4-4858-a883-dbd84be7356f" providerId="ADAL" clId="{E9883B15-7D20-4C63-9A3F-08E95C9A44CC}" dt="2026-10-14T08:11:32.885" v="1989" actId="20577"/>
          <ac:spMkLst>
            <pc:docMk/>
            <pc:sldMk cId="2704506522" sldId="260"/>
            <ac:spMk id="17" creationId="{0479DBDD-4687-3250-F697-90C06AE225BF}"/>
          </ac:spMkLst>
        </pc:spChg>
        <pc:spChg chg="add mod">
          <ac:chgData name="Frederik Rask Dalby" userId="12c7c68b-47c4-4858-a883-dbd84be7356f" providerId="ADAL" clId="{E9883B15-7D20-4C63-9A3F-08E95C9A44CC}" dt="2026-10-14T08:08:27.317" v="1592" actId="1037"/>
          <ac:spMkLst>
            <pc:docMk/>
            <pc:sldMk cId="2704506522" sldId="260"/>
            <ac:spMk id="19" creationId="{6D484B2A-9694-B45E-6F7E-3AD89D895F04}"/>
          </ac:spMkLst>
        </pc:spChg>
        <pc:spChg chg="add mod">
          <ac:chgData name="Frederik Rask Dalby" userId="12c7c68b-47c4-4858-a883-dbd84be7356f" providerId="ADAL" clId="{E9883B15-7D20-4C63-9A3F-08E95C9A44CC}" dt="2026-10-14T08:08:53.484" v="1604" actId="1038"/>
          <ac:spMkLst>
            <pc:docMk/>
            <pc:sldMk cId="2704506522" sldId="260"/>
            <ac:spMk id="20" creationId="{8C2A4264-E44F-134D-C02B-C0737C6E48BC}"/>
          </ac:spMkLst>
        </pc:spChg>
        <pc:spChg chg="add mod">
          <ac:chgData name="Frederik Rask Dalby" userId="12c7c68b-47c4-4858-a883-dbd84be7356f" providerId="ADAL" clId="{E9883B15-7D20-4C63-9A3F-08E95C9A44CC}" dt="2026-10-14T08:08:53.484" v="1604" actId="1038"/>
          <ac:spMkLst>
            <pc:docMk/>
            <pc:sldMk cId="2704506522" sldId="260"/>
            <ac:spMk id="21" creationId="{4278A467-3493-0A49-46D3-01F0CA0A1CF6}"/>
          </ac:spMkLst>
        </pc:spChg>
        <pc:spChg chg="add mod">
          <ac:chgData name="Frederik Rask Dalby" userId="12c7c68b-47c4-4858-a883-dbd84be7356f" providerId="ADAL" clId="{E9883B15-7D20-4C63-9A3F-08E95C9A44CC}" dt="2026-10-14T08:09:50.758" v="1699" actId="552"/>
          <ac:spMkLst>
            <pc:docMk/>
            <pc:sldMk cId="2704506522" sldId="260"/>
            <ac:spMk id="25" creationId="{82D8741F-116E-BC4C-22F2-8E00B6A33F6F}"/>
          </ac:spMkLst>
        </pc:spChg>
        <pc:spChg chg="add mod">
          <ac:chgData name="Frederik Rask Dalby" userId="12c7c68b-47c4-4858-a883-dbd84be7356f" providerId="ADAL" clId="{E9883B15-7D20-4C63-9A3F-08E95C9A44CC}" dt="2026-10-14T08:10:19.778" v="1789" actId="20577"/>
          <ac:spMkLst>
            <pc:docMk/>
            <pc:sldMk cId="2704506522" sldId="260"/>
            <ac:spMk id="27" creationId="{A05C1528-352B-3ACA-D7FA-2A6FA783C00B}"/>
          </ac:spMkLst>
        </pc:spChg>
        <pc:spChg chg="add mod">
          <ac:chgData name="Frederik Rask Dalby" userId="12c7c68b-47c4-4858-a883-dbd84be7356f" providerId="ADAL" clId="{E9883B15-7D20-4C63-9A3F-08E95C9A44CC}" dt="2026-10-14T08:10:22.668" v="1791" actId="20577"/>
          <ac:spMkLst>
            <pc:docMk/>
            <pc:sldMk cId="2704506522" sldId="260"/>
            <ac:spMk id="29" creationId="{AAAAC9AA-A4B7-C29E-534C-A1263DDA43ED}"/>
          </ac:spMkLst>
        </pc:spChg>
        <pc:spChg chg="add mod">
          <ac:chgData name="Frederik Rask Dalby" userId="12c7c68b-47c4-4858-a883-dbd84be7356f" providerId="ADAL" clId="{E9883B15-7D20-4C63-9A3F-08E95C9A44CC}" dt="2026-10-14T08:11:16.992" v="1902" actId="1035"/>
          <ac:spMkLst>
            <pc:docMk/>
            <pc:sldMk cId="2704506522" sldId="260"/>
            <ac:spMk id="37" creationId="{6F72A6A8-BFA8-6566-D7D7-C47F5F16AEF2}"/>
          </ac:spMkLst>
        </pc:spChg>
        <pc:cxnChg chg="add mod">
          <ac:chgData name="Frederik Rask Dalby" userId="12c7c68b-47c4-4858-a883-dbd84be7356f" providerId="ADAL" clId="{E9883B15-7D20-4C63-9A3F-08E95C9A44CC}" dt="2026-10-14T08:01:09.372" v="1241" actId="13822"/>
          <ac:cxnSpMkLst>
            <pc:docMk/>
            <pc:sldMk cId="2704506522" sldId="260"/>
            <ac:cxnSpMk id="5" creationId="{674FD90A-ED66-9F4E-25C5-608DCC6C1C44}"/>
          </ac:cxnSpMkLst>
        </pc:cxnChg>
        <pc:cxnChg chg="add">
          <ac:chgData name="Frederik Rask Dalby" userId="12c7c68b-47c4-4858-a883-dbd84be7356f" providerId="ADAL" clId="{E9883B15-7D20-4C63-9A3F-08E95C9A44CC}" dt="2026-10-14T08:01:56.654" v="1265" actId="11529"/>
          <ac:cxnSpMkLst>
            <pc:docMk/>
            <pc:sldMk cId="2704506522" sldId="260"/>
            <ac:cxnSpMk id="14" creationId="{61C54F1B-30C2-4A8D-1EEC-D4DB73A87907}"/>
          </ac:cxnSpMkLst>
        </pc:cxnChg>
        <pc:cxnChg chg="add mod">
          <ac:chgData name="Frederik Rask Dalby" userId="12c7c68b-47c4-4858-a883-dbd84be7356f" providerId="ADAL" clId="{E9883B15-7D20-4C63-9A3F-08E95C9A44CC}" dt="2026-10-14T08:02:04.098" v="1296" actId="1035"/>
          <ac:cxnSpMkLst>
            <pc:docMk/>
            <pc:sldMk cId="2704506522" sldId="260"/>
            <ac:cxnSpMk id="15" creationId="{12BFC995-479B-4223-3587-A6E2175DCAA4}"/>
          </ac:cxnSpMkLst>
        </pc:cxnChg>
        <pc:cxnChg chg="add mod">
          <ac:chgData name="Frederik Rask Dalby" userId="12c7c68b-47c4-4858-a883-dbd84be7356f" providerId="ADAL" clId="{E9883B15-7D20-4C63-9A3F-08E95C9A44CC}" dt="2026-10-14T08:02:09.637" v="1322" actId="1038"/>
          <ac:cxnSpMkLst>
            <pc:docMk/>
            <pc:sldMk cId="2704506522" sldId="260"/>
            <ac:cxnSpMk id="16" creationId="{89F94C0E-99C1-E092-ABFD-B0FE86692CC5}"/>
          </ac:cxnSpMkLst>
        </pc:cxnChg>
        <pc:cxnChg chg="add mod">
          <ac:chgData name="Frederik Rask Dalby" userId="12c7c68b-47c4-4858-a883-dbd84be7356f" providerId="ADAL" clId="{E9883B15-7D20-4C63-9A3F-08E95C9A44CC}" dt="2026-10-14T08:08:27.317" v="1592" actId="1037"/>
          <ac:cxnSpMkLst>
            <pc:docMk/>
            <pc:sldMk cId="2704506522" sldId="260"/>
            <ac:cxnSpMk id="22" creationId="{F9E5E065-39CD-C91D-4394-4FCEF1D205A8}"/>
          </ac:cxnSpMkLst>
        </pc:cxnChg>
        <pc:cxnChg chg="add mod">
          <ac:chgData name="Frederik Rask Dalby" userId="12c7c68b-47c4-4858-a883-dbd84be7356f" providerId="ADAL" clId="{E9883B15-7D20-4C63-9A3F-08E95C9A44CC}" dt="2026-10-14T08:08:49.559" v="1600" actId="1038"/>
          <ac:cxnSpMkLst>
            <pc:docMk/>
            <pc:sldMk cId="2704506522" sldId="260"/>
            <ac:cxnSpMk id="23" creationId="{8C364767-D963-DB8E-15D3-A6340B065972}"/>
          </ac:cxnSpMkLst>
        </pc:cxnChg>
        <pc:cxnChg chg="add mod">
          <ac:chgData name="Frederik Rask Dalby" userId="12c7c68b-47c4-4858-a883-dbd84be7356f" providerId="ADAL" clId="{E9883B15-7D20-4C63-9A3F-08E95C9A44CC}" dt="2026-10-14T08:08:49.559" v="1600" actId="1038"/>
          <ac:cxnSpMkLst>
            <pc:docMk/>
            <pc:sldMk cId="2704506522" sldId="260"/>
            <ac:cxnSpMk id="24" creationId="{FD688FF5-E798-A8B6-9A1C-72BDB1FA28E9}"/>
          </ac:cxnSpMkLst>
        </pc:cxnChg>
        <pc:cxnChg chg="add mod">
          <ac:chgData name="Frederik Rask Dalby" userId="12c7c68b-47c4-4858-a883-dbd84be7356f" providerId="ADAL" clId="{E9883B15-7D20-4C63-9A3F-08E95C9A44CC}" dt="2026-10-14T08:10:04.459" v="1728" actId="14100"/>
          <ac:cxnSpMkLst>
            <pc:docMk/>
            <pc:sldMk cId="2704506522" sldId="260"/>
            <ac:cxnSpMk id="30" creationId="{9C8A50D9-63A8-EAA1-3B52-3EDA918C7E7E}"/>
          </ac:cxnSpMkLst>
        </pc:cxnChg>
        <pc:cxnChg chg="add mod">
          <ac:chgData name="Frederik Rask Dalby" userId="12c7c68b-47c4-4858-a883-dbd84be7356f" providerId="ADAL" clId="{E9883B15-7D20-4C63-9A3F-08E95C9A44CC}" dt="2026-10-14T08:10:10.130" v="1755" actId="1038"/>
          <ac:cxnSpMkLst>
            <pc:docMk/>
            <pc:sldMk cId="2704506522" sldId="260"/>
            <ac:cxnSpMk id="34" creationId="{9415E1FC-CD2A-EF39-0A49-B8506549C1D4}"/>
          </ac:cxnSpMkLst>
        </pc:cxnChg>
        <pc:cxnChg chg="add mod">
          <ac:chgData name="Frederik Rask Dalby" userId="12c7c68b-47c4-4858-a883-dbd84be7356f" providerId="ADAL" clId="{E9883B15-7D20-4C63-9A3F-08E95C9A44CC}" dt="2026-10-14T08:10:14.934" v="1787" actId="1037"/>
          <ac:cxnSpMkLst>
            <pc:docMk/>
            <pc:sldMk cId="2704506522" sldId="260"/>
            <ac:cxnSpMk id="35" creationId="{645BAFF0-7E93-D19B-F666-9511512F804B}"/>
          </ac:cxnSpMkLst>
        </pc:cxnChg>
        <pc:cxnChg chg="add mod">
          <ac:chgData name="Frederik Rask Dalby" userId="12c7c68b-47c4-4858-a883-dbd84be7356f" providerId="ADAL" clId="{E9883B15-7D20-4C63-9A3F-08E95C9A44CC}" dt="2026-10-14T08:11:28.088" v="1985" actId="1037"/>
          <ac:cxnSpMkLst>
            <pc:docMk/>
            <pc:sldMk cId="2704506522" sldId="260"/>
            <ac:cxnSpMk id="38" creationId="{2EF312DD-4CF0-0F5A-17F7-1F55393DBDA0}"/>
          </ac:cxnSpMkLst>
        </pc:cxnChg>
      </pc:sldChg>
      <pc:sldChg chg="addSp delSp modSp new mod">
        <pc:chgData name="Frederik Rask Dalby" userId="12c7c68b-47c4-4858-a883-dbd84be7356f" providerId="ADAL" clId="{E9883B15-7D20-4C63-9A3F-08E95C9A44CC}" dt="2026-10-14T08:22:58.435" v="3037" actId="1035"/>
        <pc:sldMkLst>
          <pc:docMk/>
          <pc:sldMk cId="1399552334" sldId="261"/>
        </pc:sldMkLst>
        <pc:spChg chg="add mod">
          <ac:chgData name="Frederik Rask Dalby" userId="12c7c68b-47c4-4858-a883-dbd84be7356f" providerId="ADAL" clId="{E9883B15-7D20-4C63-9A3F-08E95C9A44CC}" dt="2026-10-14T08:13:02.400" v="2008" actId="164"/>
          <ac:spMkLst>
            <pc:docMk/>
            <pc:sldMk cId="1399552334" sldId="261"/>
            <ac:spMk id="6" creationId="{CA534C2E-94C9-F5CD-0FC5-C7800EF9C0C6}"/>
          </ac:spMkLst>
        </pc:spChg>
        <pc:spChg chg="add mod">
          <ac:chgData name="Frederik Rask Dalby" userId="12c7c68b-47c4-4858-a883-dbd84be7356f" providerId="ADAL" clId="{E9883B15-7D20-4C63-9A3F-08E95C9A44CC}" dt="2026-10-14T08:13:34.490" v="2109" actId="164"/>
          <ac:spMkLst>
            <pc:docMk/>
            <pc:sldMk cId="1399552334" sldId="261"/>
            <ac:spMk id="8" creationId="{CB86C7E8-F7EE-7D8A-FA22-98BFC1D66C25}"/>
          </ac:spMkLst>
        </pc:spChg>
        <pc:spChg chg="add mod">
          <ac:chgData name="Frederik Rask Dalby" userId="12c7c68b-47c4-4858-a883-dbd84be7356f" providerId="ADAL" clId="{E9883B15-7D20-4C63-9A3F-08E95C9A44CC}" dt="2026-10-14T08:13:34.490" v="2109" actId="164"/>
          <ac:spMkLst>
            <pc:docMk/>
            <pc:sldMk cId="1399552334" sldId="261"/>
            <ac:spMk id="10" creationId="{F6AA765F-68C2-D239-35B4-053045CB3159}"/>
          </ac:spMkLst>
        </pc:spChg>
        <pc:spChg chg="add mod">
          <ac:chgData name="Frederik Rask Dalby" userId="12c7c68b-47c4-4858-a883-dbd84be7356f" providerId="ADAL" clId="{E9883B15-7D20-4C63-9A3F-08E95C9A44CC}" dt="2026-10-14T08:13:45.287" v="2126" actId="20577"/>
          <ac:spMkLst>
            <pc:docMk/>
            <pc:sldMk cId="1399552334" sldId="261"/>
            <ac:spMk id="12" creationId="{DF7F5D7F-931D-39F2-CDB4-2E1AE1F91B6C}"/>
          </ac:spMkLst>
        </pc:spChg>
        <pc:spChg chg="add mod">
          <ac:chgData name="Frederik Rask Dalby" userId="12c7c68b-47c4-4858-a883-dbd84be7356f" providerId="ADAL" clId="{E9883B15-7D20-4C63-9A3F-08E95C9A44CC}" dt="2026-10-14T08:14:38.294" v="2319" actId="1037"/>
          <ac:spMkLst>
            <pc:docMk/>
            <pc:sldMk cId="1399552334" sldId="261"/>
            <ac:spMk id="14" creationId="{73958B32-1214-BF46-DD1E-2CD07760F5FE}"/>
          </ac:spMkLst>
        </pc:spChg>
        <pc:spChg chg="add mod">
          <ac:chgData name="Frederik Rask Dalby" userId="12c7c68b-47c4-4858-a883-dbd84be7356f" providerId="ADAL" clId="{E9883B15-7D20-4C63-9A3F-08E95C9A44CC}" dt="2026-10-14T08:18:21.326" v="2742" actId="1076"/>
          <ac:spMkLst>
            <pc:docMk/>
            <pc:sldMk cId="1399552334" sldId="261"/>
            <ac:spMk id="15" creationId="{9B9B5011-E3DD-0AAE-9BE4-0CF3D015DBF9}"/>
          </ac:spMkLst>
        </pc:spChg>
        <pc:spChg chg="add mod">
          <ac:chgData name="Frederik Rask Dalby" userId="12c7c68b-47c4-4858-a883-dbd84be7356f" providerId="ADAL" clId="{E9883B15-7D20-4C63-9A3F-08E95C9A44CC}" dt="2026-10-14T08:17:31.864" v="2597" actId="1037"/>
          <ac:spMkLst>
            <pc:docMk/>
            <pc:sldMk cId="1399552334" sldId="261"/>
            <ac:spMk id="16" creationId="{2D48D463-CBDE-073B-3D39-6BCD68C6035E}"/>
          </ac:spMkLst>
        </pc:spChg>
        <pc:spChg chg="add mod">
          <ac:chgData name="Frederik Rask Dalby" userId="12c7c68b-47c4-4858-a883-dbd84be7356f" providerId="ADAL" clId="{E9883B15-7D20-4C63-9A3F-08E95C9A44CC}" dt="2026-10-14T08:17:57.599" v="2648" actId="1037"/>
          <ac:spMkLst>
            <pc:docMk/>
            <pc:sldMk cId="1399552334" sldId="261"/>
            <ac:spMk id="18" creationId="{A53AFF35-36B7-711A-2BE7-E57DA8821A3B}"/>
          </ac:spMkLst>
        </pc:spChg>
        <pc:spChg chg="add mod">
          <ac:chgData name="Frederik Rask Dalby" userId="12c7c68b-47c4-4858-a883-dbd84be7356f" providerId="ADAL" clId="{E9883B15-7D20-4C63-9A3F-08E95C9A44CC}" dt="2026-10-14T08:18:06.534" v="2686" actId="1038"/>
          <ac:spMkLst>
            <pc:docMk/>
            <pc:sldMk cId="1399552334" sldId="261"/>
            <ac:spMk id="20" creationId="{E1AE99FB-E929-A2E4-8C40-CD7A0ED2F58A}"/>
          </ac:spMkLst>
        </pc:spChg>
        <pc:spChg chg="add mod">
          <ac:chgData name="Frederik Rask Dalby" userId="12c7c68b-47c4-4858-a883-dbd84be7356f" providerId="ADAL" clId="{E9883B15-7D20-4C63-9A3F-08E95C9A44CC}" dt="2026-10-14T08:22:58.435" v="3037" actId="1035"/>
          <ac:spMkLst>
            <pc:docMk/>
            <pc:sldMk cId="1399552334" sldId="261"/>
            <ac:spMk id="25" creationId="{E39813A1-2953-93BD-BC7B-4CACC96A1BD6}"/>
          </ac:spMkLst>
        </pc:spChg>
        <pc:grpChg chg="add mod">
          <ac:chgData name="Frederik Rask Dalby" userId="12c7c68b-47c4-4858-a883-dbd84be7356f" providerId="ADAL" clId="{E9883B15-7D20-4C63-9A3F-08E95C9A44CC}" dt="2026-10-14T08:13:34.490" v="2109" actId="164"/>
          <ac:grpSpMkLst>
            <pc:docMk/>
            <pc:sldMk cId="1399552334" sldId="261"/>
            <ac:grpSpMk id="7" creationId="{AB342885-C4F7-57C2-C842-4E5FF70B008F}"/>
          </ac:grpSpMkLst>
        </pc:grpChg>
        <pc:grpChg chg="add mod">
          <ac:chgData name="Frederik Rask Dalby" userId="12c7c68b-47c4-4858-a883-dbd84be7356f" providerId="ADAL" clId="{E9883B15-7D20-4C63-9A3F-08E95C9A44CC}" dt="2026-10-14T08:16:09.729" v="2430" actId="1076"/>
          <ac:grpSpMkLst>
            <pc:docMk/>
            <pc:sldMk cId="1399552334" sldId="261"/>
            <ac:grpSpMk id="11" creationId="{F64CC3E3-BF59-F380-EB56-3C56AB7125BA}"/>
          </ac:grpSpMkLst>
        </pc:grpChg>
        <pc:picChg chg="add mod modCrop">
          <ac:chgData name="Frederik Rask Dalby" userId="12c7c68b-47c4-4858-a883-dbd84be7356f" providerId="ADAL" clId="{E9883B15-7D20-4C63-9A3F-08E95C9A44CC}" dt="2026-10-14T08:18:44.484" v="2787" actId="732"/>
          <ac:picMkLst>
            <pc:docMk/>
            <pc:sldMk cId="1399552334" sldId="261"/>
            <ac:picMk id="5" creationId="{98D2FA37-7B9A-F97F-5DAB-8E3F5CB81598}"/>
          </ac:picMkLst>
        </pc:picChg>
        <pc:cxnChg chg="add mod">
          <ac:chgData name="Frederik Rask Dalby" userId="12c7c68b-47c4-4858-a883-dbd84be7356f" providerId="ADAL" clId="{E9883B15-7D20-4C63-9A3F-08E95C9A44CC}" dt="2026-10-14T08:18:25.300" v="2743" actId="14100"/>
          <ac:cxnSpMkLst>
            <pc:docMk/>
            <pc:sldMk cId="1399552334" sldId="261"/>
            <ac:cxnSpMk id="21" creationId="{C6BC60CC-AFE6-E252-19AD-56CDFD4041DD}"/>
          </ac:cxnSpMkLst>
        </pc:cxnChg>
        <pc:cxnChg chg="add mod">
          <ac:chgData name="Frederik Rask Dalby" userId="12c7c68b-47c4-4858-a883-dbd84be7356f" providerId="ADAL" clId="{E9883B15-7D20-4C63-9A3F-08E95C9A44CC}" dt="2026-10-14T08:18:30.723" v="2785" actId="1037"/>
          <ac:cxnSpMkLst>
            <pc:docMk/>
            <pc:sldMk cId="1399552334" sldId="261"/>
            <ac:cxnSpMk id="24" creationId="{4F494FB0-6640-60C9-244C-376275ACBB23}"/>
          </ac:cxnSpMkLst>
        </pc:cxnChg>
      </pc:sldChg>
      <pc:sldChg chg="modSp new mod">
        <pc:chgData name="Frederik Rask Dalby" userId="12c7c68b-47c4-4858-a883-dbd84be7356f" providerId="ADAL" clId="{E9883B15-7D20-4C63-9A3F-08E95C9A44CC}" dt="2026-10-19T05:46:03.181" v="3894" actId="6549"/>
        <pc:sldMkLst>
          <pc:docMk/>
          <pc:sldMk cId="4138286876" sldId="262"/>
        </pc:sldMkLst>
        <pc:spChg chg="mod">
          <ac:chgData name="Frederik Rask Dalby" userId="12c7c68b-47c4-4858-a883-dbd84be7356f" providerId="ADAL" clId="{E9883B15-7D20-4C63-9A3F-08E95C9A44CC}" dt="2026-10-19T05:41:17.759" v="3149" actId="20577"/>
          <ac:spMkLst>
            <pc:docMk/>
            <pc:sldMk cId="4138286876" sldId="262"/>
            <ac:spMk id="2" creationId="{0B265A54-14C3-0D8E-BBAB-B51BA61299A9}"/>
          </ac:spMkLst>
        </pc:spChg>
        <pc:spChg chg="mod">
          <ac:chgData name="Frederik Rask Dalby" userId="12c7c68b-47c4-4858-a883-dbd84be7356f" providerId="ADAL" clId="{E9883B15-7D20-4C63-9A3F-08E95C9A44CC}" dt="2026-10-19T05:46:03.181" v="3894" actId="6549"/>
          <ac:spMkLst>
            <pc:docMk/>
            <pc:sldMk cId="4138286876" sldId="262"/>
            <ac:spMk id="3" creationId="{FE9B72DA-0810-5DA1-27F0-E9684DF0A7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EE324-DD81-4A40-A480-F4000DE850EB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B45F12-FA52-4918-9A64-FA065605968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977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45F12-FA52-4918-9A64-FA065605968C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1233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2D03-CF5F-F950-6282-D7AC5666D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32977-BA6A-C711-1353-EA45FFDC8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EF905-5BA0-EAB1-80DF-0BE4B2BA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3756A-8115-6E52-87D9-5DEDFA86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ABFF-FB42-BF83-DF57-ACF7764B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909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5303-665E-71CB-626F-3D9B3A12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D140-48FD-7FEF-E0C4-777358062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C15EF-56B1-6A01-48C2-3D3BEB5B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0E33F-D472-101E-C32C-23138FB7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42B97-69FD-0D77-96FF-79DD78AD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595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4477-88CD-703A-EF1D-822C8059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4471A-2012-CE5D-7A85-3BC6F96F1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9BA2C-8B87-1D6A-E216-40096862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F56DF-AFC8-0DFF-8643-93B9FEA5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53CB8-782A-F9D3-1DC3-4A629FAC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142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9D9B-2FA8-EF70-D343-9AF58E04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C0612-4787-CB93-63F9-56FD78A54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08F1B-F1EB-309A-E6A6-C46E2340B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65E0A-66AD-7BEF-F3C9-7E418B7ED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61AF9-DF46-FA10-A905-B7398646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1A7E7-097F-94CC-3BA4-8A26B5E3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077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586B-26F1-3A6B-52D0-C878373B1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530C8-4021-853E-2B75-F3CF5E296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C1E90-4B88-4B78-D6C2-DA4EE27D4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AECF0-D546-31FD-39CB-A73C6EF3B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005BD-4BBC-3061-061F-5AB9752BB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8352A-59F9-0FFD-8B13-963C6E2C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B4F498-7FF9-B004-6D2D-5A6EFDD9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82A09-E85C-D013-AB6E-AC6A2B5A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172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2DB3-CE65-1FD4-C31B-1FD8E2A9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11053-CB42-BFF7-EA3C-55D7CEC1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DB75C-37BD-4CB8-1ED8-BD9140AB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BEFCF-3602-CF05-E3C1-FA682336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4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843E3-0D7A-D81B-1F1D-6561091A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902AEC-D5F7-FC69-21E2-ED7B272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C3979-50AB-85F6-644D-66F644E2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5346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6C8F-A36C-961A-F50C-CDCF33151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4893-874E-AEF8-3DC4-9CA90CEF7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E0559-A83B-5B95-71B3-6AB18DA0D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5B712-620F-8E1D-5893-544043FA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1E68B-6ED6-1DD0-3830-62E0B6AF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0EE61-C755-C470-BDB5-D83C4892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744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A6F06-48CD-9F12-8F82-1F8DCFA1F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8DC16-F31C-BEE4-FBDD-4BC3986CAA1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38752-F859-5E42-DD34-9225AD1CE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F9480-3F50-2006-2ECF-9DF123B69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AC33B-9F6D-79D1-E797-AE7C8BB2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DAF18-8945-CF79-65F8-A9E3CB25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56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61A5-8C4F-A4B8-F52C-6789354E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90D1D-952C-1AC0-CCD1-5F090B999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D5FD3-7079-E1CE-EA62-74274CFB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6C135-08D5-6C57-A5E1-CA162A5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39AD4-0A16-2A72-8501-221AA02C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906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BB50B-A544-46FC-57AF-3F2CC82CF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CE45C-831B-1A34-F8ED-EBE209A67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B6098-E282-55FC-8EA2-B26E8670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B88A-AEC7-8F5D-8658-D5F4813F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C5F07-6956-660A-7E50-F20E2504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177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72331C-805C-C9A5-8041-6B31B64E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4AC7E-B7BD-F094-39E1-B5F3AB93A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AC071-C1B7-ED1A-7BBE-CA8DC140A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0EA8B-B28A-4D5D-9FD5-9C4A43A6D29F}" type="datetimeFigureOut">
              <a:rPr lang="da-DK" smtClean="0"/>
              <a:t>19-10-2026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EB4AF-008C-2944-9C66-84E66D6BB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5B23B-3AE3-D0BB-CC05-74630F4D9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C65E8-2E52-48B4-AD27-524ABA8303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450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51CE-DFC1-AA3E-A6CE-8B6489B4A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Review and tips for </a:t>
            </a:r>
            <a:r>
              <a:rPr lang="da-DK" dirty="0" err="1"/>
              <a:t>group</a:t>
            </a:r>
            <a:r>
              <a:rPr lang="da-DK" dirty="0"/>
              <a:t> </a:t>
            </a:r>
            <a:r>
              <a:rPr lang="da-DK" dirty="0" err="1"/>
              <a:t>exercises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146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5A54-14C3-0D8E-BBAB-B51BA612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Remember</a:t>
            </a:r>
            <a:r>
              <a:rPr lang="da-DK" dirty="0"/>
              <a:t> the </a:t>
            </a:r>
            <a:r>
              <a:rPr lang="da-DK" dirty="0" err="1"/>
              <a:t>algorithm</a:t>
            </a:r>
            <a:r>
              <a:rPr lang="da-DK" dirty="0"/>
              <a:t> for 1D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72DA-0810-5DA1-27F0-E9684DF0A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a-DK" dirty="0" err="1"/>
              <a:t>Choose</a:t>
            </a:r>
            <a:r>
              <a:rPr lang="da-DK" dirty="0"/>
              <a:t> </a:t>
            </a:r>
            <a:r>
              <a:rPr lang="da-DK" dirty="0" err="1"/>
              <a:t>coordinate</a:t>
            </a:r>
            <a:r>
              <a:rPr lang="da-DK" dirty="0"/>
              <a:t> system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geometry</a:t>
            </a:r>
            <a:r>
              <a:rPr lang="da-DK" dirty="0"/>
              <a:t> of </a:t>
            </a:r>
            <a:r>
              <a:rPr lang="da-DK" dirty="0" err="1"/>
              <a:t>your</a:t>
            </a:r>
            <a:r>
              <a:rPr lang="da-DK" dirty="0"/>
              <a:t> model domain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assumptions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mass</a:t>
            </a:r>
            <a:r>
              <a:rPr lang="da-DK" dirty="0"/>
              <a:t> and </a:t>
            </a:r>
            <a:r>
              <a:rPr lang="da-DK" dirty="0" err="1"/>
              <a:t>energy</a:t>
            </a:r>
            <a:r>
              <a:rPr lang="da-DK" dirty="0"/>
              <a:t> transport (</a:t>
            </a:r>
            <a:r>
              <a:rPr lang="da-DK" dirty="0" err="1"/>
              <a:t>directions</a:t>
            </a:r>
            <a:r>
              <a:rPr lang="da-DK" dirty="0"/>
              <a:t> for </a:t>
            </a:r>
            <a:r>
              <a:rPr lang="da-DK" dirty="0" err="1"/>
              <a:t>different</a:t>
            </a:r>
            <a:r>
              <a:rPr lang="da-DK" dirty="0"/>
              <a:t> modes of transfer)?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a-DK" dirty="0" err="1"/>
              <a:t>Eliminate</a:t>
            </a:r>
            <a:r>
              <a:rPr lang="da-DK" dirty="0"/>
              <a:t> terms </a:t>
            </a:r>
            <a:r>
              <a:rPr lang="da-DK" dirty="0" err="1"/>
              <a:t>starting</a:t>
            </a:r>
            <a:r>
              <a:rPr lang="da-DK" dirty="0"/>
              <a:t> from the PDE </a:t>
            </a:r>
            <a:r>
              <a:rPr lang="da-DK" dirty="0" err="1"/>
              <a:t>GEs</a:t>
            </a:r>
            <a:r>
              <a:rPr lang="da-DK" dirty="0"/>
              <a:t> in the book/slides</a:t>
            </a:r>
          </a:p>
          <a:p>
            <a:pPr marL="514350" indent="-514350">
              <a:buAutoNum type="arabicPeriod"/>
            </a:pPr>
            <a:r>
              <a:rPr lang="da-DK" dirty="0" err="1"/>
              <a:t>Consider</a:t>
            </a:r>
            <a:r>
              <a:rPr lang="da-DK" dirty="0"/>
              <a:t>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many</a:t>
            </a:r>
            <a:r>
              <a:rPr lang="da-DK" dirty="0"/>
              <a:t> and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BCs</a:t>
            </a:r>
            <a:r>
              <a:rPr lang="da-DK" dirty="0"/>
              <a:t> and </a:t>
            </a:r>
            <a:r>
              <a:rPr lang="da-DK" dirty="0" err="1"/>
              <a:t>ICs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!</a:t>
            </a:r>
          </a:p>
          <a:p>
            <a:pPr marL="514350" indent="-514350">
              <a:buAutoNum type="arabicPeriod"/>
            </a:pPr>
            <a:r>
              <a:rPr lang="da-DK" dirty="0" err="1"/>
              <a:t>Discretize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problem in </a:t>
            </a:r>
            <a:r>
              <a:rPr lang="da-DK" dirty="0" err="1"/>
              <a:t>python</a:t>
            </a:r>
            <a:r>
              <a:rPr lang="da-DK" dirty="0"/>
              <a:t>, handle </a:t>
            </a:r>
            <a:r>
              <a:rPr lang="da-DK" dirty="0" err="1"/>
              <a:t>BCs</a:t>
            </a:r>
            <a:r>
              <a:rPr lang="da-DK" dirty="0"/>
              <a:t> </a:t>
            </a:r>
            <a:r>
              <a:rPr lang="da-DK" dirty="0" err="1"/>
              <a:t>separately</a:t>
            </a:r>
            <a:r>
              <a:rPr lang="da-DK" dirty="0"/>
              <a:t> (</a:t>
            </a:r>
            <a:r>
              <a:rPr lang="da-DK" dirty="0" err="1"/>
              <a:t>outside</a:t>
            </a:r>
            <a:r>
              <a:rPr lang="da-DK" dirty="0"/>
              <a:t> loop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needed</a:t>
            </a:r>
            <a:r>
              <a:rPr lang="da-DK" dirty="0"/>
              <a:t>)</a:t>
            </a:r>
          </a:p>
          <a:p>
            <a:pPr marL="514350" indent="-514350">
              <a:buAutoNum type="arabicPeriod"/>
            </a:pPr>
            <a:r>
              <a:rPr lang="da-DK" dirty="0"/>
              <a:t>Make a plot so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answer</a:t>
            </a:r>
            <a:r>
              <a:rPr lang="da-DK" dirty="0"/>
              <a:t> the </a:t>
            </a:r>
            <a:r>
              <a:rPr lang="da-DK" dirty="0" err="1"/>
              <a:t>actual</a:t>
            </a:r>
            <a:r>
              <a:rPr lang="da-DK" dirty="0"/>
              <a:t> </a:t>
            </a:r>
            <a:r>
              <a:rPr lang="da-DK" dirty="0" err="1"/>
              <a:t>question</a:t>
            </a:r>
            <a:r>
              <a:rPr lang="da-DK" dirty="0"/>
              <a:t> for the problem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38286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B6ADB4-A38D-ECCE-C06B-6DF910790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128"/>
          <a:stretch>
            <a:fillRect/>
          </a:stretch>
        </p:blipFill>
        <p:spPr>
          <a:xfrm>
            <a:off x="170623" y="180304"/>
            <a:ext cx="4021677" cy="3886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0EDCF3-4D37-CA75-BAB6-EABDB4049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01" y="4067046"/>
            <a:ext cx="1867278" cy="2354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68D0F2-B29B-0C12-BA2C-5A44D9495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43" y="1665732"/>
            <a:ext cx="6872864" cy="28005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5CD62E-0772-50B6-9150-F0963EAB0ADD}"/>
              </a:ext>
            </a:extLst>
          </p:cNvPr>
          <p:cNvSpPr txBox="1"/>
          <p:nvPr/>
        </p:nvSpPr>
        <p:spPr>
          <a:xfrm>
            <a:off x="4658243" y="351691"/>
            <a:ext cx="2555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/>
              <a:t>Neumann BC</a:t>
            </a:r>
          </a:p>
        </p:txBody>
      </p:sp>
    </p:spTree>
    <p:extLst>
      <p:ext uri="{BB962C8B-B14F-4D97-AF65-F5344CB8AC3E}">
        <p14:creationId xmlns:p14="http://schemas.microsoft.com/office/powerpoint/2010/main" val="339088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81BCB4-6696-25E6-B01B-D0C2E269E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98" y="1295101"/>
            <a:ext cx="4244395" cy="466051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C7247BB-A161-BE16-27A4-E8E3345B07E3}"/>
              </a:ext>
            </a:extLst>
          </p:cNvPr>
          <p:cNvGrpSpPr/>
          <p:nvPr/>
        </p:nvGrpSpPr>
        <p:grpSpPr>
          <a:xfrm>
            <a:off x="5087155" y="1887492"/>
            <a:ext cx="6952776" cy="3920879"/>
            <a:chOff x="5087155" y="1887492"/>
            <a:chExt cx="6952776" cy="39208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7A47E70-6D39-665A-D68D-C9745B20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5764" y="1887492"/>
              <a:ext cx="6764167" cy="392087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89E37B-748A-476B-0EAB-D7E5A6BFC344}"/>
                </a:ext>
              </a:extLst>
            </p:cNvPr>
            <p:cNvSpPr/>
            <p:nvPr/>
          </p:nvSpPr>
          <p:spPr>
            <a:xfrm>
              <a:off x="5087155" y="3683972"/>
              <a:ext cx="682580" cy="3413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496AFC5-49AC-0180-B6AA-91D2666E5D6B}"/>
              </a:ext>
            </a:extLst>
          </p:cNvPr>
          <p:cNvSpPr txBox="1"/>
          <p:nvPr/>
        </p:nvSpPr>
        <p:spPr>
          <a:xfrm>
            <a:off x="4658243" y="351691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/>
              <a:t>Robin BC</a:t>
            </a:r>
          </a:p>
        </p:txBody>
      </p:sp>
    </p:spTree>
    <p:extLst>
      <p:ext uri="{BB962C8B-B14F-4D97-AF65-F5344CB8AC3E}">
        <p14:creationId xmlns:p14="http://schemas.microsoft.com/office/powerpoint/2010/main" val="1039556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F2E8D6-C446-0C3D-3D5D-716EF92C8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33" y="1208747"/>
            <a:ext cx="10425196" cy="195404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56EB45-6B6F-AD43-C2C2-173F5E384E72}"/>
              </a:ext>
            </a:extLst>
          </p:cNvPr>
          <p:cNvCxnSpPr>
            <a:cxnSpLocks/>
          </p:cNvCxnSpPr>
          <p:nvPr/>
        </p:nvCxnSpPr>
        <p:spPr>
          <a:xfrm>
            <a:off x="3470027" y="4478215"/>
            <a:ext cx="708073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ED5E2A-E186-212C-C588-0D7D38655124}"/>
              </a:ext>
            </a:extLst>
          </p:cNvPr>
          <p:cNvCxnSpPr/>
          <p:nvPr/>
        </p:nvCxnSpPr>
        <p:spPr>
          <a:xfrm>
            <a:off x="3470027" y="4349262"/>
            <a:ext cx="0" cy="2461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F6071C9-AF63-5D6F-BED8-24D418809FF9}"/>
              </a:ext>
            </a:extLst>
          </p:cNvPr>
          <p:cNvCxnSpPr/>
          <p:nvPr/>
        </p:nvCxnSpPr>
        <p:spPr>
          <a:xfrm>
            <a:off x="7022121" y="4349262"/>
            <a:ext cx="0" cy="2461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B30053-EE01-3305-77F1-2BA86CB73EE8}"/>
              </a:ext>
            </a:extLst>
          </p:cNvPr>
          <p:cNvCxnSpPr/>
          <p:nvPr/>
        </p:nvCxnSpPr>
        <p:spPr>
          <a:xfrm>
            <a:off x="10539041" y="4349262"/>
            <a:ext cx="0" cy="2461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3DF1172-B906-F076-5655-05C26698198E}"/>
              </a:ext>
            </a:extLst>
          </p:cNvPr>
          <p:cNvSpPr txBox="1"/>
          <p:nvPr/>
        </p:nvSpPr>
        <p:spPr>
          <a:xfrm>
            <a:off x="6728107" y="473902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c[1]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A96F19-2DF6-ADA2-A4CD-265124C8A38E}"/>
              </a:ext>
            </a:extLst>
          </p:cNvPr>
          <p:cNvSpPr txBox="1"/>
          <p:nvPr/>
        </p:nvSpPr>
        <p:spPr>
          <a:xfrm>
            <a:off x="3187738" y="47096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c[0]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AB5BB2-A6A4-0DE5-B52E-EB0D821AC9B3}"/>
              </a:ext>
            </a:extLst>
          </p:cNvPr>
          <p:cNvSpPr txBox="1"/>
          <p:nvPr/>
        </p:nvSpPr>
        <p:spPr>
          <a:xfrm>
            <a:off x="10256752" y="4724399"/>
            <a:ext cx="625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c[-1]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176E97-D22A-259D-117C-FB731EC943B6}"/>
              </a:ext>
            </a:extLst>
          </p:cNvPr>
          <p:cNvCxnSpPr/>
          <p:nvPr/>
        </p:nvCxnSpPr>
        <p:spPr>
          <a:xfrm>
            <a:off x="82062" y="4372708"/>
            <a:ext cx="0" cy="24618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335F748-0F20-F60B-540F-76D404640578}"/>
              </a:ext>
            </a:extLst>
          </p:cNvPr>
          <p:cNvCxnSpPr/>
          <p:nvPr/>
        </p:nvCxnSpPr>
        <p:spPr>
          <a:xfrm flipH="1">
            <a:off x="82062" y="4472354"/>
            <a:ext cx="3387965" cy="23446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BE46608-8221-10CF-80A9-244E3953B3ED}"/>
              </a:ext>
            </a:extLst>
          </p:cNvPr>
          <p:cNvSpPr txBox="1"/>
          <p:nvPr/>
        </p:nvSpPr>
        <p:spPr>
          <a:xfrm>
            <a:off x="-11723" y="4703860"/>
            <a:ext cx="739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c_left</a:t>
            </a:r>
            <a:endParaRPr lang="da-DK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8BC2E2-6327-F0FE-605E-EF75436309F3}"/>
              </a:ext>
            </a:extLst>
          </p:cNvPr>
          <p:cNvSpPr txBox="1"/>
          <p:nvPr/>
        </p:nvSpPr>
        <p:spPr>
          <a:xfrm>
            <a:off x="209852" y="3593344"/>
            <a:ext cx="1347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Ghost point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DD0BA3-DDB4-75B8-FD15-C42AB4176EF1}"/>
              </a:ext>
            </a:extLst>
          </p:cNvPr>
          <p:cNvCxnSpPr>
            <a:cxnSpLocks/>
          </p:cNvCxnSpPr>
          <p:nvPr/>
        </p:nvCxnSpPr>
        <p:spPr>
          <a:xfrm flipH="1">
            <a:off x="209852" y="4047644"/>
            <a:ext cx="411471" cy="316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EABF7F5-A1DC-F7A1-AA91-D40B9A36D379}"/>
              </a:ext>
            </a:extLst>
          </p:cNvPr>
          <p:cNvSpPr txBox="1"/>
          <p:nvPr/>
        </p:nvSpPr>
        <p:spPr>
          <a:xfrm>
            <a:off x="4954529" y="396552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4FE724-1273-51D6-7040-2477C710B3A8}"/>
              </a:ext>
            </a:extLst>
          </p:cNvPr>
          <p:cNvSpPr/>
          <p:nvPr/>
        </p:nvSpPr>
        <p:spPr>
          <a:xfrm>
            <a:off x="3516920" y="2309446"/>
            <a:ext cx="1137142" cy="36341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25B6EE-C18E-0D52-04FB-6C39CA570F7D}"/>
              </a:ext>
            </a:extLst>
          </p:cNvPr>
          <p:cNvSpPr/>
          <p:nvPr/>
        </p:nvSpPr>
        <p:spPr>
          <a:xfrm>
            <a:off x="5298831" y="4314092"/>
            <a:ext cx="3505195" cy="36341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D3437A-17A1-9536-794B-F4F001613668}"/>
              </a:ext>
            </a:extLst>
          </p:cNvPr>
          <p:cNvSpPr/>
          <p:nvPr/>
        </p:nvSpPr>
        <p:spPr>
          <a:xfrm>
            <a:off x="2344616" y="2309446"/>
            <a:ext cx="1137142" cy="36341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7DD854E-1307-1147-71B9-265BFFF4B7EE}"/>
              </a:ext>
            </a:extLst>
          </p:cNvPr>
          <p:cNvSpPr/>
          <p:nvPr/>
        </p:nvSpPr>
        <p:spPr>
          <a:xfrm>
            <a:off x="1664678" y="4314092"/>
            <a:ext cx="3587260" cy="36341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867895-DC49-1041-7A46-78F360C4214F}"/>
              </a:ext>
            </a:extLst>
          </p:cNvPr>
          <p:cNvSpPr txBox="1"/>
          <p:nvPr/>
        </p:nvSpPr>
        <p:spPr>
          <a:xfrm>
            <a:off x="2344616" y="3464391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Control </a:t>
            </a:r>
            <a:r>
              <a:rPr lang="da-DK" dirty="0" err="1"/>
              <a:t>volumes</a:t>
            </a:r>
            <a:r>
              <a:rPr lang="da-DK" dirty="0"/>
              <a:t>/</a:t>
            </a:r>
            <a:r>
              <a:rPr lang="da-DK" dirty="0" err="1"/>
              <a:t>cells</a:t>
            </a:r>
            <a:endParaRPr lang="da-DK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3E2C8FC-1533-4F3D-1441-17A6DF5B0C87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3187738" y="2781048"/>
            <a:ext cx="340055" cy="68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9E5C408-9988-AD39-00AF-3FA274E7F986}"/>
              </a:ext>
            </a:extLst>
          </p:cNvPr>
          <p:cNvCxnSpPr>
            <a:cxnSpLocks/>
          </p:cNvCxnSpPr>
          <p:nvPr/>
        </p:nvCxnSpPr>
        <p:spPr>
          <a:xfrm flipV="1">
            <a:off x="3668470" y="2781048"/>
            <a:ext cx="200145" cy="68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AAAC643-279E-82ED-F54D-986CECE30157}"/>
              </a:ext>
            </a:extLst>
          </p:cNvPr>
          <p:cNvSpPr txBox="1"/>
          <p:nvPr/>
        </p:nvSpPr>
        <p:spPr>
          <a:xfrm>
            <a:off x="3187738" y="406009"/>
            <a:ext cx="6225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dirty="0" err="1"/>
              <a:t>What</a:t>
            </a:r>
            <a:r>
              <a:rPr lang="da-DK" sz="2800" dirty="0"/>
              <a:t> </a:t>
            </a:r>
            <a:r>
              <a:rPr lang="da-DK" sz="2800" dirty="0" err="1"/>
              <a:t>happens</a:t>
            </a:r>
            <a:r>
              <a:rPr lang="da-DK" sz="2800" dirty="0"/>
              <a:t> </a:t>
            </a:r>
            <a:r>
              <a:rPr lang="da-DK" sz="2800" dirty="0" err="1"/>
              <a:t>when</a:t>
            </a:r>
            <a:r>
              <a:rPr lang="da-DK" sz="2800" dirty="0"/>
              <a:t> </a:t>
            </a:r>
            <a:r>
              <a:rPr lang="da-DK" sz="2800" dirty="0" err="1"/>
              <a:t>we</a:t>
            </a:r>
            <a:r>
              <a:rPr lang="da-DK" sz="2800" dirty="0"/>
              <a:t> </a:t>
            </a:r>
            <a:r>
              <a:rPr lang="da-DK" sz="2800" dirty="0" err="1"/>
              <a:t>change</a:t>
            </a:r>
            <a:r>
              <a:rPr lang="da-DK" sz="2800" dirty="0"/>
              <a:t> dx?</a:t>
            </a:r>
          </a:p>
        </p:txBody>
      </p:sp>
    </p:spTree>
    <p:extLst>
      <p:ext uri="{BB962C8B-B14F-4D97-AF65-F5344CB8AC3E}">
        <p14:creationId xmlns:p14="http://schemas.microsoft.com/office/powerpoint/2010/main" val="157214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880B-9C8C-B33B-80B1-5507B825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Multiple </a:t>
            </a:r>
            <a:r>
              <a:rPr lang="da-DK" dirty="0" err="1"/>
              <a:t>state</a:t>
            </a:r>
            <a:r>
              <a:rPr lang="da-DK" dirty="0"/>
              <a:t>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EEA1-9BC3-2C91-A0D4-AF0EAC65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 err="1"/>
              <a:t>Numeric</a:t>
            </a:r>
            <a:r>
              <a:rPr lang="da-DK" dirty="0"/>
              <a:t> </a:t>
            </a:r>
            <a:r>
              <a:rPr lang="da-DK" dirty="0" err="1"/>
              <a:t>analysis</a:t>
            </a:r>
            <a:r>
              <a:rPr lang="da-DK" dirty="0"/>
              <a:t>: system of </a:t>
            </a:r>
            <a:r>
              <a:rPr lang="da-DK" dirty="0" err="1"/>
              <a:t>ODEs</a:t>
            </a:r>
            <a:r>
              <a:rPr lang="da-DK" dirty="0"/>
              <a:t> </a:t>
            </a:r>
            <a:r>
              <a:rPr lang="da-DK" dirty="0" err="1"/>
              <a:t>representing</a:t>
            </a:r>
            <a:r>
              <a:rPr lang="da-DK" dirty="0"/>
              <a:t> multiple </a:t>
            </a:r>
            <a:r>
              <a:rPr lang="da-DK" dirty="0" err="1"/>
              <a:t>chemical</a:t>
            </a:r>
            <a:r>
              <a:rPr lang="da-DK" dirty="0"/>
              <a:t> species (0D)</a:t>
            </a:r>
          </a:p>
          <a:p>
            <a:pPr marL="0" indent="0">
              <a:buNone/>
            </a:pPr>
            <a:r>
              <a:rPr lang="da-DK" dirty="0"/>
              <a:t>c0 = </a:t>
            </a:r>
            <a:r>
              <a:rPr lang="da-DK" dirty="0" err="1"/>
              <a:t>np.array</a:t>
            </a:r>
            <a:r>
              <a:rPr lang="da-DK" dirty="0"/>
              <a:t>([10, 0, 0])  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c0 = </a:t>
            </a:r>
            <a:r>
              <a:rPr lang="da-DK" dirty="0" err="1"/>
              <a:t>np.array</a:t>
            </a:r>
            <a:r>
              <a:rPr lang="da-DK" dirty="0"/>
              <a:t>([10, 0, 0],</a:t>
            </a:r>
          </a:p>
          <a:p>
            <a:pPr marL="0" indent="0">
              <a:buNone/>
            </a:pPr>
            <a:r>
              <a:rPr lang="da-DK" dirty="0"/>
              <a:t>		    [0,   0, 0],</a:t>
            </a:r>
          </a:p>
          <a:p>
            <a:pPr marL="0" indent="0">
              <a:buNone/>
            </a:pPr>
            <a:r>
              <a:rPr lang="da-DK" dirty="0"/>
              <a:t>		    [0,   0, 0])   </a:t>
            </a:r>
          </a:p>
          <a:p>
            <a:pPr marL="0" indent="0">
              <a:buNone/>
            </a:pPr>
            <a:endParaRPr lang="da-DK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4FD90A-ED66-9F4E-25C5-608DCC6C1C44}"/>
              </a:ext>
            </a:extLst>
          </p:cNvPr>
          <p:cNvCxnSpPr>
            <a:cxnSpLocks/>
          </p:cNvCxnSpPr>
          <p:nvPr/>
        </p:nvCxnSpPr>
        <p:spPr>
          <a:xfrm flipH="1">
            <a:off x="4630615" y="2942492"/>
            <a:ext cx="633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EE896F7-931B-83B4-C82A-85C0BD4DF60E}"/>
              </a:ext>
            </a:extLst>
          </p:cNvPr>
          <p:cNvSpPr txBox="1"/>
          <p:nvPr/>
        </p:nvSpPr>
        <p:spPr>
          <a:xfrm>
            <a:off x="3148371" y="342900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AD667-427D-4769-B99B-D38C9C510460}"/>
              </a:ext>
            </a:extLst>
          </p:cNvPr>
          <p:cNvSpPr txBox="1"/>
          <p:nvPr/>
        </p:nvSpPr>
        <p:spPr>
          <a:xfrm>
            <a:off x="3582862" y="34290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D09F10-4236-6021-7ED5-2A27D4BCB4F6}"/>
              </a:ext>
            </a:extLst>
          </p:cNvPr>
          <p:cNvSpPr txBox="1"/>
          <p:nvPr/>
        </p:nvSpPr>
        <p:spPr>
          <a:xfrm>
            <a:off x="3953882" y="3429000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C54F1B-30C2-4A8D-1EEC-D4DB73A87907}"/>
              </a:ext>
            </a:extLst>
          </p:cNvPr>
          <p:cNvCxnSpPr/>
          <p:nvPr/>
        </p:nvCxnSpPr>
        <p:spPr>
          <a:xfrm flipV="1">
            <a:off x="3308832" y="3176954"/>
            <a:ext cx="0" cy="252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BFC995-479B-4223-3587-A6E2175DCAA4}"/>
              </a:ext>
            </a:extLst>
          </p:cNvPr>
          <p:cNvCxnSpPr/>
          <p:nvPr/>
        </p:nvCxnSpPr>
        <p:spPr>
          <a:xfrm flipV="1">
            <a:off x="3730861" y="3176955"/>
            <a:ext cx="0" cy="252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F94C0E-99C1-E092-ABFD-B0FE86692CC5}"/>
              </a:ext>
            </a:extLst>
          </p:cNvPr>
          <p:cNvCxnSpPr/>
          <p:nvPr/>
        </p:nvCxnSpPr>
        <p:spPr>
          <a:xfrm flipV="1">
            <a:off x="4105998" y="3176956"/>
            <a:ext cx="0" cy="252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79DBDD-4687-3250-F697-90C06AE225BF}"/>
              </a:ext>
            </a:extLst>
          </p:cNvPr>
          <p:cNvSpPr txBox="1"/>
          <p:nvPr/>
        </p:nvSpPr>
        <p:spPr>
          <a:xfrm>
            <a:off x="5357437" y="2743201"/>
            <a:ext cx="621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Initial </a:t>
            </a:r>
            <a:r>
              <a:rPr lang="da-DK" dirty="0" err="1"/>
              <a:t>condition</a:t>
            </a:r>
            <a:r>
              <a:rPr lang="da-DK" dirty="0"/>
              <a:t> is a 1D array </a:t>
            </a:r>
            <a:r>
              <a:rPr lang="da-DK" dirty="0" err="1"/>
              <a:t>passed</a:t>
            </a:r>
            <a:r>
              <a:rPr lang="da-DK" dirty="0"/>
              <a:t> to </a:t>
            </a:r>
            <a:r>
              <a:rPr lang="da-DK" dirty="0" err="1"/>
              <a:t>solve_ivp</a:t>
            </a:r>
            <a:r>
              <a:rPr lang="da-DK" dirty="0"/>
              <a:t>() and rates()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484B2A-9694-B45E-6F7E-3AD89D895F04}"/>
              </a:ext>
            </a:extLst>
          </p:cNvPr>
          <p:cNvSpPr txBox="1"/>
          <p:nvPr/>
        </p:nvSpPr>
        <p:spPr>
          <a:xfrm>
            <a:off x="3101480" y="6078415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2A4264-E44F-134D-C02B-C0737C6E48BC}"/>
              </a:ext>
            </a:extLst>
          </p:cNvPr>
          <p:cNvSpPr txBox="1"/>
          <p:nvPr/>
        </p:nvSpPr>
        <p:spPr>
          <a:xfrm>
            <a:off x="3582863" y="607841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78A467-3493-0A49-46D3-01F0CA0A1CF6}"/>
              </a:ext>
            </a:extLst>
          </p:cNvPr>
          <p:cNvSpPr txBox="1"/>
          <p:nvPr/>
        </p:nvSpPr>
        <p:spPr>
          <a:xfrm>
            <a:off x="3953882" y="6078415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E5E065-39CD-C91D-4394-4FCEF1D205A8}"/>
              </a:ext>
            </a:extLst>
          </p:cNvPr>
          <p:cNvCxnSpPr/>
          <p:nvPr/>
        </p:nvCxnSpPr>
        <p:spPr>
          <a:xfrm flipV="1">
            <a:off x="3261941" y="5826369"/>
            <a:ext cx="0" cy="252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364767-D963-DB8E-15D3-A6340B065972}"/>
              </a:ext>
            </a:extLst>
          </p:cNvPr>
          <p:cNvCxnSpPr/>
          <p:nvPr/>
        </p:nvCxnSpPr>
        <p:spPr>
          <a:xfrm flipV="1">
            <a:off x="3766031" y="5826370"/>
            <a:ext cx="0" cy="252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688FF5-E798-A8B6-9A1C-72BDB1FA28E9}"/>
              </a:ext>
            </a:extLst>
          </p:cNvPr>
          <p:cNvCxnSpPr/>
          <p:nvPr/>
        </p:nvCxnSpPr>
        <p:spPr>
          <a:xfrm flipV="1">
            <a:off x="4141168" y="5826371"/>
            <a:ext cx="0" cy="252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2D8741F-116E-BC4C-22F2-8E00B6A33F6F}"/>
              </a:ext>
            </a:extLst>
          </p:cNvPr>
          <p:cNvSpPr txBox="1"/>
          <p:nvPr/>
        </p:nvSpPr>
        <p:spPr>
          <a:xfrm>
            <a:off x="5029201" y="4322365"/>
            <a:ext cx="139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Position 0 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C1528-352B-3ACA-D7FA-2A6FA783C00B}"/>
              </a:ext>
            </a:extLst>
          </p:cNvPr>
          <p:cNvSpPr txBox="1"/>
          <p:nvPr/>
        </p:nvSpPr>
        <p:spPr>
          <a:xfrm>
            <a:off x="5029201" y="4803009"/>
            <a:ext cx="139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Position 1 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AAC9AA-A4B7-C29E-534C-A1263DDA43ED}"/>
              </a:ext>
            </a:extLst>
          </p:cNvPr>
          <p:cNvSpPr txBox="1"/>
          <p:nvPr/>
        </p:nvSpPr>
        <p:spPr>
          <a:xfrm>
            <a:off x="5029201" y="5318822"/>
            <a:ext cx="139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Position 2 m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8A50D9-63A8-EAA1-3B52-3EDA918C7E7E}"/>
              </a:ext>
            </a:extLst>
          </p:cNvPr>
          <p:cNvCxnSpPr>
            <a:cxnSpLocks/>
          </p:cNvCxnSpPr>
          <p:nvPr/>
        </p:nvCxnSpPr>
        <p:spPr>
          <a:xfrm flipH="1" flipV="1">
            <a:off x="4492859" y="5498128"/>
            <a:ext cx="454279" cy="5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415E1FC-CD2A-EF39-0A49-B8506549C1D4}"/>
              </a:ext>
            </a:extLst>
          </p:cNvPr>
          <p:cNvCxnSpPr>
            <a:cxnSpLocks/>
          </p:cNvCxnSpPr>
          <p:nvPr/>
        </p:nvCxnSpPr>
        <p:spPr>
          <a:xfrm flipH="1" flipV="1">
            <a:off x="4469413" y="5017486"/>
            <a:ext cx="454279" cy="5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45BAFF0-7E93-D19B-F666-9511512F804B}"/>
              </a:ext>
            </a:extLst>
          </p:cNvPr>
          <p:cNvCxnSpPr>
            <a:cxnSpLocks/>
          </p:cNvCxnSpPr>
          <p:nvPr/>
        </p:nvCxnSpPr>
        <p:spPr>
          <a:xfrm flipH="1" flipV="1">
            <a:off x="4481136" y="4501675"/>
            <a:ext cx="454279" cy="5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F72A6A8-BFA8-6566-D7D7-C47F5F16AEF2}"/>
              </a:ext>
            </a:extLst>
          </p:cNvPr>
          <p:cNvSpPr txBox="1"/>
          <p:nvPr/>
        </p:nvSpPr>
        <p:spPr>
          <a:xfrm>
            <a:off x="7174523" y="4674056"/>
            <a:ext cx="4314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Initial </a:t>
            </a:r>
            <a:r>
              <a:rPr lang="da-DK" dirty="0" err="1"/>
              <a:t>condition</a:t>
            </a:r>
            <a:r>
              <a:rPr lang="da-DK" dirty="0"/>
              <a:t> is a 2D array! </a:t>
            </a:r>
          </a:p>
          <a:p>
            <a:r>
              <a:rPr lang="da-DK" dirty="0" err="1">
                <a:solidFill>
                  <a:srgbClr val="FF0000"/>
                </a:solidFill>
              </a:rPr>
              <a:t>Cannot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passed</a:t>
            </a:r>
            <a:r>
              <a:rPr lang="da-DK" dirty="0"/>
              <a:t> to </a:t>
            </a:r>
            <a:r>
              <a:rPr lang="da-DK" dirty="0" err="1"/>
              <a:t>solve_ivp</a:t>
            </a:r>
            <a:r>
              <a:rPr lang="da-DK" dirty="0"/>
              <a:t>() and rates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F312DD-4CF0-0F5A-17F7-1F55393DBDA0}"/>
              </a:ext>
            </a:extLst>
          </p:cNvPr>
          <p:cNvCxnSpPr>
            <a:cxnSpLocks/>
          </p:cNvCxnSpPr>
          <p:nvPr/>
        </p:nvCxnSpPr>
        <p:spPr>
          <a:xfrm flipH="1">
            <a:off x="6518031" y="5005754"/>
            <a:ext cx="633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50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64CC3E3-BF59-F380-EB56-3C56AB7125BA}"/>
              </a:ext>
            </a:extLst>
          </p:cNvPr>
          <p:cNvGrpSpPr/>
          <p:nvPr/>
        </p:nvGrpSpPr>
        <p:grpSpPr>
          <a:xfrm>
            <a:off x="620037" y="1175775"/>
            <a:ext cx="10165194" cy="4506449"/>
            <a:chOff x="583380" y="1175775"/>
            <a:chExt cx="10165194" cy="450644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B342885-C4F7-57C2-C842-4E5FF70B008F}"/>
                </a:ext>
              </a:extLst>
            </p:cNvPr>
            <p:cNvGrpSpPr/>
            <p:nvPr/>
          </p:nvGrpSpPr>
          <p:grpSpPr>
            <a:xfrm>
              <a:off x="583380" y="1175775"/>
              <a:ext cx="10165194" cy="4506449"/>
              <a:chOff x="724057" y="1181637"/>
              <a:chExt cx="10165194" cy="4506449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8D2FA37-7B9A-F97F-5DAB-8E3F5CB815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2128"/>
              <a:stretch>
                <a:fillRect/>
              </a:stretch>
            </p:blipFill>
            <p:spPr>
              <a:xfrm>
                <a:off x="724057" y="1181637"/>
                <a:ext cx="10165194" cy="4494726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A534C2E-94C9-F5CD-0FC5-C7800EF9C0C6}"/>
                  </a:ext>
                </a:extLst>
              </p:cNvPr>
              <p:cNvSpPr/>
              <p:nvPr/>
            </p:nvSpPr>
            <p:spPr>
              <a:xfrm>
                <a:off x="1326524" y="5523881"/>
                <a:ext cx="618186" cy="1642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6C7E8-F7EE-7D8A-FA22-98BFC1D66C25}"/>
                </a:ext>
              </a:extLst>
            </p:cNvPr>
            <p:cNvSpPr/>
            <p:nvPr/>
          </p:nvSpPr>
          <p:spPr>
            <a:xfrm>
              <a:off x="890955" y="3377422"/>
              <a:ext cx="618186" cy="5732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AA765F-68C2-D239-35B4-053045CB3159}"/>
                </a:ext>
              </a:extLst>
            </p:cNvPr>
            <p:cNvSpPr/>
            <p:nvPr/>
          </p:nvSpPr>
          <p:spPr>
            <a:xfrm>
              <a:off x="2625969" y="1501730"/>
              <a:ext cx="618186" cy="5732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F7F5D7F-931D-39F2-CDB4-2E1AE1F91B6C}"/>
              </a:ext>
            </a:extLst>
          </p:cNvPr>
          <p:cNvSpPr txBox="1"/>
          <p:nvPr/>
        </p:nvSpPr>
        <p:spPr>
          <a:xfrm>
            <a:off x="1185847" y="1175775"/>
            <a:ext cx="165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State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958B32-1214-BF46-DD1E-2CD07760F5FE}"/>
              </a:ext>
            </a:extLst>
          </p:cNvPr>
          <p:cNvSpPr txBox="1"/>
          <p:nvPr/>
        </p:nvSpPr>
        <p:spPr>
          <a:xfrm rot="16200000">
            <a:off x="-361596" y="2512210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Spatial dimension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B9B5011-E3DD-0AAE-9BE4-0CF3D015D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74" y="56999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Alternative: </a:t>
            </a:r>
          </a:p>
          <a:p>
            <a:pPr marL="0" indent="0">
              <a:buNone/>
            </a:pPr>
            <a:r>
              <a:rPr lang="da-DK" dirty="0" err="1"/>
              <a:t>np.concatenate</a:t>
            </a:r>
            <a:r>
              <a:rPr lang="da-DK" dirty="0"/>
              <a:t>((CA_0, CB_0))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48D463-CBDE-073B-3D39-6BCD68C6035E}"/>
              </a:ext>
            </a:extLst>
          </p:cNvPr>
          <p:cNvSpPr txBox="1"/>
          <p:nvPr/>
        </p:nvSpPr>
        <p:spPr>
          <a:xfrm>
            <a:off x="4114800" y="304800"/>
            <a:ext cx="4113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 err="1"/>
              <a:t>Flatten</a:t>
            </a:r>
            <a:r>
              <a:rPr lang="da-DK" sz="2400" dirty="0"/>
              <a:t> and </a:t>
            </a:r>
            <a:r>
              <a:rPr lang="da-DK" sz="2400" dirty="0" err="1"/>
              <a:t>reshape</a:t>
            </a:r>
            <a:r>
              <a:rPr lang="da-DK" sz="2400" dirty="0"/>
              <a:t> in </a:t>
            </a:r>
            <a:r>
              <a:rPr lang="da-DK" sz="2400" dirty="0" err="1"/>
              <a:t>python</a:t>
            </a:r>
            <a:endParaRPr lang="da-DK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3AFF35-36B7-711A-2BE7-E57DA8821A3B}"/>
              </a:ext>
            </a:extLst>
          </p:cNvPr>
          <p:cNvSpPr txBox="1"/>
          <p:nvPr/>
        </p:nvSpPr>
        <p:spPr>
          <a:xfrm>
            <a:off x="3587263" y="5357446"/>
            <a:ext cx="902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1D array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AE99FB-E929-A2E4-8C40-CD7A0ED2F58A}"/>
              </a:ext>
            </a:extLst>
          </p:cNvPr>
          <p:cNvSpPr txBox="1"/>
          <p:nvPr/>
        </p:nvSpPr>
        <p:spPr>
          <a:xfrm>
            <a:off x="4607165" y="5345723"/>
            <a:ext cx="902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1D array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BC60CC-AFE6-E252-19AD-56CDFD4041DD}"/>
              </a:ext>
            </a:extLst>
          </p:cNvPr>
          <p:cNvCxnSpPr>
            <a:cxnSpLocks/>
          </p:cNvCxnSpPr>
          <p:nvPr/>
        </p:nvCxnSpPr>
        <p:spPr>
          <a:xfrm>
            <a:off x="3868615" y="5920153"/>
            <a:ext cx="0" cy="281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494FB0-6640-60C9-244C-376275ACBB23}"/>
              </a:ext>
            </a:extLst>
          </p:cNvPr>
          <p:cNvCxnSpPr>
            <a:cxnSpLocks/>
          </p:cNvCxnSpPr>
          <p:nvPr/>
        </p:nvCxnSpPr>
        <p:spPr>
          <a:xfrm>
            <a:off x="4911967" y="5908430"/>
            <a:ext cx="0" cy="281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9813A1-2953-93BD-BC7B-4CACC96A1BD6}"/>
              </a:ext>
            </a:extLst>
          </p:cNvPr>
          <p:cNvSpPr txBox="1"/>
          <p:nvPr/>
        </p:nvSpPr>
        <p:spPr>
          <a:xfrm rot="2358272">
            <a:off x="7304175" y="2801803"/>
            <a:ext cx="405489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a-DK" sz="1600" dirty="0"/>
              <a:t>Inside ”rates” </a:t>
            </a:r>
            <a:r>
              <a:rPr lang="da-DK" sz="1600" dirty="0" err="1"/>
              <a:t>function</a:t>
            </a:r>
            <a:endParaRPr lang="da-DK" sz="1600" dirty="0"/>
          </a:p>
          <a:p>
            <a:pPr algn="ctr"/>
            <a:r>
              <a:rPr lang="da-DK" sz="1600" dirty="0" err="1"/>
              <a:t>c_flat.reshape</a:t>
            </a:r>
            <a:r>
              <a:rPr lang="da-DK" sz="1600" dirty="0"/>
              <a:t>((</a:t>
            </a:r>
            <a:r>
              <a:rPr lang="da-DK" sz="1600" dirty="0" err="1"/>
              <a:t>N</a:t>
            </a:r>
            <a:r>
              <a:rPr lang="da-DK" sz="1600" baseline="-25000" dirty="0" err="1"/>
              <a:t>nodes</a:t>
            </a:r>
            <a:r>
              <a:rPr lang="da-DK" sz="1600" dirty="0"/>
              <a:t>, </a:t>
            </a:r>
            <a:r>
              <a:rPr lang="da-DK" sz="1600" dirty="0" err="1"/>
              <a:t>N</a:t>
            </a:r>
            <a:r>
              <a:rPr lang="da-DK" sz="1600" baseline="-25000" dirty="0" err="1"/>
              <a:t>state</a:t>
            </a:r>
            <a:r>
              <a:rPr lang="da-DK" sz="1600" baseline="-25000" dirty="0"/>
              <a:t> </a:t>
            </a:r>
            <a:r>
              <a:rPr lang="da-DK" sz="1600" baseline="-25000" dirty="0" err="1"/>
              <a:t>vars</a:t>
            </a:r>
            <a:r>
              <a:rPr lang="da-DK" sz="1600" dirty="0"/>
              <a:t>) </a:t>
            </a:r>
            <a:r>
              <a:rPr lang="da-DK" sz="1600" dirty="0" err="1"/>
              <a:t>order</a:t>
            </a:r>
            <a:r>
              <a:rPr lang="da-DK" sz="1600" dirty="0"/>
              <a:t> = ‘F’)</a:t>
            </a:r>
          </a:p>
        </p:txBody>
      </p:sp>
    </p:spTree>
    <p:extLst>
      <p:ext uri="{BB962C8B-B14F-4D97-AF65-F5344CB8AC3E}">
        <p14:creationId xmlns:p14="http://schemas.microsoft.com/office/powerpoint/2010/main" val="1399552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279</Words>
  <Application>Microsoft Office PowerPoint</Application>
  <PresentationFormat>Widescreen</PresentationFormat>
  <Paragraphs>48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Review and tips for group exercises</vt:lpstr>
      <vt:lpstr>Remember the algorithm for 1D problems</vt:lpstr>
      <vt:lpstr>PowerPoint Presentation</vt:lpstr>
      <vt:lpstr>PowerPoint Presentation</vt:lpstr>
      <vt:lpstr>PowerPoint Presentation</vt:lpstr>
      <vt:lpstr>Multiple state variables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1</cp:revision>
  <dcterms:created xsi:type="dcterms:W3CDTF">2026-10-14T07:18:50Z</dcterms:created>
  <dcterms:modified xsi:type="dcterms:W3CDTF">2026-10-19T05:46:08Z</dcterms:modified>
</cp:coreProperties>
</file>